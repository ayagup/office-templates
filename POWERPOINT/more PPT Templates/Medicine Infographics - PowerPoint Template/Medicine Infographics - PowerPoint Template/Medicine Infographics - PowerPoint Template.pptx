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8" r:id="rId2"/>
    <p:sldId id="256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69" r:id="rId16"/>
    <p:sldId id="270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62"/>
    <p:restoredTop sz="95970"/>
  </p:normalViewPr>
  <p:slideViewPr>
    <p:cSldViewPr snapToGrid="0" snapToObjects="1">
      <p:cViewPr varScale="1">
        <p:scale>
          <a:sx n="60" d="100"/>
          <a:sy n="60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4D8-4149-8B27-5C11E8500A95}"/>
              </c:ext>
            </c:extLst>
          </c:dPt>
          <c:dPt>
            <c:idx val="1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4D8-4149-8B27-5C11E8500A9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4D8-4149-8B27-5C11E8500A95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4D8-4149-8B27-5C11E8500A9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C2-0747-B44B-9E15FE3B1553}"/>
              </c:ext>
            </c:extLst>
          </c:dPt>
          <c:dPt>
            <c:idx val="1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C2-0747-B44B-9E15FE3B155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9C2-0747-B44B-9E15FE3B1553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9C2-0747-B44B-9E15FE3B155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8AF-9A45-A559-86828887E79E}"/>
              </c:ext>
            </c:extLst>
          </c:dPt>
          <c:dPt>
            <c:idx val="1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8AF-9A45-A559-86828887E79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8AF-9A45-A559-86828887E79E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</c:v>
                </c:pt>
                <c:pt idx="1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AF-9A45-A559-86828887E79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2CE-4D4E-B04D-B96A05393BE0}"/>
              </c:ext>
            </c:extLst>
          </c:dPt>
          <c:dPt>
            <c:idx val="1"/>
            <c:bubble3D val="0"/>
            <c:spPr>
              <a:solidFill>
                <a:schemeClr val="tx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CE-4D4E-B04D-B96A05393B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2CE-4D4E-B04D-B96A05393BE0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2CE-4D4E-B04D-B96A05393BE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2BD-AE4E-8BCC-4347A53584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BD-AE4E-8BCC-4347A535849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2BD-AE4E-8BCC-4347A535849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2BD-AE4E-8BCC-4347A535849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A2BD-AE4E-8BCC-4347A535849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2BD-AE4E-8BCC-4347A535849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A2BD-AE4E-8BCC-4347A5358495}"/>
              </c:ext>
            </c:extLst>
          </c:dPt>
          <c:cat>
            <c:strRef>
              <c:f>Sheet1!$A$2:$A$6</c:f>
              <c:strCache>
                <c:ptCount val="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26</c:v>
                </c:pt>
                <c:pt idx="2">
                  <c:v>46</c:v>
                </c:pt>
                <c:pt idx="3">
                  <c:v>37</c:v>
                </c:pt>
                <c:pt idx="4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2BD-AE4E-8BCC-4347A53584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14</c:v>
                </c:pt>
                <c:pt idx="2">
                  <c:v>25</c:v>
                </c:pt>
                <c:pt idx="3">
                  <c:v>26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BD-AE4E-8BCC-4347A5358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30677536"/>
        <c:axId val="430674256"/>
      </c:barChart>
      <c:catAx>
        <c:axId val="430677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pPr>
            <a:endParaRPr lang="en-US"/>
          </a:p>
        </c:txPr>
        <c:crossAx val="430674256"/>
        <c:crosses val="autoZero"/>
        <c:auto val="1"/>
        <c:lblAlgn val="ctr"/>
        <c:lblOffset val="100"/>
        <c:noMultiLvlLbl val="0"/>
      </c:catAx>
      <c:valAx>
        <c:axId val="43067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pPr>
            <a:endParaRPr lang="en-US"/>
          </a:p>
        </c:txPr>
        <c:crossAx val="430677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0" i="0">
          <a:solidFill>
            <a:schemeClr val="tx1"/>
          </a:solidFill>
          <a:latin typeface="Lato Light" panose="020F0502020204030203" pitchFamily="34" charset="0"/>
          <a:ea typeface="Lato Light" panose="020F0502020204030203" pitchFamily="34" charset="0"/>
          <a:cs typeface="Lato Light" panose="020F0502020204030203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824C1-3D05-2945-8CAD-B16B27066FBC}" type="datetimeFigureOut">
              <a:rPr lang="en-US" smtClean="0"/>
              <a:t>10/1/20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4F874-8904-1140-9345-65A2416DE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39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01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619" y="730251"/>
            <a:ext cx="21033938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619" y="3651250"/>
            <a:ext cx="21033938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618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C28C6-E2AE-1B43-BE6B-3934904A9C5D}" type="datetimeFigureOut">
              <a:rPr lang="en-US" smtClean="0"/>
              <a:t>10/1/20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8252" y="12712701"/>
            <a:ext cx="82306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3443" y="12712701"/>
            <a:ext cx="548711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AEA49-F56D-844B-96A4-0E7B5754B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7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a libre 4">
            <a:extLst>
              <a:ext uri="{FF2B5EF4-FFF2-40B4-BE49-F238E27FC236}">
                <a16:creationId xmlns:a16="http://schemas.microsoft.com/office/drawing/2014/main" id="{00EB8477-EA27-BC4B-AE50-B257FD35F5FF}"/>
              </a:ext>
            </a:extLst>
          </p:cNvPr>
          <p:cNvSpPr/>
          <p:nvPr/>
        </p:nvSpPr>
        <p:spPr>
          <a:xfrm>
            <a:off x="20465994" y="6175716"/>
            <a:ext cx="442966" cy="655590"/>
          </a:xfrm>
          <a:custGeom>
            <a:avLst/>
            <a:gdLst>
              <a:gd name="connsiteX0" fmla="*/ 15748 w 476250"/>
              <a:gd name="connsiteY0" fmla="*/ 707644 h 704850"/>
              <a:gd name="connsiteX1" fmla="*/ 3175 w 476250"/>
              <a:gd name="connsiteY1" fmla="*/ 707644 h 704850"/>
              <a:gd name="connsiteX2" fmla="*/ 3175 w 476250"/>
              <a:gd name="connsiteY2" fmla="*/ 3175 h 704850"/>
              <a:gd name="connsiteX3" fmla="*/ 15748 w 476250"/>
              <a:gd name="connsiteY3" fmla="*/ 3175 h 704850"/>
              <a:gd name="connsiteX4" fmla="*/ 462852 w 476250"/>
              <a:gd name="connsiteY4" fmla="*/ 3175 h 704850"/>
              <a:gd name="connsiteX5" fmla="*/ 462852 w 476250"/>
              <a:gd name="connsiteY5" fmla="*/ 707644 h 704850"/>
              <a:gd name="connsiteX6" fmla="*/ 475425 w 476250"/>
              <a:gd name="connsiteY6" fmla="*/ 707644 h 704850"/>
              <a:gd name="connsiteX7" fmla="*/ 462852 w 476250"/>
              <a:gd name="connsiteY7" fmla="*/ 707644 h 70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6250" h="704850">
                <a:moveTo>
                  <a:pt x="15748" y="707644"/>
                </a:moveTo>
                <a:cubicBezTo>
                  <a:pt x="8804" y="707644"/>
                  <a:pt x="3175" y="707644"/>
                  <a:pt x="3175" y="707644"/>
                </a:cubicBezTo>
                <a:lnTo>
                  <a:pt x="3175" y="3175"/>
                </a:lnTo>
                <a:cubicBezTo>
                  <a:pt x="3175" y="3175"/>
                  <a:pt x="8804" y="3175"/>
                  <a:pt x="15748" y="3175"/>
                </a:cubicBezTo>
                <a:lnTo>
                  <a:pt x="462852" y="3175"/>
                </a:lnTo>
                <a:lnTo>
                  <a:pt x="462852" y="707644"/>
                </a:lnTo>
                <a:cubicBezTo>
                  <a:pt x="469795" y="707644"/>
                  <a:pt x="475425" y="707644"/>
                  <a:pt x="475425" y="707644"/>
                </a:cubicBezTo>
                <a:cubicBezTo>
                  <a:pt x="475425" y="707644"/>
                  <a:pt x="469795" y="707644"/>
                  <a:pt x="462852" y="707644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35" name="Forma libre 5">
            <a:extLst>
              <a:ext uri="{FF2B5EF4-FFF2-40B4-BE49-F238E27FC236}">
                <a16:creationId xmlns:a16="http://schemas.microsoft.com/office/drawing/2014/main" id="{4DD0A03C-F9D7-8C45-BEFC-49E3147CEDDF}"/>
              </a:ext>
            </a:extLst>
          </p:cNvPr>
          <p:cNvSpPr/>
          <p:nvPr/>
        </p:nvSpPr>
        <p:spPr>
          <a:xfrm>
            <a:off x="19941936" y="6557316"/>
            <a:ext cx="3118482" cy="3744542"/>
          </a:xfrm>
          <a:custGeom>
            <a:avLst/>
            <a:gdLst>
              <a:gd name="connsiteX0" fmla="*/ 1591056 w 3352800"/>
              <a:gd name="connsiteY0" fmla="*/ 3175 h 4025900"/>
              <a:gd name="connsiteX1" fmla="*/ 2525649 w 3352800"/>
              <a:gd name="connsiteY1" fmla="*/ 1776159 h 4025900"/>
              <a:gd name="connsiteX2" fmla="*/ 3353499 w 3352800"/>
              <a:gd name="connsiteY2" fmla="*/ 2052130 h 4025900"/>
              <a:gd name="connsiteX3" fmla="*/ 3353499 w 3352800"/>
              <a:gd name="connsiteY3" fmla="*/ 4026217 h 4025900"/>
              <a:gd name="connsiteX4" fmla="*/ 2464499 w 3352800"/>
              <a:gd name="connsiteY4" fmla="*/ 4026217 h 4025900"/>
              <a:gd name="connsiteX5" fmla="*/ 1209983 w 3352800"/>
              <a:gd name="connsiteY5" fmla="*/ 3482349 h 4025900"/>
              <a:gd name="connsiteX6" fmla="*/ 666115 w 3352800"/>
              <a:gd name="connsiteY6" fmla="*/ 4026217 h 4025900"/>
              <a:gd name="connsiteX7" fmla="*/ 3175 w 3352800"/>
              <a:gd name="connsiteY7" fmla="*/ 4026217 h 4025900"/>
              <a:gd name="connsiteX8" fmla="*/ 3175 w 3352800"/>
              <a:gd name="connsiteY8" fmla="*/ 3175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2800" h="4025900">
                <a:moveTo>
                  <a:pt x="1591056" y="3175"/>
                </a:moveTo>
                <a:lnTo>
                  <a:pt x="2525649" y="1776159"/>
                </a:lnTo>
                <a:lnTo>
                  <a:pt x="3353499" y="2052130"/>
                </a:lnTo>
                <a:lnTo>
                  <a:pt x="3353499" y="4026217"/>
                </a:lnTo>
                <a:lnTo>
                  <a:pt x="2464499" y="4026217"/>
                </a:lnTo>
                <a:cubicBezTo>
                  <a:pt x="2268259" y="3529607"/>
                  <a:pt x="1706593" y="3286110"/>
                  <a:pt x="1209983" y="3482349"/>
                </a:cubicBezTo>
                <a:cubicBezTo>
                  <a:pt x="961282" y="3580626"/>
                  <a:pt x="764391" y="3777517"/>
                  <a:pt x="666115" y="4026217"/>
                </a:cubicBezTo>
                <a:lnTo>
                  <a:pt x="3175" y="4026217"/>
                </a:lnTo>
                <a:lnTo>
                  <a:pt x="3175" y="31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38" name="Forma libre 6">
            <a:extLst>
              <a:ext uri="{FF2B5EF4-FFF2-40B4-BE49-F238E27FC236}">
                <a16:creationId xmlns:a16="http://schemas.microsoft.com/office/drawing/2014/main" id="{767CE32F-3B80-A14F-B5B3-40010911F30D}"/>
              </a:ext>
            </a:extLst>
          </p:cNvPr>
          <p:cNvSpPr/>
          <p:nvPr/>
        </p:nvSpPr>
        <p:spPr>
          <a:xfrm>
            <a:off x="18616994" y="6557317"/>
            <a:ext cx="1328899" cy="3744542"/>
          </a:xfrm>
          <a:custGeom>
            <a:avLst/>
            <a:gdLst>
              <a:gd name="connsiteX0" fmla="*/ 3175 w 1428750"/>
              <a:gd name="connsiteY0" fmla="*/ 3175 h 4025900"/>
              <a:gd name="connsiteX1" fmla="*/ 1427607 w 1428750"/>
              <a:gd name="connsiteY1" fmla="*/ 3175 h 4025900"/>
              <a:gd name="connsiteX2" fmla="*/ 1427607 w 1428750"/>
              <a:gd name="connsiteY2" fmla="*/ 4026217 h 4025900"/>
              <a:gd name="connsiteX3" fmla="*/ 3175 w 1428750"/>
              <a:gd name="connsiteY3" fmla="*/ 4026217 h 402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8750" h="4025900">
                <a:moveTo>
                  <a:pt x="3175" y="3175"/>
                </a:moveTo>
                <a:lnTo>
                  <a:pt x="1427607" y="3175"/>
                </a:lnTo>
                <a:lnTo>
                  <a:pt x="1427607" y="4026217"/>
                </a:lnTo>
                <a:lnTo>
                  <a:pt x="3175" y="402621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39" name="Forma libre 7">
            <a:extLst>
              <a:ext uri="{FF2B5EF4-FFF2-40B4-BE49-F238E27FC236}">
                <a16:creationId xmlns:a16="http://schemas.microsoft.com/office/drawing/2014/main" id="{7163F28C-359E-0C40-A464-83C9C6EEAE7B}"/>
              </a:ext>
            </a:extLst>
          </p:cNvPr>
          <p:cNvSpPr/>
          <p:nvPr/>
        </p:nvSpPr>
        <p:spPr>
          <a:xfrm>
            <a:off x="20638751" y="6842941"/>
            <a:ext cx="1036541" cy="1052570"/>
          </a:xfrm>
          <a:custGeom>
            <a:avLst/>
            <a:gdLst>
              <a:gd name="connsiteX0" fmla="*/ 3175 w 1231900"/>
              <a:gd name="connsiteY0" fmla="*/ 1226312 h 1250950"/>
              <a:gd name="connsiteX1" fmla="*/ 3175 w 1231900"/>
              <a:gd name="connsiteY1" fmla="*/ 3175 h 1250950"/>
              <a:gd name="connsiteX2" fmla="*/ 661226 w 1231900"/>
              <a:gd name="connsiteY2" fmla="*/ 3175 h 1250950"/>
              <a:gd name="connsiteX3" fmla="*/ 1234122 w 1231900"/>
              <a:gd name="connsiteY3" fmla="*/ 1249553 h 1250950"/>
              <a:gd name="connsiteX4" fmla="*/ 3619 w 1231900"/>
              <a:gd name="connsiteY4" fmla="*/ 1249553 h 1250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1900" h="1250950">
                <a:moveTo>
                  <a:pt x="3175" y="1226312"/>
                </a:moveTo>
                <a:lnTo>
                  <a:pt x="3175" y="3175"/>
                </a:lnTo>
                <a:lnTo>
                  <a:pt x="661226" y="3175"/>
                </a:lnTo>
                <a:lnTo>
                  <a:pt x="1234122" y="1249553"/>
                </a:lnTo>
                <a:lnTo>
                  <a:pt x="3619" y="1249553"/>
                </a:lnTo>
              </a:path>
            </a:pathLst>
          </a:custGeom>
          <a:solidFill>
            <a:schemeClr val="bg1">
              <a:lumMod val="9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0" name="Forma libre 11">
            <a:extLst>
              <a:ext uri="{FF2B5EF4-FFF2-40B4-BE49-F238E27FC236}">
                <a16:creationId xmlns:a16="http://schemas.microsoft.com/office/drawing/2014/main" id="{EFDEFBB5-6D27-354B-8242-0D2CC3483078}"/>
              </a:ext>
            </a:extLst>
          </p:cNvPr>
          <p:cNvSpPr/>
          <p:nvPr/>
        </p:nvSpPr>
        <p:spPr>
          <a:xfrm>
            <a:off x="12941356" y="5885248"/>
            <a:ext cx="3419700" cy="2208925"/>
          </a:xfrm>
          <a:custGeom>
            <a:avLst/>
            <a:gdLst>
              <a:gd name="connsiteX0" fmla="*/ 3678492 w 3676650"/>
              <a:gd name="connsiteY0" fmla="*/ 3175 h 2374900"/>
              <a:gd name="connsiteX1" fmla="*/ 607060 w 3676650"/>
              <a:gd name="connsiteY1" fmla="*/ 3175 h 2374900"/>
              <a:gd name="connsiteX2" fmla="*/ 3175 w 3676650"/>
              <a:gd name="connsiteY2" fmla="*/ 607060 h 2374900"/>
              <a:gd name="connsiteX3" fmla="*/ 3175 w 3676650"/>
              <a:gd name="connsiteY3" fmla="*/ 2375980 h 2374900"/>
              <a:gd name="connsiteX4" fmla="*/ 3678492 w 3676650"/>
              <a:gd name="connsiteY4" fmla="*/ 2375980 h 237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6650" h="2374900">
                <a:moveTo>
                  <a:pt x="3678492" y="3175"/>
                </a:moveTo>
                <a:lnTo>
                  <a:pt x="607060" y="3175"/>
                </a:lnTo>
                <a:cubicBezTo>
                  <a:pt x="274955" y="3175"/>
                  <a:pt x="3175" y="274892"/>
                  <a:pt x="3175" y="607060"/>
                </a:cubicBezTo>
                <a:lnTo>
                  <a:pt x="3175" y="2375980"/>
                </a:lnTo>
                <a:lnTo>
                  <a:pt x="3678492" y="237598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1" name="Forma libre 12">
            <a:extLst>
              <a:ext uri="{FF2B5EF4-FFF2-40B4-BE49-F238E27FC236}">
                <a16:creationId xmlns:a16="http://schemas.microsoft.com/office/drawing/2014/main" id="{6270FF5C-638E-4849-B5CF-D08E2A16D3D3}"/>
              </a:ext>
            </a:extLst>
          </p:cNvPr>
          <p:cNvSpPr/>
          <p:nvPr/>
        </p:nvSpPr>
        <p:spPr>
          <a:xfrm>
            <a:off x="12941356" y="8092224"/>
            <a:ext cx="3419700" cy="2208925"/>
          </a:xfrm>
          <a:custGeom>
            <a:avLst/>
            <a:gdLst>
              <a:gd name="connsiteX0" fmla="*/ 3175 w 3676650"/>
              <a:gd name="connsiteY0" fmla="*/ 3175 h 2374900"/>
              <a:gd name="connsiteX1" fmla="*/ 3175 w 3676650"/>
              <a:gd name="connsiteY1" fmla="*/ 1772158 h 2374900"/>
              <a:gd name="connsiteX2" fmla="*/ 607060 w 3676650"/>
              <a:gd name="connsiteY2" fmla="*/ 2375980 h 2374900"/>
              <a:gd name="connsiteX3" fmla="*/ 1359662 w 3676650"/>
              <a:gd name="connsiteY3" fmla="*/ 2375980 h 2374900"/>
              <a:gd name="connsiteX4" fmla="*/ 2530596 w 3676650"/>
              <a:gd name="connsiteY4" fmla="*/ 1749101 h 2374900"/>
              <a:gd name="connsiteX5" fmla="*/ 3157474 w 3676650"/>
              <a:gd name="connsiteY5" fmla="*/ 2375980 h 2374900"/>
              <a:gd name="connsiteX6" fmla="*/ 3678174 w 3676650"/>
              <a:gd name="connsiteY6" fmla="*/ 2375980 h 2374900"/>
              <a:gd name="connsiteX7" fmla="*/ 3678174 w 3676650"/>
              <a:gd name="connsiteY7" fmla="*/ 3175 h 237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76650" h="2374900">
                <a:moveTo>
                  <a:pt x="3175" y="3175"/>
                </a:moveTo>
                <a:lnTo>
                  <a:pt x="3175" y="1772158"/>
                </a:lnTo>
                <a:cubicBezTo>
                  <a:pt x="3175" y="2104263"/>
                  <a:pt x="274955" y="2375980"/>
                  <a:pt x="607060" y="2375980"/>
                </a:cubicBezTo>
                <a:lnTo>
                  <a:pt x="1359662" y="2375980"/>
                </a:lnTo>
                <a:cubicBezTo>
                  <a:pt x="1509899" y="1879527"/>
                  <a:pt x="2034143" y="1598864"/>
                  <a:pt x="2530596" y="1749101"/>
                </a:cubicBezTo>
                <a:cubicBezTo>
                  <a:pt x="2831238" y="1840081"/>
                  <a:pt x="3066493" y="2075337"/>
                  <a:pt x="3157474" y="2375980"/>
                </a:cubicBezTo>
                <a:lnTo>
                  <a:pt x="3678174" y="2375980"/>
                </a:lnTo>
                <a:lnTo>
                  <a:pt x="3678174" y="3175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2" name="Forma libre 13">
            <a:extLst>
              <a:ext uri="{FF2B5EF4-FFF2-40B4-BE49-F238E27FC236}">
                <a16:creationId xmlns:a16="http://schemas.microsoft.com/office/drawing/2014/main" id="{77734D13-6CE7-2245-B5CB-FF23B37EBDA4}"/>
              </a:ext>
            </a:extLst>
          </p:cNvPr>
          <p:cNvSpPr/>
          <p:nvPr/>
        </p:nvSpPr>
        <p:spPr>
          <a:xfrm>
            <a:off x="16359815" y="5885248"/>
            <a:ext cx="3419700" cy="2208925"/>
          </a:xfrm>
          <a:custGeom>
            <a:avLst/>
            <a:gdLst>
              <a:gd name="connsiteX0" fmla="*/ 3676332 w 3676650"/>
              <a:gd name="connsiteY0" fmla="*/ 2375980 h 2374900"/>
              <a:gd name="connsiteX1" fmla="*/ 3674681 w 3676650"/>
              <a:gd name="connsiteY1" fmla="*/ 607060 h 2374900"/>
              <a:gd name="connsiteX2" fmla="*/ 3070796 w 3676650"/>
              <a:gd name="connsiteY2" fmla="*/ 3175 h 2374900"/>
              <a:gd name="connsiteX3" fmla="*/ 3175 w 3676650"/>
              <a:gd name="connsiteY3" fmla="*/ 3175 h 2374900"/>
              <a:gd name="connsiteX4" fmla="*/ 3175 w 3676650"/>
              <a:gd name="connsiteY4" fmla="*/ 2375980 h 237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6650" h="2374900">
                <a:moveTo>
                  <a:pt x="3676332" y="2375980"/>
                </a:moveTo>
                <a:lnTo>
                  <a:pt x="3674681" y="607060"/>
                </a:lnTo>
                <a:cubicBezTo>
                  <a:pt x="3674681" y="274892"/>
                  <a:pt x="3402902" y="3175"/>
                  <a:pt x="3070796" y="3175"/>
                </a:cubicBezTo>
                <a:lnTo>
                  <a:pt x="3175" y="3175"/>
                </a:lnTo>
                <a:lnTo>
                  <a:pt x="3175" y="2375980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3" name="Forma libre 14">
            <a:extLst>
              <a:ext uri="{FF2B5EF4-FFF2-40B4-BE49-F238E27FC236}">
                <a16:creationId xmlns:a16="http://schemas.microsoft.com/office/drawing/2014/main" id="{861CB36B-0035-1546-95A6-C766A0675724}"/>
              </a:ext>
            </a:extLst>
          </p:cNvPr>
          <p:cNvSpPr/>
          <p:nvPr/>
        </p:nvSpPr>
        <p:spPr>
          <a:xfrm>
            <a:off x="16359815" y="8092224"/>
            <a:ext cx="3419700" cy="2208925"/>
          </a:xfrm>
          <a:custGeom>
            <a:avLst/>
            <a:gdLst>
              <a:gd name="connsiteX0" fmla="*/ 3175 w 3676650"/>
              <a:gd name="connsiteY0" fmla="*/ 3175 h 2374900"/>
              <a:gd name="connsiteX1" fmla="*/ 3175 w 3676650"/>
              <a:gd name="connsiteY1" fmla="*/ 2375980 h 2374900"/>
              <a:gd name="connsiteX2" fmla="*/ 3070924 w 3676650"/>
              <a:gd name="connsiteY2" fmla="*/ 2375980 h 2374900"/>
              <a:gd name="connsiteX3" fmla="*/ 3678682 w 3676650"/>
              <a:gd name="connsiteY3" fmla="*/ 2372106 h 2374900"/>
              <a:gd name="connsiteX4" fmla="*/ 3676459 w 3676650"/>
              <a:gd name="connsiteY4" fmla="*/ 3175 h 237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6650" h="2374900">
                <a:moveTo>
                  <a:pt x="3175" y="3175"/>
                </a:moveTo>
                <a:lnTo>
                  <a:pt x="3175" y="2375980"/>
                </a:lnTo>
                <a:lnTo>
                  <a:pt x="3070924" y="2375980"/>
                </a:lnTo>
                <a:cubicBezTo>
                  <a:pt x="3403029" y="2375980"/>
                  <a:pt x="3593465" y="2372106"/>
                  <a:pt x="3678682" y="2372106"/>
                </a:cubicBezTo>
                <a:lnTo>
                  <a:pt x="3676459" y="3175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4" name="Forma libre 15">
            <a:extLst>
              <a:ext uri="{FF2B5EF4-FFF2-40B4-BE49-F238E27FC236}">
                <a16:creationId xmlns:a16="http://schemas.microsoft.com/office/drawing/2014/main" id="{BB945AF3-311C-0940-8BE0-844F8B4CF11E}"/>
              </a:ext>
            </a:extLst>
          </p:cNvPr>
          <p:cNvSpPr/>
          <p:nvPr/>
        </p:nvSpPr>
        <p:spPr>
          <a:xfrm>
            <a:off x="20701500" y="8111633"/>
            <a:ext cx="1020307" cy="1020307"/>
          </a:xfrm>
          <a:custGeom>
            <a:avLst/>
            <a:gdLst>
              <a:gd name="connsiteX0" fmla="*/ 994346 w 996950"/>
              <a:gd name="connsiteY0" fmla="*/ 366459 h 996950"/>
              <a:gd name="connsiteX1" fmla="*/ 631063 w 996950"/>
              <a:gd name="connsiteY1" fmla="*/ 366459 h 996950"/>
              <a:gd name="connsiteX2" fmla="*/ 631063 w 996950"/>
              <a:gd name="connsiteY2" fmla="*/ 3175 h 996950"/>
              <a:gd name="connsiteX3" fmla="*/ 366458 w 996950"/>
              <a:gd name="connsiteY3" fmla="*/ 3175 h 996950"/>
              <a:gd name="connsiteX4" fmla="*/ 366458 w 996950"/>
              <a:gd name="connsiteY4" fmla="*/ 366459 h 996950"/>
              <a:gd name="connsiteX5" fmla="*/ 3175 w 996950"/>
              <a:gd name="connsiteY5" fmla="*/ 366459 h 996950"/>
              <a:gd name="connsiteX6" fmla="*/ 3175 w 996950"/>
              <a:gd name="connsiteY6" fmla="*/ 631063 h 996950"/>
              <a:gd name="connsiteX7" fmla="*/ 366458 w 996950"/>
              <a:gd name="connsiteY7" fmla="*/ 631063 h 996950"/>
              <a:gd name="connsiteX8" fmla="*/ 366458 w 996950"/>
              <a:gd name="connsiteY8" fmla="*/ 994283 h 996950"/>
              <a:gd name="connsiteX9" fmla="*/ 631063 w 996950"/>
              <a:gd name="connsiteY9" fmla="*/ 994283 h 996950"/>
              <a:gd name="connsiteX10" fmla="*/ 631063 w 996950"/>
              <a:gd name="connsiteY10" fmla="*/ 631063 h 996950"/>
              <a:gd name="connsiteX11" fmla="*/ 994346 w 996950"/>
              <a:gd name="connsiteY11" fmla="*/ 631063 h 996950"/>
              <a:gd name="connsiteX12" fmla="*/ 994346 w 996950"/>
              <a:gd name="connsiteY12" fmla="*/ 366459 h 99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96950" h="996950">
                <a:moveTo>
                  <a:pt x="994346" y="366459"/>
                </a:moveTo>
                <a:lnTo>
                  <a:pt x="631063" y="366459"/>
                </a:lnTo>
                <a:lnTo>
                  <a:pt x="631063" y="3175"/>
                </a:lnTo>
                <a:lnTo>
                  <a:pt x="366458" y="3175"/>
                </a:lnTo>
                <a:lnTo>
                  <a:pt x="366458" y="366459"/>
                </a:lnTo>
                <a:lnTo>
                  <a:pt x="3175" y="366459"/>
                </a:lnTo>
                <a:lnTo>
                  <a:pt x="3175" y="631063"/>
                </a:lnTo>
                <a:lnTo>
                  <a:pt x="366458" y="631063"/>
                </a:lnTo>
                <a:lnTo>
                  <a:pt x="366458" y="994283"/>
                </a:lnTo>
                <a:lnTo>
                  <a:pt x="631063" y="994283"/>
                </a:lnTo>
                <a:lnTo>
                  <a:pt x="631063" y="631063"/>
                </a:lnTo>
                <a:lnTo>
                  <a:pt x="994346" y="631063"/>
                </a:lnTo>
                <a:lnTo>
                  <a:pt x="994346" y="366459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AADB95-B7CD-F74C-BBF0-D1503DD8B456}"/>
              </a:ext>
            </a:extLst>
          </p:cNvPr>
          <p:cNvGrpSpPr/>
          <p:nvPr/>
        </p:nvGrpSpPr>
        <p:grpSpPr>
          <a:xfrm>
            <a:off x="14152931" y="9461782"/>
            <a:ext cx="1773454" cy="1773454"/>
            <a:chOff x="12187548" y="9403640"/>
            <a:chExt cx="2168532" cy="2168532"/>
          </a:xfrm>
        </p:grpSpPr>
        <p:sp>
          <p:nvSpPr>
            <p:cNvPr id="59" name="Forma libre 10">
              <a:extLst>
                <a:ext uri="{FF2B5EF4-FFF2-40B4-BE49-F238E27FC236}">
                  <a16:creationId xmlns:a16="http://schemas.microsoft.com/office/drawing/2014/main" id="{12A200F6-84E4-9648-B810-2C66B0383F5D}"/>
                </a:ext>
              </a:extLst>
            </p:cNvPr>
            <p:cNvSpPr/>
            <p:nvPr/>
          </p:nvSpPr>
          <p:spPr>
            <a:xfrm>
              <a:off x="12187548" y="9403640"/>
              <a:ext cx="2168532" cy="2168532"/>
            </a:xfrm>
            <a:custGeom>
              <a:avLst/>
              <a:gdLst>
                <a:gd name="connsiteX0" fmla="*/ 1303782 w 1301750"/>
                <a:gd name="connsiteY0" fmla="*/ 653479 h 1301750"/>
                <a:gd name="connsiteX1" fmla="*/ 653479 w 1301750"/>
                <a:gd name="connsiteY1" fmla="*/ 1303782 h 1301750"/>
                <a:gd name="connsiteX2" fmla="*/ 3175 w 1301750"/>
                <a:gd name="connsiteY2" fmla="*/ 653479 h 1301750"/>
                <a:gd name="connsiteX3" fmla="*/ 653479 w 1301750"/>
                <a:gd name="connsiteY3" fmla="*/ 3175 h 1301750"/>
                <a:gd name="connsiteX4" fmla="*/ 1303782 w 1301750"/>
                <a:gd name="connsiteY4" fmla="*/ 653479 h 13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1750" h="1301750">
                  <a:moveTo>
                    <a:pt x="1303782" y="653479"/>
                  </a:moveTo>
                  <a:cubicBezTo>
                    <a:pt x="1303782" y="1012632"/>
                    <a:pt x="1012631" y="1303782"/>
                    <a:pt x="653479" y="1303782"/>
                  </a:cubicBezTo>
                  <a:cubicBezTo>
                    <a:pt x="294326" y="1303782"/>
                    <a:pt x="3175" y="1012631"/>
                    <a:pt x="3175" y="653479"/>
                  </a:cubicBezTo>
                  <a:cubicBezTo>
                    <a:pt x="3175" y="294326"/>
                    <a:pt x="294326" y="3175"/>
                    <a:pt x="653479" y="3175"/>
                  </a:cubicBezTo>
                  <a:cubicBezTo>
                    <a:pt x="1012631" y="3175"/>
                    <a:pt x="1303782" y="294326"/>
                    <a:pt x="1303782" y="653479"/>
                  </a:cubicBezTo>
                  <a:close/>
                </a:path>
              </a:pathLst>
            </a:custGeom>
            <a:solidFill>
              <a:schemeClr val="tx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65" name="Forma libre 10">
              <a:extLst>
                <a:ext uri="{FF2B5EF4-FFF2-40B4-BE49-F238E27FC236}">
                  <a16:creationId xmlns:a16="http://schemas.microsoft.com/office/drawing/2014/main" id="{02832732-2A10-734E-B7D2-83029F33427D}"/>
                </a:ext>
              </a:extLst>
            </p:cNvPr>
            <p:cNvSpPr/>
            <p:nvPr/>
          </p:nvSpPr>
          <p:spPr>
            <a:xfrm>
              <a:off x="12718607" y="9940613"/>
              <a:ext cx="1094586" cy="1094586"/>
            </a:xfrm>
            <a:custGeom>
              <a:avLst/>
              <a:gdLst>
                <a:gd name="connsiteX0" fmla="*/ 1303782 w 1301750"/>
                <a:gd name="connsiteY0" fmla="*/ 653479 h 1301750"/>
                <a:gd name="connsiteX1" fmla="*/ 653479 w 1301750"/>
                <a:gd name="connsiteY1" fmla="*/ 1303782 h 1301750"/>
                <a:gd name="connsiteX2" fmla="*/ 3175 w 1301750"/>
                <a:gd name="connsiteY2" fmla="*/ 653479 h 1301750"/>
                <a:gd name="connsiteX3" fmla="*/ 653479 w 1301750"/>
                <a:gd name="connsiteY3" fmla="*/ 3175 h 1301750"/>
                <a:gd name="connsiteX4" fmla="*/ 1303782 w 1301750"/>
                <a:gd name="connsiteY4" fmla="*/ 653479 h 13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1750" h="1301750">
                  <a:moveTo>
                    <a:pt x="1303782" y="653479"/>
                  </a:moveTo>
                  <a:cubicBezTo>
                    <a:pt x="1303782" y="1012632"/>
                    <a:pt x="1012631" y="1303782"/>
                    <a:pt x="653479" y="1303782"/>
                  </a:cubicBezTo>
                  <a:cubicBezTo>
                    <a:pt x="294326" y="1303782"/>
                    <a:pt x="3175" y="1012631"/>
                    <a:pt x="3175" y="653479"/>
                  </a:cubicBezTo>
                  <a:cubicBezTo>
                    <a:pt x="3175" y="294326"/>
                    <a:pt x="294326" y="3175"/>
                    <a:pt x="653479" y="3175"/>
                  </a:cubicBezTo>
                  <a:cubicBezTo>
                    <a:pt x="1012631" y="3175"/>
                    <a:pt x="1303782" y="294326"/>
                    <a:pt x="1303782" y="65347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D4E40AD-B58E-644C-A771-5EACCE0913C9}"/>
              </a:ext>
            </a:extLst>
          </p:cNvPr>
          <p:cNvGrpSpPr/>
          <p:nvPr/>
        </p:nvGrpSpPr>
        <p:grpSpPr>
          <a:xfrm>
            <a:off x="20508611" y="9461782"/>
            <a:ext cx="1773454" cy="1773454"/>
            <a:chOff x="19622192" y="9461149"/>
            <a:chExt cx="2168532" cy="2168532"/>
          </a:xfrm>
        </p:grpSpPr>
        <p:sp>
          <p:nvSpPr>
            <p:cNvPr id="40" name="Forma libre 8">
              <a:extLst>
                <a:ext uri="{FF2B5EF4-FFF2-40B4-BE49-F238E27FC236}">
                  <a16:creationId xmlns:a16="http://schemas.microsoft.com/office/drawing/2014/main" id="{34B7F123-8669-FA4B-8EB7-DB1831EDE6D3}"/>
                </a:ext>
              </a:extLst>
            </p:cNvPr>
            <p:cNvSpPr/>
            <p:nvPr/>
          </p:nvSpPr>
          <p:spPr>
            <a:xfrm>
              <a:off x="19622192" y="9461149"/>
              <a:ext cx="2168532" cy="2168532"/>
            </a:xfrm>
            <a:custGeom>
              <a:avLst/>
              <a:gdLst>
                <a:gd name="connsiteX0" fmla="*/ 1303782 w 1301750"/>
                <a:gd name="connsiteY0" fmla="*/ 653479 h 1301750"/>
                <a:gd name="connsiteX1" fmla="*/ 653479 w 1301750"/>
                <a:gd name="connsiteY1" fmla="*/ 1303782 h 1301750"/>
                <a:gd name="connsiteX2" fmla="*/ 3175 w 1301750"/>
                <a:gd name="connsiteY2" fmla="*/ 653479 h 1301750"/>
                <a:gd name="connsiteX3" fmla="*/ 653479 w 1301750"/>
                <a:gd name="connsiteY3" fmla="*/ 3175 h 1301750"/>
                <a:gd name="connsiteX4" fmla="*/ 1303782 w 1301750"/>
                <a:gd name="connsiteY4" fmla="*/ 653479 h 13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1750" h="1301750">
                  <a:moveTo>
                    <a:pt x="1303782" y="653479"/>
                  </a:moveTo>
                  <a:cubicBezTo>
                    <a:pt x="1303782" y="1012632"/>
                    <a:pt x="1012632" y="1303782"/>
                    <a:pt x="653479" y="1303782"/>
                  </a:cubicBezTo>
                  <a:cubicBezTo>
                    <a:pt x="294326" y="1303782"/>
                    <a:pt x="3175" y="1012631"/>
                    <a:pt x="3175" y="653479"/>
                  </a:cubicBezTo>
                  <a:cubicBezTo>
                    <a:pt x="3175" y="294326"/>
                    <a:pt x="294325" y="3175"/>
                    <a:pt x="653479" y="3175"/>
                  </a:cubicBezTo>
                  <a:cubicBezTo>
                    <a:pt x="1012631" y="3175"/>
                    <a:pt x="1303782" y="294326"/>
                    <a:pt x="1303782" y="653479"/>
                  </a:cubicBezTo>
                  <a:close/>
                </a:path>
              </a:pathLst>
            </a:custGeom>
            <a:solidFill>
              <a:schemeClr val="tx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67" name="Forma libre 10">
              <a:extLst>
                <a:ext uri="{FF2B5EF4-FFF2-40B4-BE49-F238E27FC236}">
                  <a16:creationId xmlns:a16="http://schemas.microsoft.com/office/drawing/2014/main" id="{9C3D1021-4F00-544B-AF50-ACCE3476A582}"/>
                </a:ext>
              </a:extLst>
            </p:cNvPr>
            <p:cNvSpPr/>
            <p:nvPr/>
          </p:nvSpPr>
          <p:spPr>
            <a:xfrm>
              <a:off x="20159165" y="9998122"/>
              <a:ext cx="1094586" cy="1094586"/>
            </a:xfrm>
            <a:custGeom>
              <a:avLst/>
              <a:gdLst>
                <a:gd name="connsiteX0" fmla="*/ 1303782 w 1301750"/>
                <a:gd name="connsiteY0" fmla="*/ 653479 h 1301750"/>
                <a:gd name="connsiteX1" fmla="*/ 653479 w 1301750"/>
                <a:gd name="connsiteY1" fmla="*/ 1303782 h 1301750"/>
                <a:gd name="connsiteX2" fmla="*/ 3175 w 1301750"/>
                <a:gd name="connsiteY2" fmla="*/ 653479 h 1301750"/>
                <a:gd name="connsiteX3" fmla="*/ 653479 w 1301750"/>
                <a:gd name="connsiteY3" fmla="*/ 3175 h 1301750"/>
                <a:gd name="connsiteX4" fmla="*/ 1303782 w 1301750"/>
                <a:gd name="connsiteY4" fmla="*/ 653479 h 130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1750" h="1301750">
                  <a:moveTo>
                    <a:pt x="1303782" y="653479"/>
                  </a:moveTo>
                  <a:cubicBezTo>
                    <a:pt x="1303782" y="1012632"/>
                    <a:pt x="1012631" y="1303782"/>
                    <a:pt x="653479" y="1303782"/>
                  </a:cubicBezTo>
                  <a:cubicBezTo>
                    <a:pt x="294326" y="1303782"/>
                    <a:pt x="3175" y="1012631"/>
                    <a:pt x="3175" y="653479"/>
                  </a:cubicBezTo>
                  <a:cubicBezTo>
                    <a:pt x="3175" y="294326"/>
                    <a:pt x="294326" y="3175"/>
                    <a:pt x="653479" y="3175"/>
                  </a:cubicBezTo>
                  <a:cubicBezTo>
                    <a:pt x="1012631" y="3175"/>
                    <a:pt x="1303782" y="294326"/>
                    <a:pt x="1303782" y="653479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sp>
        <p:nvSpPr>
          <p:cNvPr id="69" name="CuadroTexto 395">
            <a:extLst>
              <a:ext uri="{FF2B5EF4-FFF2-40B4-BE49-F238E27FC236}">
                <a16:creationId xmlns:a16="http://schemas.microsoft.com/office/drawing/2014/main" id="{84D09744-0BBE-8645-8D5D-8EE955C457A8}"/>
              </a:ext>
            </a:extLst>
          </p:cNvPr>
          <p:cNvSpPr txBox="1"/>
          <p:nvPr/>
        </p:nvSpPr>
        <p:spPr>
          <a:xfrm>
            <a:off x="1759060" y="582334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1. Health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91EF40-B43F-934F-BD84-91E5D79D16C1}"/>
              </a:ext>
            </a:extLst>
          </p:cNvPr>
          <p:cNvSpPr txBox="1"/>
          <p:nvPr/>
        </p:nvSpPr>
        <p:spPr>
          <a:xfrm>
            <a:off x="1759061" y="6507660"/>
            <a:ext cx="5243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2" name="CuadroTexto 395">
            <a:extLst>
              <a:ext uri="{FF2B5EF4-FFF2-40B4-BE49-F238E27FC236}">
                <a16:creationId xmlns:a16="http://schemas.microsoft.com/office/drawing/2014/main" id="{F28ECBB0-F762-2D47-B1D8-3DF1A13AEF7E}"/>
              </a:ext>
            </a:extLst>
          </p:cNvPr>
          <p:cNvSpPr txBox="1"/>
          <p:nvPr/>
        </p:nvSpPr>
        <p:spPr>
          <a:xfrm>
            <a:off x="1759060" y="919243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3. Hospitals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D9EB12C-E08C-A745-807B-E2C07319329D}"/>
              </a:ext>
            </a:extLst>
          </p:cNvPr>
          <p:cNvSpPr txBox="1"/>
          <p:nvPr/>
        </p:nvSpPr>
        <p:spPr>
          <a:xfrm>
            <a:off x="1759061" y="9876750"/>
            <a:ext cx="5243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9" name="CuadroTexto 395">
            <a:extLst>
              <a:ext uri="{FF2B5EF4-FFF2-40B4-BE49-F238E27FC236}">
                <a16:creationId xmlns:a16="http://schemas.microsoft.com/office/drawing/2014/main" id="{33E913DA-357B-D847-9742-70001F0FB008}"/>
              </a:ext>
            </a:extLst>
          </p:cNvPr>
          <p:cNvSpPr txBox="1"/>
          <p:nvPr/>
        </p:nvSpPr>
        <p:spPr>
          <a:xfrm>
            <a:off x="7406880" y="582334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2. Research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C8F748-08FA-4D4F-ADD6-BF611B9CBAF1}"/>
              </a:ext>
            </a:extLst>
          </p:cNvPr>
          <p:cNvSpPr txBox="1"/>
          <p:nvPr/>
        </p:nvSpPr>
        <p:spPr>
          <a:xfrm>
            <a:off x="7406881" y="6507660"/>
            <a:ext cx="5243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7" name="CuadroTexto 395">
            <a:extLst>
              <a:ext uri="{FF2B5EF4-FFF2-40B4-BE49-F238E27FC236}">
                <a16:creationId xmlns:a16="http://schemas.microsoft.com/office/drawing/2014/main" id="{2334B694-D20E-7044-A549-710CD34B9553}"/>
              </a:ext>
            </a:extLst>
          </p:cNvPr>
          <p:cNvSpPr txBox="1"/>
          <p:nvPr/>
        </p:nvSpPr>
        <p:spPr>
          <a:xfrm>
            <a:off x="7406880" y="919243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4. Doctors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A71F83-74D7-5F40-8135-433BD8ED7716}"/>
              </a:ext>
            </a:extLst>
          </p:cNvPr>
          <p:cNvSpPr txBox="1"/>
          <p:nvPr/>
        </p:nvSpPr>
        <p:spPr>
          <a:xfrm>
            <a:off x="7406881" y="9876750"/>
            <a:ext cx="5243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B580992-7699-9C4A-B54B-2EAFA6091CAF}"/>
              </a:ext>
            </a:extLst>
          </p:cNvPr>
          <p:cNvSpPr txBox="1"/>
          <p:nvPr/>
        </p:nvSpPr>
        <p:spPr>
          <a:xfrm>
            <a:off x="13888679" y="6620378"/>
            <a:ext cx="152505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E4CBA8D-4D16-044D-A948-B437DE19D23A}"/>
              </a:ext>
            </a:extLst>
          </p:cNvPr>
          <p:cNvSpPr txBox="1"/>
          <p:nvPr/>
        </p:nvSpPr>
        <p:spPr>
          <a:xfrm>
            <a:off x="17273879" y="6620378"/>
            <a:ext cx="152505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B0127BF-FFE4-FA4D-956D-7FE713E3E7CC}"/>
              </a:ext>
            </a:extLst>
          </p:cNvPr>
          <p:cNvSpPr txBox="1"/>
          <p:nvPr/>
        </p:nvSpPr>
        <p:spPr>
          <a:xfrm>
            <a:off x="13888679" y="8458521"/>
            <a:ext cx="152505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72D66B1-7EE2-D94A-9862-55C5F34AF038}"/>
              </a:ext>
            </a:extLst>
          </p:cNvPr>
          <p:cNvSpPr txBox="1"/>
          <p:nvPr/>
        </p:nvSpPr>
        <p:spPr>
          <a:xfrm>
            <a:off x="17273879" y="8827355"/>
            <a:ext cx="1525054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04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7D00B68-C474-4F46-8AF9-AFCC40514C13}"/>
              </a:ext>
            </a:extLst>
          </p:cNvPr>
          <p:cNvGrpSpPr/>
          <p:nvPr/>
        </p:nvGrpSpPr>
        <p:grpSpPr>
          <a:xfrm>
            <a:off x="6821150" y="1071658"/>
            <a:ext cx="10735631" cy="2182173"/>
            <a:chOff x="6821150" y="1071658"/>
            <a:chExt cx="10735631" cy="2182173"/>
          </a:xfrm>
        </p:grpSpPr>
        <p:sp>
          <p:nvSpPr>
            <p:cNvPr id="46" name="CuadroTexto 350">
              <a:extLst>
                <a:ext uri="{FF2B5EF4-FFF2-40B4-BE49-F238E27FC236}">
                  <a16:creationId xmlns:a16="http://schemas.microsoft.com/office/drawing/2014/main" id="{26E26D0B-3C5E-B441-891A-3D8F1E100D6C}"/>
                </a:ext>
              </a:extLst>
            </p:cNvPr>
            <p:cNvSpPr txBox="1"/>
            <p:nvPr/>
          </p:nvSpPr>
          <p:spPr>
            <a:xfrm>
              <a:off x="6821150" y="1071658"/>
              <a:ext cx="10735631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7" name="CuadroTexto 351">
              <a:extLst>
                <a:ext uri="{FF2B5EF4-FFF2-40B4-BE49-F238E27FC236}">
                  <a16:creationId xmlns:a16="http://schemas.microsoft.com/office/drawing/2014/main" id="{0D382736-9AF2-9046-8CE6-D1FC64957C45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2E3EEE-00E3-8544-A7BA-09D225162C78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983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orma libre 7">
            <a:extLst>
              <a:ext uri="{FF2B5EF4-FFF2-40B4-BE49-F238E27FC236}">
                <a16:creationId xmlns:a16="http://schemas.microsoft.com/office/drawing/2014/main" id="{15E78A01-904D-FC4A-BAD5-C178C15499AB}"/>
              </a:ext>
            </a:extLst>
          </p:cNvPr>
          <p:cNvSpPr/>
          <p:nvPr/>
        </p:nvSpPr>
        <p:spPr>
          <a:xfrm>
            <a:off x="9320457" y="6890466"/>
            <a:ext cx="2858739" cy="1823052"/>
          </a:xfrm>
          <a:custGeom>
            <a:avLst/>
            <a:gdLst>
              <a:gd name="connsiteX0" fmla="*/ 2998406 w 2997200"/>
              <a:gd name="connsiteY0" fmla="*/ 4721 h 1911350"/>
              <a:gd name="connsiteX1" fmla="*/ 2958719 w 2997200"/>
              <a:gd name="connsiteY1" fmla="*/ 4086 h 1911350"/>
              <a:gd name="connsiteX2" fmla="*/ 3175 w 2997200"/>
              <a:gd name="connsiteY2" fmla="*/ 294217 h 1911350"/>
              <a:gd name="connsiteX3" fmla="*/ 3175 w 2997200"/>
              <a:gd name="connsiteY3" fmla="*/ 1909784 h 1911350"/>
              <a:gd name="connsiteX4" fmla="*/ 2998406 w 2997200"/>
              <a:gd name="connsiteY4" fmla="*/ 1909784 h 191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7200" h="1911350">
                <a:moveTo>
                  <a:pt x="2998406" y="4721"/>
                </a:moveTo>
                <a:lnTo>
                  <a:pt x="2958719" y="4086"/>
                </a:lnTo>
                <a:cubicBezTo>
                  <a:pt x="1500759" y="-15726"/>
                  <a:pt x="3175" y="294217"/>
                  <a:pt x="3175" y="294217"/>
                </a:cubicBezTo>
                <a:lnTo>
                  <a:pt x="3175" y="1909784"/>
                </a:lnTo>
                <a:lnTo>
                  <a:pt x="2998406" y="1909784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8" name="Forma libre 8">
            <a:extLst>
              <a:ext uri="{FF2B5EF4-FFF2-40B4-BE49-F238E27FC236}">
                <a16:creationId xmlns:a16="http://schemas.microsoft.com/office/drawing/2014/main" id="{8ED310F2-5C41-1A4E-9BD1-B529D4ED4E93}"/>
              </a:ext>
            </a:extLst>
          </p:cNvPr>
          <p:cNvSpPr/>
          <p:nvPr/>
        </p:nvSpPr>
        <p:spPr>
          <a:xfrm>
            <a:off x="12177318" y="6891941"/>
            <a:ext cx="2858739" cy="1823052"/>
          </a:xfrm>
          <a:custGeom>
            <a:avLst/>
            <a:gdLst>
              <a:gd name="connsiteX0" fmla="*/ 3175 w 2997200"/>
              <a:gd name="connsiteY0" fmla="*/ 1908238 h 1911350"/>
              <a:gd name="connsiteX1" fmla="*/ 2998471 w 2997200"/>
              <a:gd name="connsiteY1" fmla="*/ 1908238 h 1911350"/>
              <a:gd name="connsiteX2" fmla="*/ 2998471 w 2997200"/>
              <a:gd name="connsiteY2" fmla="*/ 292671 h 1911350"/>
              <a:gd name="connsiteX3" fmla="*/ 3175 w 2997200"/>
              <a:gd name="connsiteY3" fmla="*/ 3175 h 191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1911350">
                <a:moveTo>
                  <a:pt x="3175" y="1908238"/>
                </a:moveTo>
                <a:lnTo>
                  <a:pt x="2998471" y="1908238"/>
                </a:lnTo>
                <a:lnTo>
                  <a:pt x="2998471" y="292671"/>
                </a:lnTo>
                <a:cubicBezTo>
                  <a:pt x="2998471" y="292671"/>
                  <a:pt x="1656715" y="29527"/>
                  <a:pt x="3175" y="3175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9" name="Forma libre 9">
            <a:extLst>
              <a:ext uri="{FF2B5EF4-FFF2-40B4-BE49-F238E27FC236}">
                <a16:creationId xmlns:a16="http://schemas.microsoft.com/office/drawing/2014/main" id="{9A6CAE9B-87D5-7648-8A06-67DE69D3E292}"/>
              </a:ext>
            </a:extLst>
          </p:cNvPr>
          <p:cNvSpPr/>
          <p:nvPr/>
        </p:nvSpPr>
        <p:spPr>
          <a:xfrm>
            <a:off x="9320457" y="8708996"/>
            <a:ext cx="2858739" cy="1816995"/>
          </a:xfrm>
          <a:custGeom>
            <a:avLst/>
            <a:gdLst>
              <a:gd name="connsiteX0" fmla="*/ 2998406 w 2997200"/>
              <a:gd name="connsiteY0" fmla="*/ 1907032 h 1905000"/>
              <a:gd name="connsiteX1" fmla="*/ 2998406 w 2997200"/>
              <a:gd name="connsiteY1" fmla="*/ 3175 h 1905000"/>
              <a:gd name="connsiteX2" fmla="*/ 3175 w 2997200"/>
              <a:gd name="connsiteY2" fmla="*/ 3175 h 1905000"/>
              <a:gd name="connsiteX3" fmla="*/ 3175 w 2997200"/>
              <a:gd name="connsiteY3" fmla="*/ 1616075 h 1905000"/>
              <a:gd name="connsiteX4" fmla="*/ 2958719 w 2997200"/>
              <a:gd name="connsiteY4" fmla="*/ 1906207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97200" h="1905000">
                <a:moveTo>
                  <a:pt x="2998406" y="1907032"/>
                </a:moveTo>
                <a:lnTo>
                  <a:pt x="2998406" y="3175"/>
                </a:lnTo>
                <a:lnTo>
                  <a:pt x="3175" y="3175"/>
                </a:lnTo>
                <a:lnTo>
                  <a:pt x="3175" y="1616075"/>
                </a:lnTo>
                <a:cubicBezTo>
                  <a:pt x="3175" y="1616075"/>
                  <a:pt x="1599946" y="1871472"/>
                  <a:pt x="2958719" y="1906207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0" name="Forma libre 10">
            <a:extLst>
              <a:ext uri="{FF2B5EF4-FFF2-40B4-BE49-F238E27FC236}">
                <a16:creationId xmlns:a16="http://schemas.microsoft.com/office/drawing/2014/main" id="{3531CFFD-7F56-C84B-B040-AA5A445CD2C5}"/>
              </a:ext>
            </a:extLst>
          </p:cNvPr>
          <p:cNvSpPr/>
          <p:nvPr/>
        </p:nvSpPr>
        <p:spPr>
          <a:xfrm>
            <a:off x="12177318" y="8708874"/>
            <a:ext cx="2858739" cy="1823052"/>
          </a:xfrm>
          <a:custGeom>
            <a:avLst/>
            <a:gdLst>
              <a:gd name="connsiteX0" fmla="*/ 3175 w 2997200"/>
              <a:gd name="connsiteY0" fmla="*/ 1907159 h 1911350"/>
              <a:gd name="connsiteX1" fmla="*/ 2998471 w 2997200"/>
              <a:gd name="connsiteY1" fmla="*/ 1616075 h 1911350"/>
              <a:gd name="connsiteX2" fmla="*/ 2998471 w 2997200"/>
              <a:gd name="connsiteY2" fmla="*/ 3175 h 1911350"/>
              <a:gd name="connsiteX3" fmla="*/ 3175 w 2997200"/>
              <a:gd name="connsiteY3" fmla="*/ 3175 h 191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7200" h="1911350">
                <a:moveTo>
                  <a:pt x="3175" y="1907159"/>
                </a:moveTo>
                <a:cubicBezTo>
                  <a:pt x="1632077" y="1942909"/>
                  <a:pt x="2998471" y="1616075"/>
                  <a:pt x="2998471" y="1616075"/>
                </a:cubicBezTo>
                <a:lnTo>
                  <a:pt x="2998471" y="3175"/>
                </a:lnTo>
                <a:lnTo>
                  <a:pt x="3175" y="3175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6" name="Forma libre 13">
            <a:extLst>
              <a:ext uri="{FF2B5EF4-FFF2-40B4-BE49-F238E27FC236}">
                <a16:creationId xmlns:a16="http://schemas.microsoft.com/office/drawing/2014/main" id="{D1360EFE-F518-AD4D-8476-803DD735403D}"/>
              </a:ext>
            </a:extLst>
          </p:cNvPr>
          <p:cNvSpPr/>
          <p:nvPr/>
        </p:nvSpPr>
        <p:spPr>
          <a:xfrm>
            <a:off x="6836000" y="6356798"/>
            <a:ext cx="2574076" cy="3852029"/>
          </a:xfrm>
          <a:custGeom>
            <a:avLst/>
            <a:gdLst>
              <a:gd name="connsiteX0" fmla="*/ 2512651 w 2698750"/>
              <a:gd name="connsiteY0" fmla="*/ 4040671 h 4038600"/>
              <a:gd name="connsiteX1" fmla="*/ 4464 w 2698750"/>
              <a:gd name="connsiteY1" fmla="*/ 808140 h 4038600"/>
              <a:gd name="connsiteX2" fmla="*/ 395878 w 2698750"/>
              <a:gd name="connsiteY2" fmla="*/ 70143 h 4038600"/>
              <a:gd name="connsiteX3" fmla="*/ 2695785 w 2698750"/>
              <a:gd name="connsiteY3" fmla="*/ 908089 h 4038600"/>
              <a:gd name="connsiteX4" fmla="*/ 2520144 w 2698750"/>
              <a:gd name="connsiteY4" fmla="*/ 1138912 h 4038600"/>
              <a:gd name="connsiteX5" fmla="*/ 519513 w 2698750"/>
              <a:gd name="connsiteY5" fmla="*/ 332462 h 4038600"/>
              <a:gd name="connsiteX6" fmla="*/ 294342 w 2698750"/>
              <a:gd name="connsiteY6" fmla="*/ 819380 h 4038600"/>
              <a:gd name="connsiteX7" fmla="*/ 2661114 w 2698750"/>
              <a:gd name="connsiteY7" fmla="*/ 3791180 h 40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750" h="4038600">
                <a:moveTo>
                  <a:pt x="2512651" y="4040671"/>
                </a:moveTo>
                <a:cubicBezTo>
                  <a:pt x="2407558" y="3978060"/>
                  <a:pt x="-61258" y="2489239"/>
                  <a:pt x="4464" y="808140"/>
                </a:cubicBezTo>
                <a:cubicBezTo>
                  <a:pt x="19069" y="433998"/>
                  <a:pt x="150514" y="185840"/>
                  <a:pt x="395878" y="70143"/>
                </a:cubicBezTo>
                <a:cubicBezTo>
                  <a:pt x="1116286" y="-269391"/>
                  <a:pt x="2536146" y="786487"/>
                  <a:pt x="2695785" y="908089"/>
                </a:cubicBezTo>
                <a:lnTo>
                  <a:pt x="2520144" y="1138912"/>
                </a:lnTo>
                <a:cubicBezTo>
                  <a:pt x="1971186" y="721399"/>
                  <a:pt x="942740" y="132437"/>
                  <a:pt x="519513" y="332462"/>
                </a:cubicBezTo>
                <a:cubicBezTo>
                  <a:pt x="378225" y="399073"/>
                  <a:pt x="304565" y="558395"/>
                  <a:pt x="294342" y="819380"/>
                </a:cubicBezTo>
                <a:cubicBezTo>
                  <a:pt x="235350" y="2328203"/>
                  <a:pt x="2636857" y="3776829"/>
                  <a:pt x="2661114" y="3791180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7" name="Forma libre 14">
            <a:extLst>
              <a:ext uri="{FF2B5EF4-FFF2-40B4-BE49-F238E27FC236}">
                <a16:creationId xmlns:a16="http://schemas.microsoft.com/office/drawing/2014/main" id="{EA81D52C-F6B0-9542-B9E7-2023497920E8}"/>
              </a:ext>
            </a:extLst>
          </p:cNvPr>
          <p:cNvSpPr/>
          <p:nvPr/>
        </p:nvSpPr>
        <p:spPr>
          <a:xfrm>
            <a:off x="14958048" y="6356798"/>
            <a:ext cx="2574076" cy="3852029"/>
          </a:xfrm>
          <a:custGeom>
            <a:avLst/>
            <a:gdLst>
              <a:gd name="connsiteX0" fmla="*/ 186246 w 2698750"/>
              <a:gd name="connsiteY0" fmla="*/ 4040671 h 4038600"/>
              <a:gd name="connsiteX1" fmla="*/ 2694496 w 2698750"/>
              <a:gd name="connsiteY1" fmla="*/ 808140 h 4038600"/>
              <a:gd name="connsiteX2" fmla="*/ 2303018 w 2698750"/>
              <a:gd name="connsiteY2" fmla="*/ 70143 h 4038600"/>
              <a:gd name="connsiteX3" fmla="*/ 3175 w 2698750"/>
              <a:gd name="connsiteY3" fmla="*/ 908343 h 4038600"/>
              <a:gd name="connsiteX4" fmla="*/ 178816 w 2698750"/>
              <a:gd name="connsiteY4" fmla="*/ 1139165 h 4038600"/>
              <a:gd name="connsiteX5" fmla="*/ 2179447 w 2698750"/>
              <a:gd name="connsiteY5" fmla="*/ 332715 h 4038600"/>
              <a:gd name="connsiteX6" fmla="*/ 2404555 w 2698750"/>
              <a:gd name="connsiteY6" fmla="*/ 819633 h 4038600"/>
              <a:gd name="connsiteX7" fmla="*/ 37847 w 2698750"/>
              <a:gd name="connsiteY7" fmla="*/ 3791433 h 403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8750" h="4038600">
                <a:moveTo>
                  <a:pt x="186246" y="4040671"/>
                </a:moveTo>
                <a:cubicBezTo>
                  <a:pt x="291338" y="3978060"/>
                  <a:pt x="2760155" y="2488985"/>
                  <a:pt x="2694496" y="808140"/>
                </a:cubicBezTo>
                <a:cubicBezTo>
                  <a:pt x="2679827" y="433998"/>
                  <a:pt x="2548446" y="185840"/>
                  <a:pt x="2303018" y="70143"/>
                </a:cubicBezTo>
                <a:cubicBezTo>
                  <a:pt x="1582801" y="-269392"/>
                  <a:pt x="162751" y="786486"/>
                  <a:pt x="3175" y="908343"/>
                </a:cubicBezTo>
                <a:lnTo>
                  <a:pt x="178816" y="1139165"/>
                </a:lnTo>
                <a:cubicBezTo>
                  <a:pt x="727773" y="721653"/>
                  <a:pt x="1756156" y="132690"/>
                  <a:pt x="2179447" y="332715"/>
                </a:cubicBezTo>
                <a:cubicBezTo>
                  <a:pt x="2320734" y="399327"/>
                  <a:pt x="2394395" y="558648"/>
                  <a:pt x="2404555" y="819633"/>
                </a:cubicBezTo>
                <a:cubicBezTo>
                  <a:pt x="2463609" y="2328457"/>
                  <a:pt x="62103" y="3777082"/>
                  <a:pt x="37847" y="3791433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1" name="Forma libre 11">
            <a:extLst>
              <a:ext uri="{FF2B5EF4-FFF2-40B4-BE49-F238E27FC236}">
                <a16:creationId xmlns:a16="http://schemas.microsoft.com/office/drawing/2014/main" id="{A4B1E27E-D5AF-6041-AAAD-DFB6529A2E57}"/>
              </a:ext>
            </a:extLst>
          </p:cNvPr>
          <p:cNvSpPr/>
          <p:nvPr/>
        </p:nvSpPr>
        <p:spPr>
          <a:xfrm>
            <a:off x="9225852" y="6891335"/>
            <a:ext cx="327059" cy="3579480"/>
          </a:xfrm>
          <a:custGeom>
            <a:avLst/>
            <a:gdLst>
              <a:gd name="connsiteX0" fmla="*/ 330899 w 342900"/>
              <a:gd name="connsiteY0" fmla="*/ 3175 h 3752850"/>
              <a:gd name="connsiteX1" fmla="*/ 340360 w 342900"/>
              <a:gd name="connsiteY1" fmla="*/ 3175 h 3752850"/>
              <a:gd name="connsiteX2" fmla="*/ 340360 w 342900"/>
              <a:gd name="connsiteY2" fmla="*/ 3752215 h 3752850"/>
              <a:gd name="connsiteX3" fmla="*/ 330899 w 342900"/>
              <a:gd name="connsiteY3" fmla="*/ 3752215 h 3752850"/>
              <a:gd name="connsiteX4" fmla="*/ 12637 w 342900"/>
              <a:gd name="connsiteY4" fmla="*/ 3752215 h 3752850"/>
              <a:gd name="connsiteX5" fmla="*/ 12637 w 342900"/>
              <a:gd name="connsiteY5" fmla="*/ 3175 h 3752850"/>
              <a:gd name="connsiteX6" fmla="*/ 3175 w 342900"/>
              <a:gd name="connsiteY6" fmla="*/ 3175 h 3752850"/>
              <a:gd name="connsiteX7" fmla="*/ 12637 w 342900"/>
              <a:gd name="connsiteY7" fmla="*/ 3175 h 37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" h="3752850">
                <a:moveTo>
                  <a:pt x="330899" y="3175"/>
                </a:moveTo>
                <a:cubicBezTo>
                  <a:pt x="336124" y="3175"/>
                  <a:pt x="340360" y="3175"/>
                  <a:pt x="340360" y="3175"/>
                </a:cubicBezTo>
                <a:lnTo>
                  <a:pt x="340360" y="3752215"/>
                </a:lnTo>
                <a:cubicBezTo>
                  <a:pt x="340360" y="3752215"/>
                  <a:pt x="336124" y="3752215"/>
                  <a:pt x="330899" y="3752215"/>
                </a:cubicBezTo>
                <a:lnTo>
                  <a:pt x="12637" y="3752215"/>
                </a:lnTo>
                <a:lnTo>
                  <a:pt x="12637" y="3175"/>
                </a:lnTo>
                <a:cubicBezTo>
                  <a:pt x="7411" y="3175"/>
                  <a:pt x="3175" y="3175"/>
                  <a:pt x="3175" y="3175"/>
                </a:cubicBezTo>
                <a:cubicBezTo>
                  <a:pt x="3175" y="3175"/>
                  <a:pt x="7411" y="3175"/>
                  <a:pt x="12637" y="31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2" name="Forma libre 12">
            <a:extLst>
              <a:ext uri="{FF2B5EF4-FFF2-40B4-BE49-F238E27FC236}">
                <a16:creationId xmlns:a16="http://schemas.microsoft.com/office/drawing/2014/main" id="{607D7A13-BA97-9B4A-B11F-030C2015CB95}"/>
              </a:ext>
            </a:extLst>
          </p:cNvPr>
          <p:cNvSpPr/>
          <p:nvPr/>
        </p:nvSpPr>
        <p:spPr>
          <a:xfrm>
            <a:off x="14901782" y="6891335"/>
            <a:ext cx="327059" cy="3579480"/>
          </a:xfrm>
          <a:custGeom>
            <a:avLst/>
            <a:gdLst>
              <a:gd name="connsiteX0" fmla="*/ 330899 w 342900"/>
              <a:gd name="connsiteY0" fmla="*/ 3175 h 3752850"/>
              <a:gd name="connsiteX1" fmla="*/ 340360 w 342900"/>
              <a:gd name="connsiteY1" fmla="*/ 3175 h 3752850"/>
              <a:gd name="connsiteX2" fmla="*/ 340360 w 342900"/>
              <a:gd name="connsiteY2" fmla="*/ 3752215 h 3752850"/>
              <a:gd name="connsiteX3" fmla="*/ 330899 w 342900"/>
              <a:gd name="connsiteY3" fmla="*/ 3752215 h 3752850"/>
              <a:gd name="connsiteX4" fmla="*/ 12637 w 342900"/>
              <a:gd name="connsiteY4" fmla="*/ 3752215 h 3752850"/>
              <a:gd name="connsiteX5" fmla="*/ 12637 w 342900"/>
              <a:gd name="connsiteY5" fmla="*/ 3175 h 3752850"/>
              <a:gd name="connsiteX6" fmla="*/ 3175 w 342900"/>
              <a:gd name="connsiteY6" fmla="*/ 3175 h 3752850"/>
              <a:gd name="connsiteX7" fmla="*/ 12637 w 342900"/>
              <a:gd name="connsiteY7" fmla="*/ 3175 h 37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" h="3752850">
                <a:moveTo>
                  <a:pt x="330899" y="3175"/>
                </a:moveTo>
                <a:cubicBezTo>
                  <a:pt x="336124" y="3175"/>
                  <a:pt x="340360" y="3175"/>
                  <a:pt x="340360" y="3175"/>
                </a:cubicBezTo>
                <a:lnTo>
                  <a:pt x="340360" y="3752215"/>
                </a:lnTo>
                <a:cubicBezTo>
                  <a:pt x="340360" y="3752215"/>
                  <a:pt x="336124" y="3752215"/>
                  <a:pt x="330899" y="3752215"/>
                </a:cubicBezTo>
                <a:lnTo>
                  <a:pt x="12637" y="3752215"/>
                </a:lnTo>
                <a:lnTo>
                  <a:pt x="12637" y="3175"/>
                </a:lnTo>
                <a:cubicBezTo>
                  <a:pt x="7412" y="3175"/>
                  <a:pt x="3175" y="3175"/>
                  <a:pt x="3175" y="3175"/>
                </a:cubicBezTo>
                <a:cubicBezTo>
                  <a:pt x="3175" y="3175"/>
                  <a:pt x="7412" y="3175"/>
                  <a:pt x="12637" y="31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1956FE-05EE-1A4A-AC73-ED583B21EA48}"/>
              </a:ext>
            </a:extLst>
          </p:cNvPr>
          <p:cNvSpPr txBox="1"/>
          <p:nvPr/>
        </p:nvSpPr>
        <p:spPr>
          <a:xfrm>
            <a:off x="10102587" y="7568708"/>
            <a:ext cx="1525054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038393-35E5-A047-8B03-8C469D20BE40}"/>
              </a:ext>
            </a:extLst>
          </p:cNvPr>
          <p:cNvSpPr txBox="1"/>
          <p:nvPr/>
        </p:nvSpPr>
        <p:spPr>
          <a:xfrm>
            <a:off x="12827052" y="7568708"/>
            <a:ext cx="1525054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02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9955CE-98C6-CB48-AB4F-A181C96FCDA0}"/>
              </a:ext>
            </a:extLst>
          </p:cNvPr>
          <p:cNvSpPr txBox="1"/>
          <p:nvPr/>
        </p:nvSpPr>
        <p:spPr>
          <a:xfrm>
            <a:off x="10102587" y="9281129"/>
            <a:ext cx="1525054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8F95062-C462-4B47-A3F9-DE7234DD8C4D}"/>
              </a:ext>
            </a:extLst>
          </p:cNvPr>
          <p:cNvSpPr txBox="1"/>
          <p:nvPr/>
        </p:nvSpPr>
        <p:spPr>
          <a:xfrm>
            <a:off x="12827052" y="9281129"/>
            <a:ext cx="1525054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04</a:t>
            </a:r>
          </a:p>
        </p:txBody>
      </p:sp>
      <p:sp>
        <p:nvSpPr>
          <p:cNvPr id="94" name="CuadroTexto 395">
            <a:extLst>
              <a:ext uri="{FF2B5EF4-FFF2-40B4-BE49-F238E27FC236}">
                <a16:creationId xmlns:a16="http://schemas.microsoft.com/office/drawing/2014/main" id="{D9AB020F-6985-4446-BD77-B8EF8926B61C}"/>
              </a:ext>
            </a:extLst>
          </p:cNvPr>
          <p:cNvSpPr txBox="1"/>
          <p:nvPr/>
        </p:nvSpPr>
        <p:spPr>
          <a:xfrm flipH="1">
            <a:off x="1825346" y="5406075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C895C39-9AF8-FA42-A4AD-A56E1B895D9C}"/>
              </a:ext>
            </a:extLst>
          </p:cNvPr>
          <p:cNvSpPr txBox="1"/>
          <p:nvPr/>
        </p:nvSpPr>
        <p:spPr>
          <a:xfrm flipH="1">
            <a:off x="1431102" y="6090391"/>
            <a:ext cx="50158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7" name="CuadroTexto 395">
            <a:extLst>
              <a:ext uri="{FF2B5EF4-FFF2-40B4-BE49-F238E27FC236}">
                <a16:creationId xmlns:a16="http://schemas.microsoft.com/office/drawing/2014/main" id="{1140CB64-F479-724A-8FC3-6A68F559CBA9}"/>
              </a:ext>
            </a:extLst>
          </p:cNvPr>
          <p:cNvSpPr txBox="1"/>
          <p:nvPr/>
        </p:nvSpPr>
        <p:spPr>
          <a:xfrm flipH="1">
            <a:off x="2752433" y="9090237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80C6B4-9321-CB48-A647-C15370F31EE3}"/>
              </a:ext>
            </a:extLst>
          </p:cNvPr>
          <p:cNvSpPr txBox="1"/>
          <p:nvPr/>
        </p:nvSpPr>
        <p:spPr>
          <a:xfrm flipH="1">
            <a:off x="2358189" y="9774553"/>
            <a:ext cx="50158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4" name="CuadroTexto 395">
            <a:extLst>
              <a:ext uri="{FF2B5EF4-FFF2-40B4-BE49-F238E27FC236}">
                <a16:creationId xmlns:a16="http://schemas.microsoft.com/office/drawing/2014/main" id="{F303B231-2B1F-5447-8338-3C806A4DC8AB}"/>
              </a:ext>
            </a:extLst>
          </p:cNvPr>
          <p:cNvSpPr txBox="1"/>
          <p:nvPr/>
        </p:nvSpPr>
        <p:spPr>
          <a:xfrm>
            <a:off x="17930651" y="5406075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82DE92-C296-1C46-93BE-FE83B79D1355}"/>
              </a:ext>
            </a:extLst>
          </p:cNvPr>
          <p:cNvSpPr txBox="1"/>
          <p:nvPr/>
        </p:nvSpPr>
        <p:spPr>
          <a:xfrm>
            <a:off x="17930649" y="6090391"/>
            <a:ext cx="50254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2" name="CuadroTexto 395">
            <a:extLst>
              <a:ext uri="{FF2B5EF4-FFF2-40B4-BE49-F238E27FC236}">
                <a16:creationId xmlns:a16="http://schemas.microsoft.com/office/drawing/2014/main" id="{38E0F703-07AB-A84D-B5FD-AED8702E76C3}"/>
              </a:ext>
            </a:extLst>
          </p:cNvPr>
          <p:cNvSpPr txBox="1"/>
          <p:nvPr/>
        </p:nvSpPr>
        <p:spPr>
          <a:xfrm>
            <a:off x="17003564" y="9090237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CA99BE1-DD1E-A242-A58B-6062E2241083}"/>
              </a:ext>
            </a:extLst>
          </p:cNvPr>
          <p:cNvSpPr txBox="1"/>
          <p:nvPr/>
        </p:nvSpPr>
        <p:spPr>
          <a:xfrm>
            <a:off x="17003562" y="9774553"/>
            <a:ext cx="50254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10777E-57E9-ED44-8ED8-BEF8D08897BC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2" name="CuadroTexto 350">
              <a:extLst>
                <a:ext uri="{FF2B5EF4-FFF2-40B4-BE49-F238E27FC236}">
                  <a16:creationId xmlns:a16="http://schemas.microsoft.com/office/drawing/2014/main" id="{A97D4DBA-9AE1-7147-B3B3-AD50DE037ADE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3" name="CuadroTexto 351">
              <a:extLst>
                <a:ext uri="{FF2B5EF4-FFF2-40B4-BE49-F238E27FC236}">
                  <a16:creationId xmlns:a16="http://schemas.microsoft.com/office/drawing/2014/main" id="{70DB138D-1F52-BD41-AF52-8998CA4F95D8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68F4BD-2534-694B-A8BA-512BB3B1D797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363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1">
            <a:extLst>
              <a:ext uri="{FF2B5EF4-FFF2-40B4-BE49-F238E27FC236}">
                <a16:creationId xmlns:a16="http://schemas.microsoft.com/office/drawing/2014/main" id="{D11A5348-0B1C-404D-9A51-2D73F1DF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229" y="5227211"/>
            <a:ext cx="1561234" cy="4920130"/>
          </a:xfrm>
          <a:custGeom>
            <a:avLst/>
            <a:gdLst>
              <a:gd name="T0" fmla="*/ 849 w 1690"/>
              <a:gd name="T1" fmla="*/ 5320 h 5321"/>
              <a:gd name="T2" fmla="*/ 849 w 1690"/>
              <a:gd name="T3" fmla="*/ 5320 h 5321"/>
              <a:gd name="T4" fmla="*/ 849 w 1690"/>
              <a:gd name="T5" fmla="*/ 5320 h 5321"/>
              <a:gd name="T6" fmla="*/ 0 w 1690"/>
              <a:gd name="T7" fmla="*/ 4472 h 5321"/>
              <a:gd name="T8" fmla="*/ 0 w 1690"/>
              <a:gd name="T9" fmla="*/ 0 h 5321"/>
              <a:gd name="T10" fmla="*/ 1689 w 1690"/>
              <a:gd name="T11" fmla="*/ 0 h 5321"/>
              <a:gd name="T12" fmla="*/ 1689 w 1690"/>
              <a:gd name="T13" fmla="*/ 4472 h 5321"/>
              <a:gd name="T14" fmla="*/ 849 w 1690"/>
              <a:gd name="T15" fmla="*/ 5320 h 5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90" h="5321">
                <a:moveTo>
                  <a:pt x="849" y="5320"/>
                </a:moveTo>
                <a:lnTo>
                  <a:pt x="849" y="5320"/>
                </a:lnTo>
                <a:lnTo>
                  <a:pt x="849" y="5320"/>
                </a:lnTo>
                <a:cubicBezTo>
                  <a:pt x="377" y="5320"/>
                  <a:pt x="0" y="4943"/>
                  <a:pt x="0" y="4472"/>
                </a:cubicBezTo>
                <a:cubicBezTo>
                  <a:pt x="0" y="0"/>
                  <a:pt x="0" y="0"/>
                  <a:pt x="0" y="0"/>
                </a:cubicBezTo>
                <a:cubicBezTo>
                  <a:pt x="1689" y="0"/>
                  <a:pt x="1689" y="0"/>
                  <a:pt x="1689" y="0"/>
                </a:cubicBezTo>
                <a:cubicBezTo>
                  <a:pt x="1689" y="4472"/>
                  <a:pt x="1689" y="4472"/>
                  <a:pt x="1689" y="4472"/>
                </a:cubicBezTo>
                <a:cubicBezTo>
                  <a:pt x="1689" y="4943"/>
                  <a:pt x="1311" y="5320"/>
                  <a:pt x="849" y="5320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43" name="Freeform 2">
            <a:extLst>
              <a:ext uri="{FF2B5EF4-FFF2-40B4-BE49-F238E27FC236}">
                <a16:creationId xmlns:a16="http://schemas.microsoft.com/office/drawing/2014/main" id="{782691F0-42DB-6C46-AB45-6944FF960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5832" y="6906659"/>
            <a:ext cx="1394106" cy="3163230"/>
          </a:xfrm>
          <a:custGeom>
            <a:avLst/>
            <a:gdLst>
              <a:gd name="T0" fmla="*/ 754 w 1509"/>
              <a:gd name="T1" fmla="*/ 3419 h 3420"/>
              <a:gd name="T2" fmla="*/ 754 w 1509"/>
              <a:gd name="T3" fmla="*/ 3419 h 3420"/>
              <a:gd name="T4" fmla="*/ 754 w 1509"/>
              <a:gd name="T5" fmla="*/ 3419 h 3420"/>
              <a:gd name="T6" fmla="*/ 0 w 1509"/>
              <a:gd name="T7" fmla="*/ 2665 h 3420"/>
              <a:gd name="T8" fmla="*/ 0 w 1509"/>
              <a:gd name="T9" fmla="*/ 0 h 3420"/>
              <a:gd name="T10" fmla="*/ 1508 w 1509"/>
              <a:gd name="T11" fmla="*/ 0 h 3420"/>
              <a:gd name="T12" fmla="*/ 1508 w 1509"/>
              <a:gd name="T13" fmla="*/ 2665 h 3420"/>
              <a:gd name="T14" fmla="*/ 754 w 1509"/>
              <a:gd name="T15" fmla="*/ 3419 h 3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09" h="3420">
                <a:moveTo>
                  <a:pt x="754" y="3419"/>
                </a:moveTo>
                <a:lnTo>
                  <a:pt x="754" y="3419"/>
                </a:lnTo>
                <a:lnTo>
                  <a:pt x="754" y="3419"/>
                </a:lnTo>
                <a:cubicBezTo>
                  <a:pt x="334" y="3419"/>
                  <a:pt x="0" y="3077"/>
                  <a:pt x="0" y="2665"/>
                </a:cubicBezTo>
                <a:cubicBezTo>
                  <a:pt x="0" y="0"/>
                  <a:pt x="0" y="0"/>
                  <a:pt x="0" y="0"/>
                </a:cubicBezTo>
                <a:cubicBezTo>
                  <a:pt x="1508" y="0"/>
                  <a:pt x="1508" y="0"/>
                  <a:pt x="1508" y="0"/>
                </a:cubicBezTo>
                <a:cubicBezTo>
                  <a:pt x="1508" y="2665"/>
                  <a:pt x="1508" y="2665"/>
                  <a:pt x="1508" y="2665"/>
                </a:cubicBezTo>
                <a:cubicBezTo>
                  <a:pt x="1508" y="3077"/>
                  <a:pt x="1165" y="3419"/>
                  <a:pt x="754" y="3419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44" name="Freeform 3">
            <a:extLst>
              <a:ext uri="{FF2B5EF4-FFF2-40B4-BE49-F238E27FC236}">
                <a16:creationId xmlns:a16="http://schemas.microsoft.com/office/drawing/2014/main" id="{0EE382A9-591A-944F-9B64-8E6A9012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404" y="4958174"/>
            <a:ext cx="1862885" cy="269038"/>
          </a:xfrm>
          <a:custGeom>
            <a:avLst/>
            <a:gdLst>
              <a:gd name="T0" fmla="*/ 1859 w 2014"/>
              <a:gd name="T1" fmla="*/ 292 h 293"/>
              <a:gd name="T2" fmla="*/ 1859 w 2014"/>
              <a:gd name="T3" fmla="*/ 292 h 293"/>
              <a:gd name="T4" fmla="*/ 154 w 2014"/>
              <a:gd name="T5" fmla="*/ 292 h 293"/>
              <a:gd name="T6" fmla="*/ 0 w 2014"/>
              <a:gd name="T7" fmla="*/ 146 h 293"/>
              <a:gd name="T8" fmla="*/ 0 w 2014"/>
              <a:gd name="T9" fmla="*/ 146 h 293"/>
              <a:gd name="T10" fmla="*/ 154 w 2014"/>
              <a:gd name="T11" fmla="*/ 0 h 293"/>
              <a:gd name="T12" fmla="*/ 1859 w 2014"/>
              <a:gd name="T13" fmla="*/ 0 h 293"/>
              <a:gd name="T14" fmla="*/ 2013 w 2014"/>
              <a:gd name="T15" fmla="*/ 146 h 293"/>
              <a:gd name="T16" fmla="*/ 2013 w 2014"/>
              <a:gd name="T17" fmla="*/ 146 h 293"/>
              <a:gd name="T18" fmla="*/ 1859 w 2014"/>
              <a:gd name="T19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93">
                <a:moveTo>
                  <a:pt x="1859" y="292"/>
                </a:moveTo>
                <a:lnTo>
                  <a:pt x="1859" y="292"/>
                </a:lnTo>
                <a:cubicBezTo>
                  <a:pt x="154" y="292"/>
                  <a:pt x="154" y="292"/>
                  <a:pt x="154" y="292"/>
                </a:cubicBezTo>
                <a:cubicBezTo>
                  <a:pt x="68" y="292"/>
                  <a:pt x="0" y="232"/>
                  <a:pt x="0" y="146"/>
                </a:cubicBezTo>
                <a:lnTo>
                  <a:pt x="0" y="146"/>
                </a:lnTo>
                <a:cubicBezTo>
                  <a:pt x="0" y="69"/>
                  <a:pt x="68" y="0"/>
                  <a:pt x="154" y="0"/>
                </a:cubicBezTo>
                <a:cubicBezTo>
                  <a:pt x="1859" y="0"/>
                  <a:pt x="1859" y="0"/>
                  <a:pt x="1859" y="0"/>
                </a:cubicBezTo>
                <a:cubicBezTo>
                  <a:pt x="1945" y="0"/>
                  <a:pt x="2013" y="69"/>
                  <a:pt x="2013" y="146"/>
                </a:cubicBezTo>
                <a:lnTo>
                  <a:pt x="2013" y="146"/>
                </a:lnTo>
                <a:cubicBezTo>
                  <a:pt x="2013" y="232"/>
                  <a:pt x="1945" y="292"/>
                  <a:pt x="1859" y="29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45" name="Freeform 4">
            <a:extLst>
              <a:ext uri="{FF2B5EF4-FFF2-40B4-BE49-F238E27FC236}">
                <a16:creationId xmlns:a16="http://schemas.microsoft.com/office/drawing/2014/main" id="{ACBCD279-CA65-CA42-AC7E-0C726B99D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190" y="4587229"/>
            <a:ext cx="1426716" cy="1972943"/>
          </a:xfrm>
          <a:custGeom>
            <a:avLst/>
            <a:gdLst>
              <a:gd name="T0" fmla="*/ 1457 w 1544"/>
              <a:gd name="T1" fmla="*/ 1011 h 2133"/>
              <a:gd name="T2" fmla="*/ 1457 w 1544"/>
              <a:gd name="T3" fmla="*/ 1011 h 2133"/>
              <a:gd name="T4" fmla="*/ 1449 w 1544"/>
              <a:gd name="T5" fmla="*/ 994 h 2133"/>
              <a:gd name="T6" fmla="*/ 1397 w 1544"/>
              <a:gd name="T7" fmla="*/ 916 h 2133"/>
              <a:gd name="T8" fmla="*/ 883 w 1544"/>
              <a:gd name="T9" fmla="*/ 85 h 2133"/>
              <a:gd name="T10" fmla="*/ 660 w 1544"/>
              <a:gd name="T11" fmla="*/ 85 h 2133"/>
              <a:gd name="T12" fmla="*/ 137 w 1544"/>
              <a:gd name="T13" fmla="*/ 925 h 2133"/>
              <a:gd name="T14" fmla="*/ 103 w 1544"/>
              <a:gd name="T15" fmla="*/ 976 h 2133"/>
              <a:gd name="T16" fmla="*/ 86 w 1544"/>
              <a:gd name="T17" fmla="*/ 1011 h 2133"/>
              <a:gd name="T18" fmla="*/ 0 w 1544"/>
              <a:gd name="T19" fmla="*/ 1362 h 2133"/>
              <a:gd name="T20" fmla="*/ 772 w 1544"/>
              <a:gd name="T21" fmla="*/ 2132 h 2133"/>
              <a:gd name="T22" fmla="*/ 1543 w 1544"/>
              <a:gd name="T23" fmla="*/ 1362 h 2133"/>
              <a:gd name="T24" fmla="*/ 1457 w 1544"/>
              <a:gd name="T25" fmla="*/ 1011 h 2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44" h="2133">
                <a:moveTo>
                  <a:pt x="1457" y="1011"/>
                </a:moveTo>
                <a:lnTo>
                  <a:pt x="1457" y="1011"/>
                </a:lnTo>
                <a:cubicBezTo>
                  <a:pt x="1449" y="994"/>
                  <a:pt x="1449" y="994"/>
                  <a:pt x="1449" y="994"/>
                </a:cubicBezTo>
                <a:cubicBezTo>
                  <a:pt x="1440" y="968"/>
                  <a:pt x="1423" y="942"/>
                  <a:pt x="1397" y="916"/>
                </a:cubicBezTo>
                <a:cubicBezTo>
                  <a:pt x="883" y="85"/>
                  <a:pt x="883" y="85"/>
                  <a:pt x="883" y="85"/>
                </a:cubicBezTo>
                <a:cubicBezTo>
                  <a:pt x="832" y="0"/>
                  <a:pt x="711" y="0"/>
                  <a:pt x="660" y="85"/>
                </a:cubicBezTo>
                <a:cubicBezTo>
                  <a:pt x="137" y="925"/>
                  <a:pt x="137" y="925"/>
                  <a:pt x="137" y="925"/>
                </a:cubicBezTo>
                <a:cubicBezTo>
                  <a:pt x="120" y="942"/>
                  <a:pt x="112" y="959"/>
                  <a:pt x="103" y="976"/>
                </a:cubicBezTo>
                <a:cubicBezTo>
                  <a:pt x="86" y="1011"/>
                  <a:pt x="86" y="1011"/>
                  <a:pt x="86" y="1011"/>
                </a:cubicBezTo>
                <a:cubicBezTo>
                  <a:pt x="26" y="1122"/>
                  <a:pt x="0" y="1234"/>
                  <a:pt x="0" y="1362"/>
                </a:cubicBezTo>
                <a:cubicBezTo>
                  <a:pt x="0" y="1781"/>
                  <a:pt x="343" y="2132"/>
                  <a:pt x="772" y="2132"/>
                </a:cubicBezTo>
                <a:cubicBezTo>
                  <a:pt x="1200" y="2132"/>
                  <a:pt x="1543" y="1790"/>
                  <a:pt x="1543" y="1362"/>
                </a:cubicBezTo>
                <a:cubicBezTo>
                  <a:pt x="1543" y="1234"/>
                  <a:pt x="1517" y="1114"/>
                  <a:pt x="1457" y="1011"/>
                </a:cubicBezTo>
              </a:path>
            </a:pathLst>
          </a:custGeom>
          <a:solidFill>
            <a:schemeClr val="accent1"/>
          </a:solidFill>
          <a:ln w="63500" cap="flat">
            <a:solidFill>
              <a:srgbClr val="FFFFFF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3480E9-83A6-4E4B-A74B-34AB85F28B4B}"/>
              </a:ext>
            </a:extLst>
          </p:cNvPr>
          <p:cNvSpPr txBox="1"/>
          <p:nvPr/>
        </p:nvSpPr>
        <p:spPr>
          <a:xfrm flipH="1">
            <a:off x="3537783" y="5312933"/>
            <a:ext cx="114952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O+</a:t>
            </a:r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43606BE2-88B2-DE41-8567-A485C7D75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657" y="5227211"/>
            <a:ext cx="1569389" cy="4920130"/>
          </a:xfrm>
          <a:custGeom>
            <a:avLst/>
            <a:gdLst>
              <a:gd name="T0" fmla="*/ 849 w 1698"/>
              <a:gd name="T1" fmla="*/ 5320 h 5321"/>
              <a:gd name="T2" fmla="*/ 849 w 1698"/>
              <a:gd name="T3" fmla="*/ 5320 h 5321"/>
              <a:gd name="T4" fmla="*/ 849 w 1698"/>
              <a:gd name="T5" fmla="*/ 5320 h 5321"/>
              <a:gd name="T6" fmla="*/ 0 w 1698"/>
              <a:gd name="T7" fmla="*/ 4472 h 5321"/>
              <a:gd name="T8" fmla="*/ 0 w 1698"/>
              <a:gd name="T9" fmla="*/ 0 h 5321"/>
              <a:gd name="T10" fmla="*/ 1697 w 1698"/>
              <a:gd name="T11" fmla="*/ 0 h 5321"/>
              <a:gd name="T12" fmla="*/ 1697 w 1698"/>
              <a:gd name="T13" fmla="*/ 4472 h 5321"/>
              <a:gd name="T14" fmla="*/ 849 w 1698"/>
              <a:gd name="T15" fmla="*/ 5320 h 5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98" h="5321">
                <a:moveTo>
                  <a:pt x="849" y="5320"/>
                </a:moveTo>
                <a:lnTo>
                  <a:pt x="849" y="5320"/>
                </a:lnTo>
                <a:lnTo>
                  <a:pt x="849" y="5320"/>
                </a:lnTo>
                <a:cubicBezTo>
                  <a:pt x="377" y="5320"/>
                  <a:pt x="0" y="4943"/>
                  <a:pt x="0" y="4472"/>
                </a:cubicBezTo>
                <a:cubicBezTo>
                  <a:pt x="0" y="0"/>
                  <a:pt x="0" y="0"/>
                  <a:pt x="0" y="0"/>
                </a:cubicBezTo>
                <a:cubicBezTo>
                  <a:pt x="1697" y="0"/>
                  <a:pt x="1697" y="0"/>
                  <a:pt x="1697" y="0"/>
                </a:cubicBezTo>
                <a:cubicBezTo>
                  <a:pt x="1697" y="4472"/>
                  <a:pt x="1697" y="4472"/>
                  <a:pt x="1697" y="4472"/>
                </a:cubicBezTo>
                <a:cubicBezTo>
                  <a:pt x="1697" y="4943"/>
                  <a:pt x="1311" y="5320"/>
                  <a:pt x="849" y="5320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47" name="Freeform 8">
            <a:extLst>
              <a:ext uri="{FF2B5EF4-FFF2-40B4-BE49-F238E27FC236}">
                <a16:creationId xmlns:a16="http://schemas.microsoft.com/office/drawing/2014/main" id="{383FDF1E-AE73-0645-92DA-B0E45502A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262" y="5585928"/>
            <a:ext cx="1394106" cy="4483962"/>
          </a:xfrm>
          <a:custGeom>
            <a:avLst/>
            <a:gdLst>
              <a:gd name="T0" fmla="*/ 755 w 1510"/>
              <a:gd name="T1" fmla="*/ 4849 h 4850"/>
              <a:gd name="T2" fmla="*/ 755 w 1510"/>
              <a:gd name="T3" fmla="*/ 4849 h 4850"/>
              <a:gd name="T4" fmla="*/ 755 w 1510"/>
              <a:gd name="T5" fmla="*/ 4849 h 4850"/>
              <a:gd name="T6" fmla="*/ 0 w 1510"/>
              <a:gd name="T7" fmla="*/ 4095 h 4850"/>
              <a:gd name="T8" fmla="*/ 0 w 1510"/>
              <a:gd name="T9" fmla="*/ 0 h 4850"/>
              <a:gd name="T10" fmla="*/ 1509 w 1510"/>
              <a:gd name="T11" fmla="*/ 0 h 4850"/>
              <a:gd name="T12" fmla="*/ 1509 w 1510"/>
              <a:gd name="T13" fmla="*/ 4095 h 4850"/>
              <a:gd name="T14" fmla="*/ 755 w 1510"/>
              <a:gd name="T15" fmla="*/ 4849 h 4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0" h="4850">
                <a:moveTo>
                  <a:pt x="755" y="4849"/>
                </a:moveTo>
                <a:lnTo>
                  <a:pt x="755" y="4849"/>
                </a:lnTo>
                <a:lnTo>
                  <a:pt x="755" y="4849"/>
                </a:lnTo>
                <a:cubicBezTo>
                  <a:pt x="335" y="4849"/>
                  <a:pt x="0" y="4507"/>
                  <a:pt x="0" y="4095"/>
                </a:cubicBezTo>
                <a:cubicBezTo>
                  <a:pt x="0" y="0"/>
                  <a:pt x="0" y="0"/>
                  <a:pt x="0" y="0"/>
                </a:cubicBezTo>
                <a:cubicBezTo>
                  <a:pt x="1509" y="0"/>
                  <a:pt x="1509" y="0"/>
                  <a:pt x="1509" y="0"/>
                </a:cubicBezTo>
                <a:cubicBezTo>
                  <a:pt x="1509" y="4095"/>
                  <a:pt x="1509" y="4095"/>
                  <a:pt x="1509" y="4095"/>
                </a:cubicBezTo>
                <a:cubicBezTo>
                  <a:pt x="1509" y="4507"/>
                  <a:pt x="1166" y="4849"/>
                  <a:pt x="755" y="4849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48" name="Freeform 9">
            <a:extLst>
              <a:ext uri="{FF2B5EF4-FFF2-40B4-BE49-F238E27FC236}">
                <a16:creationId xmlns:a16="http://schemas.microsoft.com/office/drawing/2014/main" id="{BB75CB39-4FD9-FF4E-982A-0259FB46A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987" y="4958174"/>
            <a:ext cx="1854730" cy="269038"/>
          </a:xfrm>
          <a:custGeom>
            <a:avLst/>
            <a:gdLst>
              <a:gd name="T0" fmla="*/ 1860 w 2006"/>
              <a:gd name="T1" fmla="*/ 292 h 293"/>
              <a:gd name="T2" fmla="*/ 1860 w 2006"/>
              <a:gd name="T3" fmla="*/ 292 h 293"/>
              <a:gd name="T4" fmla="*/ 146 w 2006"/>
              <a:gd name="T5" fmla="*/ 292 h 293"/>
              <a:gd name="T6" fmla="*/ 0 w 2006"/>
              <a:gd name="T7" fmla="*/ 146 h 293"/>
              <a:gd name="T8" fmla="*/ 0 w 2006"/>
              <a:gd name="T9" fmla="*/ 146 h 293"/>
              <a:gd name="T10" fmla="*/ 146 w 2006"/>
              <a:gd name="T11" fmla="*/ 0 h 293"/>
              <a:gd name="T12" fmla="*/ 1860 w 2006"/>
              <a:gd name="T13" fmla="*/ 0 h 293"/>
              <a:gd name="T14" fmla="*/ 2005 w 2006"/>
              <a:gd name="T15" fmla="*/ 146 h 293"/>
              <a:gd name="T16" fmla="*/ 2005 w 2006"/>
              <a:gd name="T17" fmla="*/ 146 h 293"/>
              <a:gd name="T18" fmla="*/ 1860 w 2006"/>
              <a:gd name="T19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6" h="293">
                <a:moveTo>
                  <a:pt x="1860" y="292"/>
                </a:moveTo>
                <a:lnTo>
                  <a:pt x="1860" y="292"/>
                </a:lnTo>
                <a:cubicBezTo>
                  <a:pt x="146" y="292"/>
                  <a:pt x="146" y="292"/>
                  <a:pt x="146" y="292"/>
                </a:cubicBezTo>
                <a:cubicBezTo>
                  <a:pt x="60" y="292"/>
                  <a:pt x="0" y="232"/>
                  <a:pt x="0" y="146"/>
                </a:cubicBezTo>
                <a:lnTo>
                  <a:pt x="0" y="146"/>
                </a:lnTo>
                <a:cubicBezTo>
                  <a:pt x="0" y="69"/>
                  <a:pt x="60" y="0"/>
                  <a:pt x="146" y="0"/>
                </a:cubicBezTo>
                <a:cubicBezTo>
                  <a:pt x="1860" y="0"/>
                  <a:pt x="1860" y="0"/>
                  <a:pt x="1860" y="0"/>
                </a:cubicBezTo>
                <a:cubicBezTo>
                  <a:pt x="1937" y="0"/>
                  <a:pt x="2005" y="69"/>
                  <a:pt x="2005" y="146"/>
                </a:cubicBezTo>
                <a:lnTo>
                  <a:pt x="2005" y="146"/>
                </a:lnTo>
                <a:cubicBezTo>
                  <a:pt x="2005" y="232"/>
                  <a:pt x="1937" y="292"/>
                  <a:pt x="1860" y="29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 b="1">
              <a:latin typeface="Century Gothic" panose="020B0502020202020204" pitchFamily="34" charset="0"/>
            </a:endParaRPr>
          </a:p>
        </p:txBody>
      </p:sp>
      <p:sp>
        <p:nvSpPr>
          <p:cNvPr id="49" name="Freeform 10">
            <a:extLst>
              <a:ext uri="{FF2B5EF4-FFF2-40B4-BE49-F238E27FC236}">
                <a16:creationId xmlns:a16="http://schemas.microsoft.com/office/drawing/2014/main" id="{914AAB18-E77F-C64A-8809-CAB20FB16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3848" y="4587229"/>
            <a:ext cx="1426717" cy="1972943"/>
          </a:xfrm>
          <a:custGeom>
            <a:avLst/>
            <a:gdLst>
              <a:gd name="T0" fmla="*/ 1457 w 1544"/>
              <a:gd name="T1" fmla="*/ 1011 h 2133"/>
              <a:gd name="T2" fmla="*/ 1457 w 1544"/>
              <a:gd name="T3" fmla="*/ 1011 h 2133"/>
              <a:gd name="T4" fmla="*/ 1449 w 1544"/>
              <a:gd name="T5" fmla="*/ 994 h 2133"/>
              <a:gd name="T6" fmla="*/ 1397 w 1544"/>
              <a:gd name="T7" fmla="*/ 916 h 2133"/>
              <a:gd name="T8" fmla="*/ 883 w 1544"/>
              <a:gd name="T9" fmla="*/ 85 h 2133"/>
              <a:gd name="T10" fmla="*/ 660 w 1544"/>
              <a:gd name="T11" fmla="*/ 85 h 2133"/>
              <a:gd name="T12" fmla="*/ 137 w 1544"/>
              <a:gd name="T13" fmla="*/ 925 h 2133"/>
              <a:gd name="T14" fmla="*/ 103 w 1544"/>
              <a:gd name="T15" fmla="*/ 976 h 2133"/>
              <a:gd name="T16" fmla="*/ 78 w 1544"/>
              <a:gd name="T17" fmla="*/ 1011 h 2133"/>
              <a:gd name="T18" fmla="*/ 0 w 1544"/>
              <a:gd name="T19" fmla="*/ 1362 h 2133"/>
              <a:gd name="T20" fmla="*/ 763 w 1544"/>
              <a:gd name="T21" fmla="*/ 2132 h 2133"/>
              <a:gd name="T22" fmla="*/ 1543 w 1544"/>
              <a:gd name="T23" fmla="*/ 1362 h 2133"/>
              <a:gd name="T24" fmla="*/ 1457 w 1544"/>
              <a:gd name="T25" fmla="*/ 1011 h 2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44" h="2133">
                <a:moveTo>
                  <a:pt x="1457" y="1011"/>
                </a:moveTo>
                <a:lnTo>
                  <a:pt x="1457" y="1011"/>
                </a:lnTo>
                <a:cubicBezTo>
                  <a:pt x="1449" y="994"/>
                  <a:pt x="1449" y="994"/>
                  <a:pt x="1449" y="994"/>
                </a:cubicBezTo>
                <a:cubicBezTo>
                  <a:pt x="1431" y="968"/>
                  <a:pt x="1414" y="942"/>
                  <a:pt x="1397" y="916"/>
                </a:cubicBezTo>
                <a:cubicBezTo>
                  <a:pt x="883" y="85"/>
                  <a:pt x="883" y="85"/>
                  <a:pt x="883" y="85"/>
                </a:cubicBezTo>
                <a:cubicBezTo>
                  <a:pt x="832" y="0"/>
                  <a:pt x="712" y="0"/>
                  <a:pt x="660" y="85"/>
                </a:cubicBezTo>
                <a:cubicBezTo>
                  <a:pt x="137" y="925"/>
                  <a:pt x="137" y="925"/>
                  <a:pt x="137" y="925"/>
                </a:cubicBezTo>
                <a:cubicBezTo>
                  <a:pt x="120" y="942"/>
                  <a:pt x="112" y="959"/>
                  <a:pt x="103" y="976"/>
                </a:cubicBezTo>
                <a:cubicBezTo>
                  <a:pt x="78" y="1011"/>
                  <a:pt x="78" y="1011"/>
                  <a:pt x="78" y="1011"/>
                </a:cubicBezTo>
                <a:cubicBezTo>
                  <a:pt x="26" y="1122"/>
                  <a:pt x="0" y="1234"/>
                  <a:pt x="0" y="1362"/>
                </a:cubicBezTo>
                <a:cubicBezTo>
                  <a:pt x="0" y="1781"/>
                  <a:pt x="343" y="2132"/>
                  <a:pt x="763" y="2132"/>
                </a:cubicBezTo>
                <a:cubicBezTo>
                  <a:pt x="1192" y="2132"/>
                  <a:pt x="1543" y="1790"/>
                  <a:pt x="1543" y="1362"/>
                </a:cubicBezTo>
                <a:cubicBezTo>
                  <a:pt x="1543" y="1234"/>
                  <a:pt x="1509" y="1114"/>
                  <a:pt x="1457" y="1011"/>
                </a:cubicBezTo>
              </a:path>
            </a:pathLst>
          </a:custGeom>
          <a:solidFill>
            <a:schemeClr val="accent2"/>
          </a:solidFill>
          <a:ln w="63500" cap="flat">
            <a:solidFill>
              <a:srgbClr val="FFFFFF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498D29-75AF-2945-B97E-77CA13468E55}"/>
              </a:ext>
            </a:extLst>
          </p:cNvPr>
          <p:cNvSpPr txBox="1"/>
          <p:nvPr/>
        </p:nvSpPr>
        <p:spPr>
          <a:xfrm flipH="1">
            <a:off x="9222442" y="5312933"/>
            <a:ext cx="114952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O-</a:t>
            </a:r>
          </a:p>
        </p:txBody>
      </p:sp>
      <p:sp>
        <p:nvSpPr>
          <p:cNvPr id="52" name="Freeform 1">
            <a:extLst>
              <a:ext uri="{FF2B5EF4-FFF2-40B4-BE49-F238E27FC236}">
                <a16:creationId xmlns:a16="http://schemas.microsoft.com/office/drawing/2014/main" id="{222DABCA-96A7-1741-ACCA-E419EB3AC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44723" y="5227211"/>
            <a:ext cx="1561234" cy="4920130"/>
          </a:xfrm>
          <a:custGeom>
            <a:avLst/>
            <a:gdLst>
              <a:gd name="T0" fmla="*/ 849 w 1690"/>
              <a:gd name="T1" fmla="*/ 5320 h 5321"/>
              <a:gd name="T2" fmla="*/ 849 w 1690"/>
              <a:gd name="T3" fmla="*/ 5320 h 5321"/>
              <a:gd name="T4" fmla="*/ 849 w 1690"/>
              <a:gd name="T5" fmla="*/ 5320 h 5321"/>
              <a:gd name="T6" fmla="*/ 0 w 1690"/>
              <a:gd name="T7" fmla="*/ 4472 h 5321"/>
              <a:gd name="T8" fmla="*/ 0 w 1690"/>
              <a:gd name="T9" fmla="*/ 0 h 5321"/>
              <a:gd name="T10" fmla="*/ 1689 w 1690"/>
              <a:gd name="T11" fmla="*/ 0 h 5321"/>
              <a:gd name="T12" fmla="*/ 1689 w 1690"/>
              <a:gd name="T13" fmla="*/ 4472 h 5321"/>
              <a:gd name="T14" fmla="*/ 849 w 1690"/>
              <a:gd name="T15" fmla="*/ 5320 h 5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90" h="5321">
                <a:moveTo>
                  <a:pt x="849" y="5320"/>
                </a:moveTo>
                <a:lnTo>
                  <a:pt x="849" y="5320"/>
                </a:lnTo>
                <a:lnTo>
                  <a:pt x="849" y="5320"/>
                </a:lnTo>
                <a:cubicBezTo>
                  <a:pt x="377" y="5320"/>
                  <a:pt x="0" y="4943"/>
                  <a:pt x="0" y="4472"/>
                </a:cubicBezTo>
                <a:cubicBezTo>
                  <a:pt x="0" y="0"/>
                  <a:pt x="0" y="0"/>
                  <a:pt x="0" y="0"/>
                </a:cubicBezTo>
                <a:cubicBezTo>
                  <a:pt x="1689" y="0"/>
                  <a:pt x="1689" y="0"/>
                  <a:pt x="1689" y="0"/>
                </a:cubicBezTo>
                <a:cubicBezTo>
                  <a:pt x="1689" y="4472"/>
                  <a:pt x="1689" y="4472"/>
                  <a:pt x="1689" y="4472"/>
                </a:cubicBezTo>
                <a:cubicBezTo>
                  <a:pt x="1689" y="4943"/>
                  <a:pt x="1311" y="5320"/>
                  <a:pt x="849" y="5320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3" name="Freeform 2">
            <a:extLst>
              <a:ext uri="{FF2B5EF4-FFF2-40B4-BE49-F238E27FC236}">
                <a16:creationId xmlns:a16="http://schemas.microsoft.com/office/drawing/2014/main" id="{59832289-7D05-AE47-B1C5-6DFE9F3A8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30326" y="6906659"/>
            <a:ext cx="1394106" cy="3163230"/>
          </a:xfrm>
          <a:custGeom>
            <a:avLst/>
            <a:gdLst>
              <a:gd name="T0" fmla="*/ 754 w 1509"/>
              <a:gd name="T1" fmla="*/ 3419 h 3420"/>
              <a:gd name="T2" fmla="*/ 754 w 1509"/>
              <a:gd name="T3" fmla="*/ 3419 h 3420"/>
              <a:gd name="T4" fmla="*/ 754 w 1509"/>
              <a:gd name="T5" fmla="*/ 3419 h 3420"/>
              <a:gd name="T6" fmla="*/ 0 w 1509"/>
              <a:gd name="T7" fmla="*/ 2665 h 3420"/>
              <a:gd name="T8" fmla="*/ 0 w 1509"/>
              <a:gd name="T9" fmla="*/ 0 h 3420"/>
              <a:gd name="T10" fmla="*/ 1508 w 1509"/>
              <a:gd name="T11" fmla="*/ 0 h 3420"/>
              <a:gd name="T12" fmla="*/ 1508 w 1509"/>
              <a:gd name="T13" fmla="*/ 2665 h 3420"/>
              <a:gd name="T14" fmla="*/ 754 w 1509"/>
              <a:gd name="T15" fmla="*/ 3419 h 34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09" h="3420">
                <a:moveTo>
                  <a:pt x="754" y="3419"/>
                </a:moveTo>
                <a:lnTo>
                  <a:pt x="754" y="3419"/>
                </a:lnTo>
                <a:lnTo>
                  <a:pt x="754" y="3419"/>
                </a:lnTo>
                <a:cubicBezTo>
                  <a:pt x="334" y="3419"/>
                  <a:pt x="0" y="3077"/>
                  <a:pt x="0" y="2665"/>
                </a:cubicBezTo>
                <a:cubicBezTo>
                  <a:pt x="0" y="0"/>
                  <a:pt x="0" y="0"/>
                  <a:pt x="0" y="0"/>
                </a:cubicBezTo>
                <a:cubicBezTo>
                  <a:pt x="1508" y="0"/>
                  <a:pt x="1508" y="0"/>
                  <a:pt x="1508" y="0"/>
                </a:cubicBezTo>
                <a:cubicBezTo>
                  <a:pt x="1508" y="2665"/>
                  <a:pt x="1508" y="2665"/>
                  <a:pt x="1508" y="2665"/>
                </a:cubicBezTo>
                <a:cubicBezTo>
                  <a:pt x="1508" y="3077"/>
                  <a:pt x="1165" y="3419"/>
                  <a:pt x="754" y="3419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4" name="Freeform 3">
            <a:extLst>
              <a:ext uri="{FF2B5EF4-FFF2-40B4-BE49-F238E27FC236}">
                <a16:creationId xmlns:a16="http://schemas.microsoft.com/office/drawing/2014/main" id="{D61FB748-2C23-3A46-88FC-5B327BDFA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93898" y="4958174"/>
            <a:ext cx="1862885" cy="269038"/>
          </a:xfrm>
          <a:custGeom>
            <a:avLst/>
            <a:gdLst>
              <a:gd name="T0" fmla="*/ 1859 w 2014"/>
              <a:gd name="T1" fmla="*/ 292 h 293"/>
              <a:gd name="T2" fmla="*/ 1859 w 2014"/>
              <a:gd name="T3" fmla="*/ 292 h 293"/>
              <a:gd name="T4" fmla="*/ 154 w 2014"/>
              <a:gd name="T5" fmla="*/ 292 h 293"/>
              <a:gd name="T6" fmla="*/ 0 w 2014"/>
              <a:gd name="T7" fmla="*/ 146 h 293"/>
              <a:gd name="T8" fmla="*/ 0 w 2014"/>
              <a:gd name="T9" fmla="*/ 146 h 293"/>
              <a:gd name="T10" fmla="*/ 154 w 2014"/>
              <a:gd name="T11" fmla="*/ 0 h 293"/>
              <a:gd name="T12" fmla="*/ 1859 w 2014"/>
              <a:gd name="T13" fmla="*/ 0 h 293"/>
              <a:gd name="T14" fmla="*/ 2013 w 2014"/>
              <a:gd name="T15" fmla="*/ 146 h 293"/>
              <a:gd name="T16" fmla="*/ 2013 w 2014"/>
              <a:gd name="T17" fmla="*/ 146 h 293"/>
              <a:gd name="T18" fmla="*/ 1859 w 2014"/>
              <a:gd name="T19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14" h="293">
                <a:moveTo>
                  <a:pt x="1859" y="292"/>
                </a:moveTo>
                <a:lnTo>
                  <a:pt x="1859" y="292"/>
                </a:lnTo>
                <a:cubicBezTo>
                  <a:pt x="154" y="292"/>
                  <a:pt x="154" y="292"/>
                  <a:pt x="154" y="292"/>
                </a:cubicBezTo>
                <a:cubicBezTo>
                  <a:pt x="68" y="292"/>
                  <a:pt x="0" y="232"/>
                  <a:pt x="0" y="146"/>
                </a:cubicBezTo>
                <a:lnTo>
                  <a:pt x="0" y="146"/>
                </a:lnTo>
                <a:cubicBezTo>
                  <a:pt x="0" y="69"/>
                  <a:pt x="68" y="0"/>
                  <a:pt x="154" y="0"/>
                </a:cubicBezTo>
                <a:cubicBezTo>
                  <a:pt x="1859" y="0"/>
                  <a:pt x="1859" y="0"/>
                  <a:pt x="1859" y="0"/>
                </a:cubicBezTo>
                <a:cubicBezTo>
                  <a:pt x="1945" y="0"/>
                  <a:pt x="2013" y="69"/>
                  <a:pt x="2013" y="146"/>
                </a:cubicBezTo>
                <a:lnTo>
                  <a:pt x="2013" y="146"/>
                </a:lnTo>
                <a:cubicBezTo>
                  <a:pt x="2013" y="232"/>
                  <a:pt x="1945" y="292"/>
                  <a:pt x="1859" y="29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 b="1">
              <a:latin typeface="Century Gothic" panose="020B0502020202020204" pitchFamily="34" charset="0"/>
            </a:endParaRPr>
          </a:p>
        </p:txBody>
      </p:sp>
      <p:sp>
        <p:nvSpPr>
          <p:cNvPr id="55" name="Freeform 4">
            <a:extLst>
              <a:ext uri="{FF2B5EF4-FFF2-40B4-BE49-F238E27FC236}">
                <a16:creationId xmlns:a16="http://schemas.microsoft.com/office/drawing/2014/main" id="{D032927D-E09B-3549-80E0-8A4F2198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43684" y="4587229"/>
            <a:ext cx="1426716" cy="1972943"/>
          </a:xfrm>
          <a:custGeom>
            <a:avLst/>
            <a:gdLst>
              <a:gd name="T0" fmla="*/ 1457 w 1544"/>
              <a:gd name="T1" fmla="*/ 1011 h 2133"/>
              <a:gd name="T2" fmla="*/ 1457 w 1544"/>
              <a:gd name="T3" fmla="*/ 1011 h 2133"/>
              <a:gd name="T4" fmla="*/ 1449 w 1544"/>
              <a:gd name="T5" fmla="*/ 994 h 2133"/>
              <a:gd name="T6" fmla="*/ 1397 w 1544"/>
              <a:gd name="T7" fmla="*/ 916 h 2133"/>
              <a:gd name="T8" fmla="*/ 883 w 1544"/>
              <a:gd name="T9" fmla="*/ 85 h 2133"/>
              <a:gd name="T10" fmla="*/ 660 w 1544"/>
              <a:gd name="T11" fmla="*/ 85 h 2133"/>
              <a:gd name="T12" fmla="*/ 137 w 1544"/>
              <a:gd name="T13" fmla="*/ 925 h 2133"/>
              <a:gd name="T14" fmla="*/ 103 w 1544"/>
              <a:gd name="T15" fmla="*/ 976 h 2133"/>
              <a:gd name="T16" fmla="*/ 86 w 1544"/>
              <a:gd name="T17" fmla="*/ 1011 h 2133"/>
              <a:gd name="T18" fmla="*/ 0 w 1544"/>
              <a:gd name="T19" fmla="*/ 1362 h 2133"/>
              <a:gd name="T20" fmla="*/ 772 w 1544"/>
              <a:gd name="T21" fmla="*/ 2132 h 2133"/>
              <a:gd name="T22" fmla="*/ 1543 w 1544"/>
              <a:gd name="T23" fmla="*/ 1362 h 2133"/>
              <a:gd name="T24" fmla="*/ 1457 w 1544"/>
              <a:gd name="T25" fmla="*/ 1011 h 2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44" h="2133">
                <a:moveTo>
                  <a:pt x="1457" y="1011"/>
                </a:moveTo>
                <a:lnTo>
                  <a:pt x="1457" y="1011"/>
                </a:lnTo>
                <a:cubicBezTo>
                  <a:pt x="1449" y="994"/>
                  <a:pt x="1449" y="994"/>
                  <a:pt x="1449" y="994"/>
                </a:cubicBezTo>
                <a:cubicBezTo>
                  <a:pt x="1440" y="968"/>
                  <a:pt x="1423" y="942"/>
                  <a:pt x="1397" y="916"/>
                </a:cubicBezTo>
                <a:cubicBezTo>
                  <a:pt x="883" y="85"/>
                  <a:pt x="883" y="85"/>
                  <a:pt x="883" y="85"/>
                </a:cubicBezTo>
                <a:cubicBezTo>
                  <a:pt x="832" y="0"/>
                  <a:pt x="711" y="0"/>
                  <a:pt x="660" y="85"/>
                </a:cubicBezTo>
                <a:cubicBezTo>
                  <a:pt x="137" y="925"/>
                  <a:pt x="137" y="925"/>
                  <a:pt x="137" y="925"/>
                </a:cubicBezTo>
                <a:cubicBezTo>
                  <a:pt x="120" y="942"/>
                  <a:pt x="112" y="959"/>
                  <a:pt x="103" y="976"/>
                </a:cubicBezTo>
                <a:cubicBezTo>
                  <a:pt x="86" y="1011"/>
                  <a:pt x="86" y="1011"/>
                  <a:pt x="86" y="1011"/>
                </a:cubicBezTo>
                <a:cubicBezTo>
                  <a:pt x="26" y="1122"/>
                  <a:pt x="0" y="1234"/>
                  <a:pt x="0" y="1362"/>
                </a:cubicBezTo>
                <a:cubicBezTo>
                  <a:pt x="0" y="1781"/>
                  <a:pt x="343" y="2132"/>
                  <a:pt x="772" y="2132"/>
                </a:cubicBezTo>
                <a:cubicBezTo>
                  <a:pt x="1200" y="2132"/>
                  <a:pt x="1543" y="1790"/>
                  <a:pt x="1543" y="1362"/>
                </a:cubicBezTo>
                <a:cubicBezTo>
                  <a:pt x="1543" y="1234"/>
                  <a:pt x="1517" y="1114"/>
                  <a:pt x="1457" y="1011"/>
                </a:cubicBezTo>
              </a:path>
            </a:pathLst>
          </a:custGeom>
          <a:solidFill>
            <a:schemeClr val="accent3"/>
          </a:solidFill>
          <a:ln w="63500" cap="flat">
            <a:solidFill>
              <a:srgbClr val="FFFFFF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6998D8-08E5-124B-8F55-0B1092D628C3}"/>
              </a:ext>
            </a:extLst>
          </p:cNvPr>
          <p:cNvSpPr txBox="1"/>
          <p:nvPr/>
        </p:nvSpPr>
        <p:spPr>
          <a:xfrm flipH="1">
            <a:off x="15082277" y="5312933"/>
            <a:ext cx="114952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A+</a:t>
            </a: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75D13C36-020F-2446-A65D-7CBCE559F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85613" y="5227211"/>
            <a:ext cx="1569389" cy="4920130"/>
          </a:xfrm>
          <a:custGeom>
            <a:avLst/>
            <a:gdLst>
              <a:gd name="T0" fmla="*/ 849 w 1698"/>
              <a:gd name="T1" fmla="*/ 5320 h 5321"/>
              <a:gd name="T2" fmla="*/ 849 w 1698"/>
              <a:gd name="T3" fmla="*/ 5320 h 5321"/>
              <a:gd name="T4" fmla="*/ 849 w 1698"/>
              <a:gd name="T5" fmla="*/ 5320 h 5321"/>
              <a:gd name="T6" fmla="*/ 0 w 1698"/>
              <a:gd name="T7" fmla="*/ 4472 h 5321"/>
              <a:gd name="T8" fmla="*/ 0 w 1698"/>
              <a:gd name="T9" fmla="*/ 0 h 5321"/>
              <a:gd name="T10" fmla="*/ 1697 w 1698"/>
              <a:gd name="T11" fmla="*/ 0 h 5321"/>
              <a:gd name="T12" fmla="*/ 1697 w 1698"/>
              <a:gd name="T13" fmla="*/ 4472 h 5321"/>
              <a:gd name="T14" fmla="*/ 849 w 1698"/>
              <a:gd name="T15" fmla="*/ 5320 h 5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98" h="5321">
                <a:moveTo>
                  <a:pt x="849" y="5320"/>
                </a:moveTo>
                <a:lnTo>
                  <a:pt x="849" y="5320"/>
                </a:lnTo>
                <a:lnTo>
                  <a:pt x="849" y="5320"/>
                </a:lnTo>
                <a:cubicBezTo>
                  <a:pt x="377" y="5320"/>
                  <a:pt x="0" y="4943"/>
                  <a:pt x="0" y="4472"/>
                </a:cubicBezTo>
                <a:cubicBezTo>
                  <a:pt x="0" y="0"/>
                  <a:pt x="0" y="0"/>
                  <a:pt x="0" y="0"/>
                </a:cubicBezTo>
                <a:cubicBezTo>
                  <a:pt x="1697" y="0"/>
                  <a:pt x="1697" y="0"/>
                  <a:pt x="1697" y="0"/>
                </a:cubicBezTo>
                <a:cubicBezTo>
                  <a:pt x="1697" y="4472"/>
                  <a:pt x="1697" y="4472"/>
                  <a:pt x="1697" y="4472"/>
                </a:cubicBezTo>
                <a:cubicBezTo>
                  <a:pt x="1697" y="4943"/>
                  <a:pt x="1311" y="5320"/>
                  <a:pt x="849" y="5320"/>
                </a:cubicBezTo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7" name="Freeform 8">
            <a:extLst>
              <a:ext uri="{FF2B5EF4-FFF2-40B4-BE49-F238E27FC236}">
                <a16:creationId xmlns:a16="http://schemas.microsoft.com/office/drawing/2014/main" id="{C6A0A6ED-E055-3346-BC2E-5ED4ADC5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1218" y="5585928"/>
            <a:ext cx="1394106" cy="4483962"/>
          </a:xfrm>
          <a:custGeom>
            <a:avLst/>
            <a:gdLst>
              <a:gd name="T0" fmla="*/ 755 w 1510"/>
              <a:gd name="T1" fmla="*/ 4849 h 4850"/>
              <a:gd name="T2" fmla="*/ 755 w 1510"/>
              <a:gd name="T3" fmla="*/ 4849 h 4850"/>
              <a:gd name="T4" fmla="*/ 755 w 1510"/>
              <a:gd name="T5" fmla="*/ 4849 h 4850"/>
              <a:gd name="T6" fmla="*/ 0 w 1510"/>
              <a:gd name="T7" fmla="*/ 4095 h 4850"/>
              <a:gd name="T8" fmla="*/ 0 w 1510"/>
              <a:gd name="T9" fmla="*/ 0 h 4850"/>
              <a:gd name="T10" fmla="*/ 1509 w 1510"/>
              <a:gd name="T11" fmla="*/ 0 h 4850"/>
              <a:gd name="T12" fmla="*/ 1509 w 1510"/>
              <a:gd name="T13" fmla="*/ 4095 h 4850"/>
              <a:gd name="T14" fmla="*/ 755 w 1510"/>
              <a:gd name="T15" fmla="*/ 4849 h 4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10" h="4850">
                <a:moveTo>
                  <a:pt x="755" y="4849"/>
                </a:moveTo>
                <a:lnTo>
                  <a:pt x="755" y="4849"/>
                </a:lnTo>
                <a:lnTo>
                  <a:pt x="755" y="4849"/>
                </a:lnTo>
                <a:cubicBezTo>
                  <a:pt x="335" y="4849"/>
                  <a:pt x="0" y="4507"/>
                  <a:pt x="0" y="4095"/>
                </a:cubicBezTo>
                <a:cubicBezTo>
                  <a:pt x="0" y="0"/>
                  <a:pt x="0" y="0"/>
                  <a:pt x="0" y="0"/>
                </a:cubicBezTo>
                <a:cubicBezTo>
                  <a:pt x="1509" y="0"/>
                  <a:pt x="1509" y="0"/>
                  <a:pt x="1509" y="0"/>
                </a:cubicBezTo>
                <a:cubicBezTo>
                  <a:pt x="1509" y="4095"/>
                  <a:pt x="1509" y="4095"/>
                  <a:pt x="1509" y="4095"/>
                </a:cubicBezTo>
                <a:cubicBezTo>
                  <a:pt x="1509" y="4507"/>
                  <a:pt x="1166" y="4849"/>
                  <a:pt x="755" y="4849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58" name="Freeform 9">
            <a:extLst>
              <a:ext uri="{FF2B5EF4-FFF2-40B4-BE49-F238E27FC236}">
                <a16:creationId xmlns:a16="http://schemas.microsoft.com/office/drawing/2014/main" id="{E8BF0CD4-C7F1-D147-8308-C4FFBE8E8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42943" y="4958174"/>
            <a:ext cx="1854730" cy="269038"/>
          </a:xfrm>
          <a:custGeom>
            <a:avLst/>
            <a:gdLst>
              <a:gd name="T0" fmla="*/ 1860 w 2006"/>
              <a:gd name="T1" fmla="*/ 292 h 293"/>
              <a:gd name="T2" fmla="*/ 1860 w 2006"/>
              <a:gd name="T3" fmla="*/ 292 h 293"/>
              <a:gd name="T4" fmla="*/ 146 w 2006"/>
              <a:gd name="T5" fmla="*/ 292 h 293"/>
              <a:gd name="T6" fmla="*/ 0 w 2006"/>
              <a:gd name="T7" fmla="*/ 146 h 293"/>
              <a:gd name="T8" fmla="*/ 0 w 2006"/>
              <a:gd name="T9" fmla="*/ 146 h 293"/>
              <a:gd name="T10" fmla="*/ 146 w 2006"/>
              <a:gd name="T11" fmla="*/ 0 h 293"/>
              <a:gd name="T12" fmla="*/ 1860 w 2006"/>
              <a:gd name="T13" fmla="*/ 0 h 293"/>
              <a:gd name="T14" fmla="*/ 2005 w 2006"/>
              <a:gd name="T15" fmla="*/ 146 h 293"/>
              <a:gd name="T16" fmla="*/ 2005 w 2006"/>
              <a:gd name="T17" fmla="*/ 146 h 293"/>
              <a:gd name="T18" fmla="*/ 1860 w 2006"/>
              <a:gd name="T19" fmla="*/ 292 h 2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06" h="293">
                <a:moveTo>
                  <a:pt x="1860" y="292"/>
                </a:moveTo>
                <a:lnTo>
                  <a:pt x="1860" y="292"/>
                </a:lnTo>
                <a:cubicBezTo>
                  <a:pt x="146" y="292"/>
                  <a:pt x="146" y="292"/>
                  <a:pt x="146" y="292"/>
                </a:cubicBezTo>
                <a:cubicBezTo>
                  <a:pt x="60" y="292"/>
                  <a:pt x="0" y="232"/>
                  <a:pt x="0" y="146"/>
                </a:cubicBezTo>
                <a:lnTo>
                  <a:pt x="0" y="146"/>
                </a:lnTo>
                <a:cubicBezTo>
                  <a:pt x="0" y="69"/>
                  <a:pt x="60" y="0"/>
                  <a:pt x="146" y="0"/>
                </a:cubicBezTo>
                <a:cubicBezTo>
                  <a:pt x="1860" y="0"/>
                  <a:pt x="1860" y="0"/>
                  <a:pt x="1860" y="0"/>
                </a:cubicBezTo>
                <a:cubicBezTo>
                  <a:pt x="1937" y="0"/>
                  <a:pt x="2005" y="69"/>
                  <a:pt x="2005" y="146"/>
                </a:cubicBezTo>
                <a:lnTo>
                  <a:pt x="2005" y="146"/>
                </a:lnTo>
                <a:cubicBezTo>
                  <a:pt x="2005" y="232"/>
                  <a:pt x="1937" y="292"/>
                  <a:pt x="1860" y="29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s-MX" sz="1400" b="1">
              <a:latin typeface="Century Gothic" panose="020B0502020202020204" pitchFamily="34" charset="0"/>
            </a:endParaRPr>
          </a:p>
        </p:txBody>
      </p:sp>
      <p:sp>
        <p:nvSpPr>
          <p:cNvPr id="66" name="Freeform 10">
            <a:extLst>
              <a:ext uri="{FF2B5EF4-FFF2-40B4-BE49-F238E27FC236}">
                <a16:creationId xmlns:a16="http://schemas.microsoft.com/office/drawing/2014/main" id="{0226CDB4-1000-FD45-B209-9FE95C55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6804" y="4587229"/>
            <a:ext cx="1426717" cy="1972943"/>
          </a:xfrm>
          <a:custGeom>
            <a:avLst/>
            <a:gdLst>
              <a:gd name="T0" fmla="*/ 1457 w 1544"/>
              <a:gd name="T1" fmla="*/ 1011 h 2133"/>
              <a:gd name="T2" fmla="*/ 1457 w 1544"/>
              <a:gd name="T3" fmla="*/ 1011 h 2133"/>
              <a:gd name="T4" fmla="*/ 1449 w 1544"/>
              <a:gd name="T5" fmla="*/ 994 h 2133"/>
              <a:gd name="T6" fmla="*/ 1397 w 1544"/>
              <a:gd name="T7" fmla="*/ 916 h 2133"/>
              <a:gd name="T8" fmla="*/ 883 w 1544"/>
              <a:gd name="T9" fmla="*/ 85 h 2133"/>
              <a:gd name="T10" fmla="*/ 660 w 1544"/>
              <a:gd name="T11" fmla="*/ 85 h 2133"/>
              <a:gd name="T12" fmla="*/ 137 w 1544"/>
              <a:gd name="T13" fmla="*/ 925 h 2133"/>
              <a:gd name="T14" fmla="*/ 103 w 1544"/>
              <a:gd name="T15" fmla="*/ 976 h 2133"/>
              <a:gd name="T16" fmla="*/ 78 w 1544"/>
              <a:gd name="T17" fmla="*/ 1011 h 2133"/>
              <a:gd name="T18" fmla="*/ 0 w 1544"/>
              <a:gd name="T19" fmla="*/ 1362 h 2133"/>
              <a:gd name="T20" fmla="*/ 763 w 1544"/>
              <a:gd name="T21" fmla="*/ 2132 h 2133"/>
              <a:gd name="T22" fmla="*/ 1543 w 1544"/>
              <a:gd name="T23" fmla="*/ 1362 h 2133"/>
              <a:gd name="T24" fmla="*/ 1457 w 1544"/>
              <a:gd name="T25" fmla="*/ 1011 h 2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544" h="2133">
                <a:moveTo>
                  <a:pt x="1457" y="1011"/>
                </a:moveTo>
                <a:lnTo>
                  <a:pt x="1457" y="1011"/>
                </a:lnTo>
                <a:cubicBezTo>
                  <a:pt x="1449" y="994"/>
                  <a:pt x="1449" y="994"/>
                  <a:pt x="1449" y="994"/>
                </a:cubicBezTo>
                <a:cubicBezTo>
                  <a:pt x="1431" y="968"/>
                  <a:pt x="1414" y="942"/>
                  <a:pt x="1397" y="916"/>
                </a:cubicBezTo>
                <a:cubicBezTo>
                  <a:pt x="883" y="85"/>
                  <a:pt x="883" y="85"/>
                  <a:pt x="883" y="85"/>
                </a:cubicBezTo>
                <a:cubicBezTo>
                  <a:pt x="832" y="0"/>
                  <a:pt x="712" y="0"/>
                  <a:pt x="660" y="85"/>
                </a:cubicBezTo>
                <a:cubicBezTo>
                  <a:pt x="137" y="925"/>
                  <a:pt x="137" y="925"/>
                  <a:pt x="137" y="925"/>
                </a:cubicBezTo>
                <a:cubicBezTo>
                  <a:pt x="120" y="942"/>
                  <a:pt x="112" y="959"/>
                  <a:pt x="103" y="976"/>
                </a:cubicBezTo>
                <a:cubicBezTo>
                  <a:pt x="78" y="1011"/>
                  <a:pt x="78" y="1011"/>
                  <a:pt x="78" y="1011"/>
                </a:cubicBezTo>
                <a:cubicBezTo>
                  <a:pt x="26" y="1122"/>
                  <a:pt x="0" y="1234"/>
                  <a:pt x="0" y="1362"/>
                </a:cubicBezTo>
                <a:cubicBezTo>
                  <a:pt x="0" y="1781"/>
                  <a:pt x="343" y="2132"/>
                  <a:pt x="763" y="2132"/>
                </a:cubicBezTo>
                <a:cubicBezTo>
                  <a:pt x="1192" y="2132"/>
                  <a:pt x="1543" y="1790"/>
                  <a:pt x="1543" y="1362"/>
                </a:cubicBezTo>
                <a:cubicBezTo>
                  <a:pt x="1543" y="1234"/>
                  <a:pt x="1509" y="1114"/>
                  <a:pt x="1457" y="1011"/>
                </a:cubicBezTo>
              </a:path>
            </a:pathLst>
          </a:custGeom>
          <a:solidFill>
            <a:schemeClr val="accent4"/>
          </a:solidFill>
          <a:ln w="63500" cap="flat">
            <a:solidFill>
              <a:srgbClr val="FFFFFF"/>
            </a:solidFill>
            <a:bevel/>
            <a:headEnd/>
            <a:tailEnd/>
          </a:ln>
          <a:effectLst/>
        </p:spPr>
        <p:txBody>
          <a:bodyPr wrap="none" anchor="ctr"/>
          <a:lstStyle/>
          <a:p>
            <a:endParaRPr lang="es-MX" sz="1400">
              <a:latin typeface="Century Gothic" panose="020B0502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2A668B-8626-674D-A61A-F65A62AF6502}"/>
              </a:ext>
            </a:extLst>
          </p:cNvPr>
          <p:cNvSpPr txBox="1"/>
          <p:nvPr/>
        </p:nvSpPr>
        <p:spPr>
          <a:xfrm flipH="1">
            <a:off x="21135398" y="5312933"/>
            <a:ext cx="114952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A-</a:t>
            </a:r>
          </a:p>
        </p:txBody>
      </p:sp>
      <p:sp>
        <p:nvSpPr>
          <p:cNvPr id="83" name="CuadroTexto 395">
            <a:extLst>
              <a:ext uri="{FF2B5EF4-FFF2-40B4-BE49-F238E27FC236}">
                <a16:creationId xmlns:a16="http://schemas.microsoft.com/office/drawing/2014/main" id="{138FC029-1B2A-1D45-856F-9CBD7306FAE6}"/>
              </a:ext>
            </a:extLst>
          </p:cNvPr>
          <p:cNvSpPr txBox="1"/>
          <p:nvPr/>
        </p:nvSpPr>
        <p:spPr>
          <a:xfrm flipH="1">
            <a:off x="1070019" y="1042165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37CD24-FA7C-ED4D-8A51-A2C40D91E053}"/>
              </a:ext>
            </a:extLst>
          </p:cNvPr>
          <p:cNvSpPr txBox="1"/>
          <p:nvPr/>
        </p:nvSpPr>
        <p:spPr>
          <a:xfrm flipH="1">
            <a:off x="764146" y="11105974"/>
            <a:ext cx="5233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86" name="CuadroTexto 395">
            <a:extLst>
              <a:ext uri="{FF2B5EF4-FFF2-40B4-BE49-F238E27FC236}">
                <a16:creationId xmlns:a16="http://schemas.microsoft.com/office/drawing/2014/main" id="{37A37B4D-5174-8947-95DE-4ED4535591C3}"/>
              </a:ext>
            </a:extLst>
          </p:cNvPr>
          <p:cNvSpPr txBox="1"/>
          <p:nvPr/>
        </p:nvSpPr>
        <p:spPr>
          <a:xfrm flipH="1">
            <a:off x="6744488" y="1042165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778C327-7650-5348-B9CA-1C9830355326}"/>
              </a:ext>
            </a:extLst>
          </p:cNvPr>
          <p:cNvSpPr txBox="1"/>
          <p:nvPr/>
        </p:nvSpPr>
        <p:spPr>
          <a:xfrm flipH="1">
            <a:off x="6438615" y="11105974"/>
            <a:ext cx="5233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89" name="CuadroTexto 395">
            <a:extLst>
              <a:ext uri="{FF2B5EF4-FFF2-40B4-BE49-F238E27FC236}">
                <a16:creationId xmlns:a16="http://schemas.microsoft.com/office/drawing/2014/main" id="{EF3CBAED-2120-B043-9CC4-CB732F466E56}"/>
              </a:ext>
            </a:extLst>
          </p:cNvPr>
          <p:cNvSpPr txBox="1"/>
          <p:nvPr/>
        </p:nvSpPr>
        <p:spPr>
          <a:xfrm flipH="1">
            <a:off x="12614513" y="1042165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351173-751F-7C45-A742-0F60FEB12A3B}"/>
              </a:ext>
            </a:extLst>
          </p:cNvPr>
          <p:cNvSpPr txBox="1"/>
          <p:nvPr/>
        </p:nvSpPr>
        <p:spPr>
          <a:xfrm flipH="1">
            <a:off x="12308640" y="11105974"/>
            <a:ext cx="5233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2" name="CuadroTexto 395">
            <a:extLst>
              <a:ext uri="{FF2B5EF4-FFF2-40B4-BE49-F238E27FC236}">
                <a16:creationId xmlns:a16="http://schemas.microsoft.com/office/drawing/2014/main" id="{C0E810A9-9068-D042-BB0D-A4D989C8BF9A}"/>
              </a:ext>
            </a:extLst>
          </p:cNvPr>
          <p:cNvSpPr txBox="1"/>
          <p:nvPr/>
        </p:nvSpPr>
        <p:spPr>
          <a:xfrm flipH="1">
            <a:off x="18685977" y="1042165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B17F354-9C54-B945-B240-2AAF83D54F58}"/>
              </a:ext>
            </a:extLst>
          </p:cNvPr>
          <p:cNvSpPr txBox="1"/>
          <p:nvPr/>
        </p:nvSpPr>
        <p:spPr>
          <a:xfrm flipH="1">
            <a:off x="18380104" y="11105974"/>
            <a:ext cx="523340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0D43A424-5FF6-9C46-8D62-1FA541D880D0}"/>
              </a:ext>
            </a:extLst>
          </p:cNvPr>
          <p:cNvSpPr/>
          <p:nvPr/>
        </p:nvSpPr>
        <p:spPr>
          <a:xfrm>
            <a:off x="5500667" y="6872139"/>
            <a:ext cx="1412513" cy="1630274"/>
          </a:xfrm>
          <a:prstGeom prst="rightArrow">
            <a:avLst>
              <a:gd name="adj1" fmla="val 57826"/>
              <a:gd name="adj2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BE6BD014-2710-B34C-9387-CE94CAB70BAD}"/>
              </a:ext>
            </a:extLst>
          </p:cNvPr>
          <p:cNvSpPr/>
          <p:nvPr/>
        </p:nvSpPr>
        <p:spPr>
          <a:xfrm>
            <a:off x="11482568" y="6872139"/>
            <a:ext cx="1412513" cy="1630274"/>
          </a:xfrm>
          <a:prstGeom prst="rightArrow">
            <a:avLst>
              <a:gd name="adj1" fmla="val 57826"/>
              <a:gd name="adj2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95" name="Right Arrow 94">
            <a:extLst>
              <a:ext uri="{FF2B5EF4-FFF2-40B4-BE49-F238E27FC236}">
                <a16:creationId xmlns:a16="http://schemas.microsoft.com/office/drawing/2014/main" id="{C97DF0D5-0946-4742-B6AD-278F903801BF}"/>
              </a:ext>
            </a:extLst>
          </p:cNvPr>
          <p:cNvSpPr/>
          <p:nvPr/>
        </p:nvSpPr>
        <p:spPr>
          <a:xfrm>
            <a:off x="17273464" y="6872139"/>
            <a:ext cx="1412513" cy="1630274"/>
          </a:xfrm>
          <a:prstGeom prst="rightArrow">
            <a:avLst>
              <a:gd name="adj1" fmla="val 57826"/>
              <a:gd name="adj2" fmla="val 5000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20D9EA-7CE1-4D41-9624-7376571FDDAA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60" name="CuadroTexto 350">
              <a:extLst>
                <a:ext uri="{FF2B5EF4-FFF2-40B4-BE49-F238E27FC236}">
                  <a16:creationId xmlns:a16="http://schemas.microsoft.com/office/drawing/2014/main" id="{388262CC-3CE9-FF47-8176-71895858B3AB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61" name="CuadroTexto 351">
              <a:extLst>
                <a:ext uri="{FF2B5EF4-FFF2-40B4-BE49-F238E27FC236}">
                  <a16:creationId xmlns:a16="http://schemas.microsoft.com/office/drawing/2014/main" id="{7D9BEDCE-AEF1-A743-9935-36735A68F237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588B97F-98B7-A940-8836-2AC9482D010F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284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066E0C2-6837-2944-9E68-DC39E197B339}"/>
              </a:ext>
            </a:extLst>
          </p:cNvPr>
          <p:cNvGrpSpPr/>
          <p:nvPr/>
        </p:nvGrpSpPr>
        <p:grpSpPr>
          <a:xfrm>
            <a:off x="9215848" y="5439508"/>
            <a:ext cx="5945954" cy="5945954"/>
            <a:chOff x="8375650" y="4435187"/>
            <a:chExt cx="7626350" cy="76263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061BE00-789B-784A-9B16-294B09A43196}"/>
                </a:ext>
              </a:extLst>
            </p:cNvPr>
            <p:cNvGrpSpPr/>
            <p:nvPr/>
          </p:nvGrpSpPr>
          <p:grpSpPr>
            <a:xfrm>
              <a:off x="8375650" y="4435187"/>
              <a:ext cx="7626350" cy="7626350"/>
              <a:chOff x="6446520" y="4663440"/>
              <a:chExt cx="6858000" cy="6858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9E58B34-2A93-824B-8EFD-07C7C090EEB3}"/>
                  </a:ext>
                </a:extLst>
              </p:cNvPr>
              <p:cNvSpPr/>
              <p:nvPr/>
            </p:nvSpPr>
            <p:spPr>
              <a:xfrm>
                <a:off x="6446520" y="4663440"/>
                <a:ext cx="3429000" cy="3429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entury Gothic" panose="020B0502020202020204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4455DA-3EE2-D14C-9C9D-F0C2362C2662}"/>
                  </a:ext>
                </a:extLst>
              </p:cNvPr>
              <p:cNvSpPr/>
              <p:nvPr/>
            </p:nvSpPr>
            <p:spPr>
              <a:xfrm>
                <a:off x="9875520" y="4663440"/>
                <a:ext cx="3429000" cy="342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entury Gothic" panose="020B0502020202020204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A68C818-2986-9349-8041-B62D08C4E091}"/>
                  </a:ext>
                </a:extLst>
              </p:cNvPr>
              <p:cNvSpPr/>
              <p:nvPr/>
            </p:nvSpPr>
            <p:spPr>
              <a:xfrm>
                <a:off x="6446520" y="8092440"/>
                <a:ext cx="3429000" cy="3429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entury Gothic" panose="020B0502020202020204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96DD17C-5EF2-234D-848A-DF0EADF2B33C}"/>
                  </a:ext>
                </a:extLst>
              </p:cNvPr>
              <p:cNvSpPr/>
              <p:nvPr/>
            </p:nvSpPr>
            <p:spPr>
              <a:xfrm>
                <a:off x="9875520" y="8092440"/>
                <a:ext cx="3429000" cy="3429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24" name="Freeform 90">
              <a:extLst>
                <a:ext uri="{FF2B5EF4-FFF2-40B4-BE49-F238E27FC236}">
                  <a16:creationId xmlns:a16="http://schemas.microsoft.com/office/drawing/2014/main" id="{E2E5CE24-691F-8642-9C1F-6A4E9772C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9488" y="5889357"/>
              <a:ext cx="4718674" cy="4718674"/>
            </a:xfrm>
            <a:custGeom>
              <a:avLst/>
              <a:gdLst>
                <a:gd name="T0" fmla="*/ 5386 w 7707"/>
                <a:gd name="T1" fmla="*/ 2329 h 7706"/>
                <a:gd name="T2" fmla="*/ 5386 w 7707"/>
                <a:gd name="T3" fmla="*/ 0 h 7706"/>
                <a:gd name="T4" fmla="*/ 3848 w 7707"/>
                <a:gd name="T5" fmla="*/ 0 h 7706"/>
                <a:gd name="T6" fmla="*/ 2320 w 7707"/>
                <a:gd name="T7" fmla="*/ 0 h 7706"/>
                <a:gd name="T8" fmla="*/ 2320 w 7707"/>
                <a:gd name="T9" fmla="*/ 2329 h 7706"/>
                <a:gd name="T10" fmla="*/ 0 w 7707"/>
                <a:gd name="T11" fmla="*/ 2329 h 7706"/>
                <a:gd name="T12" fmla="*/ 0 w 7707"/>
                <a:gd name="T13" fmla="*/ 3994 h 7706"/>
                <a:gd name="T14" fmla="*/ 0 w 7707"/>
                <a:gd name="T15" fmla="*/ 5385 h 7706"/>
                <a:gd name="T16" fmla="*/ 2320 w 7707"/>
                <a:gd name="T17" fmla="*/ 5385 h 7706"/>
                <a:gd name="T18" fmla="*/ 2320 w 7707"/>
                <a:gd name="T19" fmla="*/ 7705 h 7706"/>
                <a:gd name="T20" fmla="*/ 3848 w 7707"/>
                <a:gd name="T21" fmla="*/ 7705 h 7706"/>
                <a:gd name="T22" fmla="*/ 5386 w 7707"/>
                <a:gd name="T23" fmla="*/ 7705 h 7706"/>
                <a:gd name="T24" fmla="*/ 5386 w 7707"/>
                <a:gd name="T25" fmla="*/ 5385 h 7706"/>
                <a:gd name="T26" fmla="*/ 7706 w 7707"/>
                <a:gd name="T27" fmla="*/ 5385 h 7706"/>
                <a:gd name="T28" fmla="*/ 7706 w 7707"/>
                <a:gd name="T29" fmla="*/ 3994 h 7706"/>
                <a:gd name="T30" fmla="*/ 7706 w 7707"/>
                <a:gd name="T31" fmla="*/ 2329 h 7706"/>
                <a:gd name="T32" fmla="*/ 5386 w 7707"/>
                <a:gd name="T33" fmla="*/ 2329 h 7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707" h="7706">
                  <a:moveTo>
                    <a:pt x="5386" y="2329"/>
                  </a:moveTo>
                  <a:lnTo>
                    <a:pt x="5386" y="0"/>
                  </a:lnTo>
                  <a:lnTo>
                    <a:pt x="3848" y="0"/>
                  </a:lnTo>
                  <a:lnTo>
                    <a:pt x="2320" y="0"/>
                  </a:lnTo>
                  <a:lnTo>
                    <a:pt x="2320" y="2329"/>
                  </a:lnTo>
                  <a:lnTo>
                    <a:pt x="0" y="2329"/>
                  </a:lnTo>
                  <a:lnTo>
                    <a:pt x="0" y="3994"/>
                  </a:lnTo>
                  <a:lnTo>
                    <a:pt x="0" y="5385"/>
                  </a:lnTo>
                  <a:lnTo>
                    <a:pt x="2320" y="5385"/>
                  </a:lnTo>
                  <a:lnTo>
                    <a:pt x="2320" y="7705"/>
                  </a:lnTo>
                  <a:lnTo>
                    <a:pt x="3848" y="7705"/>
                  </a:lnTo>
                  <a:lnTo>
                    <a:pt x="5386" y="7705"/>
                  </a:lnTo>
                  <a:lnTo>
                    <a:pt x="5386" y="5385"/>
                  </a:lnTo>
                  <a:lnTo>
                    <a:pt x="7706" y="5385"/>
                  </a:lnTo>
                  <a:lnTo>
                    <a:pt x="7706" y="3994"/>
                  </a:lnTo>
                  <a:lnTo>
                    <a:pt x="7706" y="2329"/>
                  </a:lnTo>
                  <a:lnTo>
                    <a:pt x="5386" y="2329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sp>
        <p:nvSpPr>
          <p:cNvPr id="36" name="CuadroTexto 395">
            <a:extLst>
              <a:ext uri="{FF2B5EF4-FFF2-40B4-BE49-F238E27FC236}">
                <a16:creationId xmlns:a16="http://schemas.microsoft.com/office/drawing/2014/main" id="{210EA0F9-C390-BB42-B27D-12081E4C39E7}"/>
              </a:ext>
            </a:extLst>
          </p:cNvPr>
          <p:cNvSpPr txBox="1"/>
          <p:nvPr/>
        </p:nvSpPr>
        <p:spPr>
          <a:xfrm flipH="1">
            <a:off x="3932044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11A258-47D6-664D-90E8-BDBBE0CADC07}"/>
              </a:ext>
            </a:extLst>
          </p:cNvPr>
          <p:cNvSpPr txBox="1"/>
          <p:nvPr/>
        </p:nvSpPr>
        <p:spPr>
          <a:xfrm flipH="1">
            <a:off x="1155032" y="6723104"/>
            <a:ext cx="7398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3" name="CuadroTexto 395">
            <a:extLst>
              <a:ext uri="{FF2B5EF4-FFF2-40B4-BE49-F238E27FC236}">
                <a16:creationId xmlns:a16="http://schemas.microsoft.com/office/drawing/2014/main" id="{E5831006-817B-5F47-A488-09F8753D75CC}"/>
              </a:ext>
            </a:extLst>
          </p:cNvPr>
          <p:cNvSpPr txBox="1"/>
          <p:nvPr/>
        </p:nvSpPr>
        <p:spPr>
          <a:xfrm flipH="1">
            <a:off x="3932044" y="90797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Hospitals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99983F-3412-014A-83CB-4F14B19C1BE1}"/>
              </a:ext>
            </a:extLst>
          </p:cNvPr>
          <p:cNvSpPr txBox="1"/>
          <p:nvPr/>
        </p:nvSpPr>
        <p:spPr>
          <a:xfrm flipH="1">
            <a:off x="1155032" y="9764077"/>
            <a:ext cx="7398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6" name="CuadroTexto 395">
            <a:extLst>
              <a:ext uri="{FF2B5EF4-FFF2-40B4-BE49-F238E27FC236}">
                <a16:creationId xmlns:a16="http://schemas.microsoft.com/office/drawing/2014/main" id="{756D12E4-386D-3A41-9A78-D1B3255196E4}"/>
              </a:ext>
            </a:extLst>
          </p:cNvPr>
          <p:cNvSpPr txBox="1"/>
          <p:nvPr/>
        </p:nvSpPr>
        <p:spPr>
          <a:xfrm>
            <a:off x="15833478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Research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1ADEA5-3298-C341-9C75-4C0C6E5D0C5A}"/>
              </a:ext>
            </a:extLst>
          </p:cNvPr>
          <p:cNvSpPr txBox="1"/>
          <p:nvPr/>
        </p:nvSpPr>
        <p:spPr>
          <a:xfrm>
            <a:off x="15833479" y="6723104"/>
            <a:ext cx="7398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9" name="CuadroTexto 395">
            <a:extLst>
              <a:ext uri="{FF2B5EF4-FFF2-40B4-BE49-F238E27FC236}">
                <a16:creationId xmlns:a16="http://schemas.microsoft.com/office/drawing/2014/main" id="{0855763B-E50E-D848-96A5-3321732AF949}"/>
              </a:ext>
            </a:extLst>
          </p:cNvPr>
          <p:cNvSpPr txBox="1"/>
          <p:nvPr/>
        </p:nvSpPr>
        <p:spPr>
          <a:xfrm>
            <a:off x="15833478" y="90797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Doctors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407748-1280-CD4F-9CAE-A0F478208DC2}"/>
              </a:ext>
            </a:extLst>
          </p:cNvPr>
          <p:cNvSpPr txBox="1"/>
          <p:nvPr/>
        </p:nvSpPr>
        <p:spPr>
          <a:xfrm>
            <a:off x="15833479" y="9764077"/>
            <a:ext cx="7398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1" name="Gráfico 239">
            <a:extLst>
              <a:ext uri="{FF2B5EF4-FFF2-40B4-BE49-F238E27FC236}">
                <a16:creationId xmlns:a16="http://schemas.microsoft.com/office/drawing/2014/main" id="{8C462729-7B04-5548-A506-F552D048C5E5}"/>
              </a:ext>
            </a:extLst>
          </p:cNvPr>
          <p:cNvSpPr/>
          <p:nvPr/>
        </p:nvSpPr>
        <p:spPr>
          <a:xfrm>
            <a:off x="9983646" y="10018644"/>
            <a:ext cx="719580" cy="719578"/>
          </a:xfrm>
          <a:custGeom>
            <a:avLst/>
            <a:gdLst>
              <a:gd name="connsiteX0" fmla="*/ 519307 w 571237"/>
              <a:gd name="connsiteY0" fmla="*/ 0 h 571237"/>
              <a:gd name="connsiteX1" fmla="*/ 51931 w 571237"/>
              <a:gd name="connsiteY1" fmla="*/ 0 h 571237"/>
              <a:gd name="connsiteX2" fmla="*/ 0 w 571237"/>
              <a:gd name="connsiteY2" fmla="*/ 51931 h 571237"/>
              <a:gd name="connsiteX3" fmla="*/ 0 w 571237"/>
              <a:gd name="connsiteY3" fmla="*/ 519307 h 571237"/>
              <a:gd name="connsiteX4" fmla="*/ 51931 w 571237"/>
              <a:gd name="connsiteY4" fmla="*/ 571238 h 571237"/>
              <a:gd name="connsiteX5" fmla="*/ 519307 w 571237"/>
              <a:gd name="connsiteY5" fmla="*/ 571238 h 571237"/>
              <a:gd name="connsiteX6" fmla="*/ 571238 w 571237"/>
              <a:gd name="connsiteY6" fmla="*/ 519307 h 571237"/>
              <a:gd name="connsiteX7" fmla="*/ 571238 w 571237"/>
              <a:gd name="connsiteY7" fmla="*/ 51931 h 571237"/>
              <a:gd name="connsiteX8" fmla="*/ 519307 w 571237"/>
              <a:gd name="connsiteY8" fmla="*/ 0 h 571237"/>
              <a:gd name="connsiteX9" fmla="*/ 467376 w 571237"/>
              <a:gd name="connsiteY9" fmla="*/ 350532 h 571237"/>
              <a:gd name="connsiteX10" fmla="*/ 454392 w 571237"/>
              <a:gd name="connsiteY10" fmla="*/ 363515 h 571237"/>
              <a:gd name="connsiteX11" fmla="*/ 363513 w 571237"/>
              <a:gd name="connsiteY11" fmla="*/ 363515 h 571237"/>
              <a:gd name="connsiteX12" fmla="*/ 363513 w 571237"/>
              <a:gd name="connsiteY12" fmla="*/ 454394 h 571237"/>
              <a:gd name="connsiteX13" fmla="*/ 350530 w 571237"/>
              <a:gd name="connsiteY13" fmla="*/ 467377 h 571237"/>
              <a:gd name="connsiteX14" fmla="*/ 220705 w 571237"/>
              <a:gd name="connsiteY14" fmla="*/ 467377 h 571237"/>
              <a:gd name="connsiteX15" fmla="*/ 207722 w 571237"/>
              <a:gd name="connsiteY15" fmla="*/ 454394 h 571237"/>
              <a:gd name="connsiteX16" fmla="*/ 207722 w 571237"/>
              <a:gd name="connsiteY16" fmla="*/ 363515 h 571237"/>
              <a:gd name="connsiteX17" fmla="*/ 116844 w 571237"/>
              <a:gd name="connsiteY17" fmla="*/ 363515 h 571237"/>
              <a:gd name="connsiteX18" fmla="*/ 103861 w 571237"/>
              <a:gd name="connsiteY18" fmla="*/ 350532 h 571237"/>
              <a:gd name="connsiteX19" fmla="*/ 103861 w 571237"/>
              <a:gd name="connsiteY19" fmla="*/ 220705 h 571237"/>
              <a:gd name="connsiteX20" fmla="*/ 116844 w 571237"/>
              <a:gd name="connsiteY20" fmla="*/ 207722 h 571237"/>
              <a:gd name="connsiteX21" fmla="*/ 207723 w 571237"/>
              <a:gd name="connsiteY21" fmla="*/ 207722 h 571237"/>
              <a:gd name="connsiteX22" fmla="*/ 207723 w 571237"/>
              <a:gd name="connsiteY22" fmla="*/ 116844 h 571237"/>
              <a:gd name="connsiteX23" fmla="*/ 220706 w 571237"/>
              <a:gd name="connsiteY23" fmla="*/ 103861 h 571237"/>
              <a:gd name="connsiteX24" fmla="*/ 350532 w 571237"/>
              <a:gd name="connsiteY24" fmla="*/ 103861 h 571237"/>
              <a:gd name="connsiteX25" fmla="*/ 363515 w 571237"/>
              <a:gd name="connsiteY25" fmla="*/ 116844 h 571237"/>
              <a:gd name="connsiteX26" fmla="*/ 363515 w 571237"/>
              <a:gd name="connsiteY26" fmla="*/ 207723 h 571237"/>
              <a:gd name="connsiteX27" fmla="*/ 454394 w 571237"/>
              <a:gd name="connsiteY27" fmla="*/ 207723 h 571237"/>
              <a:gd name="connsiteX28" fmla="*/ 467377 w 571237"/>
              <a:gd name="connsiteY28" fmla="*/ 220706 h 571237"/>
              <a:gd name="connsiteX29" fmla="*/ 467377 w 571237"/>
              <a:gd name="connsiteY29" fmla="*/ 350532 h 57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71237" h="571237">
                <a:moveTo>
                  <a:pt x="519307" y="0"/>
                </a:moveTo>
                <a:lnTo>
                  <a:pt x="51931" y="0"/>
                </a:lnTo>
                <a:cubicBezTo>
                  <a:pt x="23290" y="0"/>
                  <a:pt x="0" y="23290"/>
                  <a:pt x="0" y="51931"/>
                </a:cubicBezTo>
                <a:lnTo>
                  <a:pt x="0" y="519307"/>
                </a:lnTo>
                <a:cubicBezTo>
                  <a:pt x="0" y="547947"/>
                  <a:pt x="23290" y="571238"/>
                  <a:pt x="51931" y="571238"/>
                </a:cubicBezTo>
                <a:lnTo>
                  <a:pt x="519307" y="571238"/>
                </a:lnTo>
                <a:cubicBezTo>
                  <a:pt x="547947" y="571238"/>
                  <a:pt x="571238" y="547948"/>
                  <a:pt x="571238" y="519307"/>
                </a:cubicBezTo>
                <a:lnTo>
                  <a:pt x="571238" y="51931"/>
                </a:lnTo>
                <a:cubicBezTo>
                  <a:pt x="571236" y="23290"/>
                  <a:pt x="547947" y="0"/>
                  <a:pt x="519307" y="0"/>
                </a:cubicBezTo>
                <a:close/>
                <a:moveTo>
                  <a:pt x="467376" y="350532"/>
                </a:moveTo>
                <a:cubicBezTo>
                  <a:pt x="467376" y="357708"/>
                  <a:pt x="461569" y="363515"/>
                  <a:pt x="454392" y="363515"/>
                </a:cubicBezTo>
                <a:lnTo>
                  <a:pt x="363513" y="363515"/>
                </a:lnTo>
                <a:lnTo>
                  <a:pt x="363513" y="454394"/>
                </a:lnTo>
                <a:cubicBezTo>
                  <a:pt x="363513" y="461570"/>
                  <a:pt x="357707" y="467377"/>
                  <a:pt x="350530" y="467377"/>
                </a:cubicBezTo>
                <a:lnTo>
                  <a:pt x="220705" y="467377"/>
                </a:lnTo>
                <a:cubicBezTo>
                  <a:pt x="213529" y="467377"/>
                  <a:pt x="207722" y="461570"/>
                  <a:pt x="207722" y="454394"/>
                </a:cubicBezTo>
                <a:lnTo>
                  <a:pt x="207722" y="363515"/>
                </a:lnTo>
                <a:lnTo>
                  <a:pt x="116844" y="363515"/>
                </a:lnTo>
                <a:cubicBezTo>
                  <a:pt x="109668" y="363515"/>
                  <a:pt x="103861" y="357708"/>
                  <a:pt x="103861" y="350532"/>
                </a:cubicBezTo>
                <a:lnTo>
                  <a:pt x="103861" y="220705"/>
                </a:lnTo>
                <a:cubicBezTo>
                  <a:pt x="103861" y="213529"/>
                  <a:pt x="109668" y="207722"/>
                  <a:pt x="116844" y="207722"/>
                </a:cubicBezTo>
                <a:lnTo>
                  <a:pt x="207723" y="207722"/>
                </a:lnTo>
                <a:lnTo>
                  <a:pt x="207723" y="116844"/>
                </a:lnTo>
                <a:cubicBezTo>
                  <a:pt x="207723" y="109668"/>
                  <a:pt x="213530" y="103861"/>
                  <a:pt x="220706" y="103861"/>
                </a:cubicBezTo>
                <a:lnTo>
                  <a:pt x="350532" y="103861"/>
                </a:lnTo>
                <a:cubicBezTo>
                  <a:pt x="357708" y="103861"/>
                  <a:pt x="363515" y="109668"/>
                  <a:pt x="363515" y="116844"/>
                </a:cubicBezTo>
                <a:lnTo>
                  <a:pt x="363515" y="207723"/>
                </a:lnTo>
                <a:lnTo>
                  <a:pt x="454394" y="207723"/>
                </a:lnTo>
                <a:cubicBezTo>
                  <a:pt x="461570" y="207723"/>
                  <a:pt x="467377" y="213530"/>
                  <a:pt x="467377" y="220706"/>
                </a:cubicBezTo>
                <a:lnTo>
                  <a:pt x="467377" y="350532"/>
                </a:lnTo>
                <a:close/>
              </a:path>
            </a:pathLst>
          </a:custGeom>
          <a:solidFill>
            <a:schemeClr val="bg1"/>
          </a:solidFill>
          <a:ln w="11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grpSp>
        <p:nvGrpSpPr>
          <p:cNvPr id="52" name="Gráfico 243">
            <a:extLst>
              <a:ext uri="{FF2B5EF4-FFF2-40B4-BE49-F238E27FC236}">
                <a16:creationId xmlns:a16="http://schemas.microsoft.com/office/drawing/2014/main" id="{FEE41817-6ED3-114D-811F-ED6772E68F4E}"/>
              </a:ext>
            </a:extLst>
          </p:cNvPr>
          <p:cNvGrpSpPr/>
          <p:nvPr/>
        </p:nvGrpSpPr>
        <p:grpSpPr>
          <a:xfrm>
            <a:off x="9989812" y="6078156"/>
            <a:ext cx="719068" cy="719066"/>
            <a:chOff x="5171013" y="4285321"/>
            <a:chExt cx="570831" cy="570831"/>
          </a:xfrm>
          <a:solidFill>
            <a:schemeClr val="bg1"/>
          </a:solidFill>
        </p:grpSpPr>
        <p:sp>
          <p:nvSpPr>
            <p:cNvPr id="53" name="Forma libre 285">
              <a:extLst>
                <a:ext uri="{FF2B5EF4-FFF2-40B4-BE49-F238E27FC236}">
                  <a16:creationId xmlns:a16="http://schemas.microsoft.com/office/drawing/2014/main" id="{53801139-143D-8549-B167-C17A7133C5D9}"/>
                </a:ext>
              </a:extLst>
            </p:cNvPr>
            <p:cNvSpPr/>
            <p:nvPr/>
          </p:nvSpPr>
          <p:spPr>
            <a:xfrm>
              <a:off x="5253107" y="4576323"/>
              <a:ext cx="406641" cy="279828"/>
            </a:xfrm>
            <a:custGeom>
              <a:avLst/>
              <a:gdLst>
                <a:gd name="connsiteX0" fmla="*/ 405395 w 406641"/>
                <a:gd name="connsiteY0" fmla="*/ 27781 h 279828"/>
                <a:gd name="connsiteX1" fmla="*/ 393667 w 406641"/>
                <a:gd name="connsiteY1" fmla="*/ 20360 h 279828"/>
                <a:gd name="connsiteX2" fmla="*/ 294135 w 406641"/>
                <a:gd name="connsiteY2" fmla="*/ 20360 h 279828"/>
                <a:gd name="connsiteX3" fmla="*/ 263232 w 406641"/>
                <a:gd name="connsiteY3" fmla="*/ 5104 h 279828"/>
                <a:gd name="connsiteX4" fmla="*/ 250156 w 406641"/>
                <a:gd name="connsiteY4" fmla="*/ 304 h 279828"/>
                <a:gd name="connsiteX5" fmla="*/ 240270 w 406641"/>
                <a:gd name="connsiteY5" fmla="*/ 10087 h 279828"/>
                <a:gd name="connsiteX6" fmla="*/ 215361 w 406641"/>
                <a:gd name="connsiteY6" fmla="*/ 119764 h 279828"/>
                <a:gd name="connsiteX7" fmla="*/ 182045 w 406641"/>
                <a:gd name="connsiteY7" fmla="*/ 149785 h 279828"/>
                <a:gd name="connsiteX8" fmla="*/ 142580 w 406641"/>
                <a:gd name="connsiteY8" fmla="*/ 128586 h 279828"/>
                <a:gd name="connsiteX9" fmla="*/ 92061 w 406641"/>
                <a:gd name="connsiteY9" fmla="*/ 27524 h 279828"/>
                <a:gd name="connsiteX10" fmla="*/ 80437 w 406641"/>
                <a:gd name="connsiteY10" fmla="*/ 20363 h 279828"/>
                <a:gd name="connsiteX11" fmla="*/ 12974 w 406641"/>
                <a:gd name="connsiteY11" fmla="*/ 20363 h 279828"/>
                <a:gd name="connsiteX12" fmla="*/ 1247 w 406641"/>
                <a:gd name="connsiteY12" fmla="*/ 27783 h 279828"/>
                <a:gd name="connsiteX13" fmla="*/ 2907 w 406641"/>
                <a:gd name="connsiteY13" fmla="*/ 41536 h 279828"/>
                <a:gd name="connsiteX14" fmla="*/ 193253 w 406641"/>
                <a:gd name="connsiteY14" fmla="*/ 275055 h 279828"/>
                <a:gd name="connsiteX15" fmla="*/ 203321 w 406641"/>
                <a:gd name="connsiteY15" fmla="*/ 279829 h 279828"/>
                <a:gd name="connsiteX16" fmla="*/ 213388 w 406641"/>
                <a:gd name="connsiteY16" fmla="*/ 275055 h 279828"/>
                <a:gd name="connsiteX17" fmla="*/ 403735 w 406641"/>
                <a:gd name="connsiteY17" fmla="*/ 41532 h 279828"/>
                <a:gd name="connsiteX18" fmla="*/ 405395 w 406641"/>
                <a:gd name="connsiteY18" fmla="*/ 27781 h 27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6641" h="279828">
                  <a:moveTo>
                    <a:pt x="405395" y="27781"/>
                  </a:moveTo>
                  <a:cubicBezTo>
                    <a:pt x="403241" y="23240"/>
                    <a:pt x="398674" y="20360"/>
                    <a:pt x="393667" y="20360"/>
                  </a:cubicBezTo>
                  <a:lnTo>
                    <a:pt x="294135" y="20360"/>
                  </a:lnTo>
                  <a:cubicBezTo>
                    <a:pt x="281888" y="20360"/>
                    <a:pt x="270628" y="14808"/>
                    <a:pt x="263232" y="5104"/>
                  </a:cubicBezTo>
                  <a:cubicBezTo>
                    <a:pt x="260197" y="1108"/>
                    <a:pt x="255085" y="-786"/>
                    <a:pt x="250156" y="304"/>
                  </a:cubicBezTo>
                  <a:cubicBezTo>
                    <a:pt x="245252" y="1368"/>
                    <a:pt x="241386" y="5182"/>
                    <a:pt x="240270" y="10087"/>
                  </a:cubicBezTo>
                  <a:lnTo>
                    <a:pt x="215361" y="119764"/>
                  </a:lnTo>
                  <a:cubicBezTo>
                    <a:pt x="211703" y="135773"/>
                    <a:pt x="198314" y="147839"/>
                    <a:pt x="182045" y="149785"/>
                  </a:cubicBezTo>
                  <a:cubicBezTo>
                    <a:pt x="164635" y="151912"/>
                    <a:pt x="149871" y="143168"/>
                    <a:pt x="142580" y="128586"/>
                  </a:cubicBezTo>
                  <a:lnTo>
                    <a:pt x="92061" y="27524"/>
                  </a:lnTo>
                  <a:cubicBezTo>
                    <a:pt x="89830" y="23139"/>
                    <a:pt x="85341" y="20363"/>
                    <a:pt x="80437" y="20363"/>
                  </a:cubicBezTo>
                  <a:lnTo>
                    <a:pt x="12974" y="20363"/>
                  </a:lnTo>
                  <a:cubicBezTo>
                    <a:pt x="7966" y="20363"/>
                    <a:pt x="3400" y="23242"/>
                    <a:pt x="1247" y="27783"/>
                  </a:cubicBezTo>
                  <a:cubicBezTo>
                    <a:pt x="-881" y="32298"/>
                    <a:pt x="-258" y="37669"/>
                    <a:pt x="2907" y="41536"/>
                  </a:cubicBezTo>
                  <a:lnTo>
                    <a:pt x="193253" y="275055"/>
                  </a:lnTo>
                  <a:cubicBezTo>
                    <a:pt x="195718" y="278091"/>
                    <a:pt x="199429" y="279829"/>
                    <a:pt x="203321" y="279829"/>
                  </a:cubicBezTo>
                  <a:cubicBezTo>
                    <a:pt x="207213" y="279829"/>
                    <a:pt x="210923" y="278091"/>
                    <a:pt x="213388" y="275055"/>
                  </a:cubicBezTo>
                  <a:lnTo>
                    <a:pt x="403735" y="41532"/>
                  </a:lnTo>
                  <a:cubicBezTo>
                    <a:pt x="406900" y="37667"/>
                    <a:pt x="407522" y="32295"/>
                    <a:pt x="405395" y="27781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54" name="Forma libre 286">
              <a:extLst>
                <a:ext uri="{FF2B5EF4-FFF2-40B4-BE49-F238E27FC236}">
                  <a16:creationId xmlns:a16="http://schemas.microsoft.com/office/drawing/2014/main" id="{6760B23A-569A-E042-9066-0175F0F78090}"/>
                </a:ext>
              </a:extLst>
            </p:cNvPr>
            <p:cNvSpPr/>
            <p:nvPr/>
          </p:nvSpPr>
          <p:spPr>
            <a:xfrm>
              <a:off x="5171013" y="4285321"/>
              <a:ext cx="570832" cy="415150"/>
            </a:xfrm>
            <a:custGeom>
              <a:avLst/>
              <a:gdLst>
                <a:gd name="connsiteX0" fmla="*/ 557858 w 570832"/>
                <a:gd name="connsiteY0" fmla="*/ 259468 h 415150"/>
                <a:gd name="connsiteX1" fmla="*/ 543691 w 570832"/>
                <a:gd name="connsiteY1" fmla="*/ 259468 h 415150"/>
                <a:gd name="connsiteX2" fmla="*/ 570831 w 570832"/>
                <a:gd name="connsiteY2" fmla="*/ 168655 h 415150"/>
                <a:gd name="connsiteX3" fmla="*/ 402176 w 570832"/>
                <a:gd name="connsiteY3" fmla="*/ 0 h 415150"/>
                <a:gd name="connsiteX4" fmla="*/ 285416 w 570832"/>
                <a:gd name="connsiteY4" fmla="*/ 47172 h 415150"/>
                <a:gd name="connsiteX5" fmla="*/ 168655 w 570832"/>
                <a:gd name="connsiteY5" fmla="*/ 0 h 415150"/>
                <a:gd name="connsiteX6" fmla="*/ 0 w 570832"/>
                <a:gd name="connsiteY6" fmla="*/ 168655 h 415150"/>
                <a:gd name="connsiteX7" fmla="*/ 27167 w 570832"/>
                <a:gd name="connsiteY7" fmla="*/ 259469 h 415150"/>
                <a:gd name="connsiteX8" fmla="*/ 12974 w 570832"/>
                <a:gd name="connsiteY8" fmla="*/ 259469 h 415150"/>
                <a:gd name="connsiteX9" fmla="*/ 0 w 570832"/>
                <a:gd name="connsiteY9" fmla="*/ 272442 h 415150"/>
                <a:gd name="connsiteX10" fmla="*/ 12973 w 570832"/>
                <a:gd name="connsiteY10" fmla="*/ 285416 h 415150"/>
                <a:gd name="connsiteX11" fmla="*/ 178566 w 570832"/>
                <a:gd name="connsiteY11" fmla="*/ 285416 h 415150"/>
                <a:gd name="connsiteX12" fmla="*/ 190165 w 570832"/>
                <a:gd name="connsiteY12" fmla="*/ 292577 h 415150"/>
                <a:gd name="connsiteX13" fmla="*/ 247871 w 570832"/>
                <a:gd name="connsiteY13" fmla="*/ 407962 h 415150"/>
                <a:gd name="connsiteX14" fmla="*/ 259469 w 570832"/>
                <a:gd name="connsiteY14" fmla="*/ 415150 h 415150"/>
                <a:gd name="connsiteX15" fmla="*/ 261026 w 570832"/>
                <a:gd name="connsiteY15" fmla="*/ 415072 h 415150"/>
                <a:gd name="connsiteX16" fmla="*/ 272131 w 570832"/>
                <a:gd name="connsiteY16" fmla="*/ 405057 h 415150"/>
                <a:gd name="connsiteX17" fmla="*/ 316423 w 570832"/>
                <a:gd name="connsiteY17" fmla="*/ 210118 h 415150"/>
                <a:gd name="connsiteX18" fmla="*/ 328852 w 570832"/>
                <a:gd name="connsiteY18" fmla="*/ 200051 h 415150"/>
                <a:gd name="connsiteX19" fmla="*/ 341358 w 570832"/>
                <a:gd name="connsiteY19" fmla="*/ 208899 h 415150"/>
                <a:gd name="connsiteX20" fmla="*/ 363906 w 570832"/>
                <a:gd name="connsiteY20" fmla="*/ 276542 h 415150"/>
                <a:gd name="connsiteX21" fmla="*/ 376231 w 570832"/>
                <a:gd name="connsiteY21" fmla="*/ 285416 h 415150"/>
                <a:gd name="connsiteX22" fmla="*/ 557859 w 570832"/>
                <a:gd name="connsiteY22" fmla="*/ 285416 h 415150"/>
                <a:gd name="connsiteX23" fmla="*/ 570832 w 570832"/>
                <a:gd name="connsiteY23" fmla="*/ 272442 h 415150"/>
                <a:gd name="connsiteX24" fmla="*/ 557858 w 570832"/>
                <a:gd name="connsiteY24" fmla="*/ 259468 h 4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0832" h="415150">
                  <a:moveTo>
                    <a:pt x="557858" y="259468"/>
                  </a:moveTo>
                  <a:lnTo>
                    <a:pt x="543691" y="259468"/>
                  </a:lnTo>
                  <a:cubicBezTo>
                    <a:pt x="561101" y="232406"/>
                    <a:pt x="570831" y="201062"/>
                    <a:pt x="570831" y="168655"/>
                  </a:cubicBezTo>
                  <a:cubicBezTo>
                    <a:pt x="570831" y="75661"/>
                    <a:pt x="495170" y="0"/>
                    <a:pt x="402176" y="0"/>
                  </a:cubicBezTo>
                  <a:cubicBezTo>
                    <a:pt x="358560" y="0"/>
                    <a:pt x="316759" y="17047"/>
                    <a:pt x="285416" y="47172"/>
                  </a:cubicBezTo>
                  <a:cubicBezTo>
                    <a:pt x="254072" y="17047"/>
                    <a:pt x="212271" y="0"/>
                    <a:pt x="168655" y="0"/>
                  </a:cubicBezTo>
                  <a:cubicBezTo>
                    <a:pt x="75661" y="0"/>
                    <a:pt x="0" y="75661"/>
                    <a:pt x="0" y="168655"/>
                  </a:cubicBezTo>
                  <a:cubicBezTo>
                    <a:pt x="0" y="200959"/>
                    <a:pt x="9652" y="232225"/>
                    <a:pt x="27167" y="259469"/>
                  </a:cubicBezTo>
                  <a:lnTo>
                    <a:pt x="12974" y="259469"/>
                  </a:lnTo>
                  <a:cubicBezTo>
                    <a:pt x="5812" y="259468"/>
                    <a:pt x="0" y="265280"/>
                    <a:pt x="0" y="272442"/>
                  </a:cubicBezTo>
                  <a:cubicBezTo>
                    <a:pt x="0" y="279605"/>
                    <a:pt x="5812" y="285416"/>
                    <a:pt x="12973" y="285416"/>
                  </a:cubicBezTo>
                  <a:lnTo>
                    <a:pt x="178566" y="285416"/>
                  </a:lnTo>
                  <a:cubicBezTo>
                    <a:pt x="183497" y="285416"/>
                    <a:pt x="187959" y="288166"/>
                    <a:pt x="190165" y="292577"/>
                  </a:cubicBezTo>
                  <a:lnTo>
                    <a:pt x="247871" y="407962"/>
                  </a:lnTo>
                  <a:cubicBezTo>
                    <a:pt x="250076" y="412425"/>
                    <a:pt x="254617" y="415150"/>
                    <a:pt x="259469" y="415150"/>
                  </a:cubicBezTo>
                  <a:cubicBezTo>
                    <a:pt x="259988" y="415150"/>
                    <a:pt x="260507" y="415125"/>
                    <a:pt x="261026" y="415072"/>
                  </a:cubicBezTo>
                  <a:cubicBezTo>
                    <a:pt x="266474" y="414423"/>
                    <a:pt x="270912" y="410402"/>
                    <a:pt x="272131" y="405057"/>
                  </a:cubicBezTo>
                  <a:lnTo>
                    <a:pt x="316423" y="210118"/>
                  </a:lnTo>
                  <a:cubicBezTo>
                    <a:pt x="317721" y="204488"/>
                    <a:pt x="322650" y="200336"/>
                    <a:pt x="328852" y="200051"/>
                  </a:cubicBezTo>
                  <a:cubicBezTo>
                    <a:pt x="334768" y="200051"/>
                    <a:pt x="339569" y="203423"/>
                    <a:pt x="341358" y="208899"/>
                  </a:cubicBezTo>
                  <a:lnTo>
                    <a:pt x="363906" y="276542"/>
                  </a:lnTo>
                  <a:cubicBezTo>
                    <a:pt x="365696" y="281836"/>
                    <a:pt x="370652" y="285416"/>
                    <a:pt x="376231" y="285416"/>
                  </a:cubicBezTo>
                  <a:lnTo>
                    <a:pt x="557859" y="285416"/>
                  </a:lnTo>
                  <a:cubicBezTo>
                    <a:pt x="565020" y="285416"/>
                    <a:pt x="570832" y="279604"/>
                    <a:pt x="570832" y="272442"/>
                  </a:cubicBezTo>
                  <a:cubicBezTo>
                    <a:pt x="570832" y="265281"/>
                    <a:pt x="565019" y="259468"/>
                    <a:pt x="557858" y="259468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5" name="Gráfico 245">
            <a:extLst>
              <a:ext uri="{FF2B5EF4-FFF2-40B4-BE49-F238E27FC236}">
                <a16:creationId xmlns:a16="http://schemas.microsoft.com/office/drawing/2014/main" id="{490EF086-5BF0-6E4A-AE5C-36937D440B88}"/>
              </a:ext>
            </a:extLst>
          </p:cNvPr>
          <p:cNvGrpSpPr/>
          <p:nvPr/>
        </p:nvGrpSpPr>
        <p:grpSpPr>
          <a:xfrm>
            <a:off x="13652415" y="6013335"/>
            <a:ext cx="877734" cy="877734"/>
            <a:chOff x="9790237" y="2867934"/>
            <a:chExt cx="597977" cy="597977"/>
          </a:xfrm>
          <a:solidFill>
            <a:schemeClr val="bg1"/>
          </a:solidFill>
        </p:grpSpPr>
        <p:sp>
          <p:nvSpPr>
            <p:cNvPr id="56" name="Forma libre 378">
              <a:extLst>
                <a:ext uri="{FF2B5EF4-FFF2-40B4-BE49-F238E27FC236}">
                  <a16:creationId xmlns:a16="http://schemas.microsoft.com/office/drawing/2014/main" id="{0E5B9B77-887D-0A47-9BB6-811898523F15}"/>
                </a:ext>
              </a:extLst>
            </p:cNvPr>
            <p:cNvSpPr/>
            <p:nvPr/>
          </p:nvSpPr>
          <p:spPr>
            <a:xfrm>
              <a:off x="9789361" y="2966720"/>
              <a:ext cx="599145" cy="399430"/>
            </a:xfrm>
            <a:custGeom>
              <a:avLst/>
              <a:gdLst>
                <a:gd name="connsiteX0" fmla="*/ 593537 w 599144"/>
                <a:gd name="connsiteY0" fmla="*/ 28043 h 399429"/>
                <a:gd name="connsiteX1" fmla="*/ 582138 w 599144"/>
                <a:gd name="connsiteY1" fmla="*/ 26547 h 399429"/>
                <a:gd name="connsiteX2" fmla="*/ 480577 w 599144"/>
                <a:gd name="connsiteY2" fmla="*/ 63483 h 399429"/>
                <a:gd name="connsiteX3" fmla="*/ 452352 w 599144"/>
                <a:gd name="connsiteY3" fmla="*/ 89445 h 399429"/>
                <a:gd name="connsiteX4" fmla="*/ 449919 w 599144"/>
                <a:gd name="connsiteY4" fmla="*/ 96462 h 399429"/>
                <a:gd name="connsiteX5" fmla="*/ 367861 w 599144"/>
                <a:gd name="connsiteY5" fmla="*/ 64554 h 399429"/>
                <a:gd name="connsiteX6" fmla="*/ 250836 w 599144"/>
                <a:gd name="connsiteY6" fmla="*/ 76168 h 399429"/>
                <a:gd name="connsiteX7" fmla="*/ 189789 w 599144"/>
                <a:gd name="connsiteY7" fmla="*/ 80345 h 399429"/>
                <a:gd name="connsiteX8" fmla="*/ 151921 w 599144"/>
                <a:gd name="connsiteY8" fmla="*/ 83365 h 399429"/>
                <a:gd name="connsiteX9" fmla="*/ 147379 w 599144"/>
                <a:gd name="connsiteY9" fmla="*/ 64531 h 399429"/>
                <a:gd name="connsiteX10" fmla="*/ 119154 w 599144"/>
                <a:gd name="connsiteY10" fmla="*/ 38569 h 399429"/>
                <a:gd name="connsiteX11" fmla="*/ 17592 w 599144"/>
                <a:gd name="connsiteY11" fmla="*/ 1631 h 399429"/>
                <a:gd name="connsiteX12" fmla="*/ 6194 w 599144"/>
                <a:gd name="connsiteY12" fmla="*/ 3127 h 399429"/>
                <a:gd name="connsiteX13" fmla="*/ 876 w 599144"/>
                <a:gd name="connsiteY13" fmla="*/ 13335 h 399429"/>
                <a:gd name="connsiteX14" fmla="*/ 876 w 599144"/>
                <a:gd name="connsiteY14" fmla="*/ 262491 h 399429"/>
                <a:gd name="connsiteX15" fmla="*/ 13334 w 599144"/>
                <a:gd name="connsiteY15" fmla="*/ 274950 h 399429"/>
                <a:gd name="connsiteX16" fmla="*/ 49722 w 599144"/>
                <a:gd name="connsiteY16" fmla="*/ 274950 h 399429"/>
                <a:gd name="connsiteX17" fmla="*/ 88904 w 599144"/>
                <a:gd name="connsiteY17" fmla="*/ 255863 h 399429"/>
                <a:gd name="connsiteX18" fmla="*/ 105892 w 599144"/>
                <a:gd name="connsiteY18" fmla="*/ 268672 h 399429"/>
                <a:gd name="connsiteX19" fmla="*/ 143326 w 599144"/>
                <a:gd name="connsiteY19" fmla="*/ 297396 h 399429"/>
                <a:gd name="connsiteX20" fmla="*/ 256591 w 599144"/>
                <a:gd name="connsiteY20" fmla="*/ 385464 h 399429"/>
                <a:gd name="connsiteX21" fmla="*/ 299864 w 599144"/>
                <a:gd name="connsiteY21" fmla="*/ 399529 h 399429"/>
                <a:gd name="connsiteX22" fmla="*/ 329258 w 599144"/>
                <a:gd name="connsiteY22" fmla="*/ 391219 h 399429"/>
                <a:gd name="connsiteX23" fmla="*/ 360475 w 599144"/>
                <a:gd name="connsiteY23" fmla="*/ 390525 h 399429"/>
                <a:gd name="connsiteX24" fmla="*/ 383578 w 599144"/>
                <a:gd name="connsiteY24" fmla="*/ 367409 h 399429"/>
                <a:gd name="connsiteX25" fmla="*/ 414625 w 599144"/>
                <a:gd name="connsiteY25" fmla="*/ 362859 h 399429"/>
                <a:gd name="connsiteX26" fmla="*/ 434868 w 599144"/>
                <a:gd name="connsiteY26" fmla="*/ 342481 h 399429"/>
                <a:gd name="connsiteX27" fmla="*/ 462083 w 599144"/>
                <a:gd name="connsiteY27" fmla="*/ 333794 h 399429"/>
                <a:gd name="connsiteX28" fmla="*/ 478407 w 599144"/>
                <a:gd name="connsiteY28" fmla="*/ 296842 h 399429"/>
                <a:gd name="connsiteX29" fmla="*/ 510008 w 599144"/>
                <a:gd name="connsiteY29" fmla="*/ 279360 h 399429"/>
                <a:gd name="connsiteX30" fmla="*/ 550006 w 599144"/>
                <a:gd name="connsiteY30" fmla="*/ 299864 h 399429"/>
                <a:gd name="connsiteX31" fmla="*/ 586394 w 599144"/>
                <a:gd name="connsiteY31" fmla="*/ 299864 h 399429"/>
                <a:gd name="connsiteX32" fmla="*/ 598852 w 599144"/>
                <a:gd name="connsiteY32" fmla="*/ 287406 h 399429"/>
                <a:gd name="connsiteX33" fmla="*/ 598852 w 599144"/>
                <a:gd name="connsiteY33" fmla="*/ 38251 h 399429"/>
                <a:gd name="connsiteX34" fmla="*/ 593537 w 599144"/>
                <a:gd name="connsiteY34" fmla="*/ 28043 h 399429"/>
                <a:gd name="connsiteX35" fmla="*/ 446962 w 599144"/>
                <a:gd name="connsiteY35" fmla="*/ 314003 h 399429"/>
                <a:gd name="connsiteX36" fmla="*/ 434200 w 599144"/>
                <a:gd name="connsiteY36" fmla="*/ 316412 h 399429"/>
                <a:gd name="connsiteX37" fmla="*/ 433720 w 599144"/>
                <a:gd name="connsiteY37" fmla="*/ 316162 h 399429"/>
                <a:gd name="connsiteX38" fmla="*/ 433106 w 599144"/>
                <a:gd name="connsiteY38" fmla="*/ 315438 h 399429"/>
                <a:gd name="connsiteX39" fmla="*/ 359636 w 599144"/>
                <a:gd name="connsiteY39" fmla="*/ 241859 h 399429"/>
                <a:gd name="connsiteX40" fmla="*/ 342032 w 599144"/>
                <a:gd name="connsiteY40" fmla="*/ 241482 h 399429"/>
                <a:gd name="connsiteX41" fmla="*/ 341655 w 599144"/>
                <a:gd name="connsiteY41" fmla="*/ 259086 h 399429"/>
                <a:gd name="connsiteX42" fmla="*/ 412505 w 599144"/>
                <a:gd name="connsiteY42" fmla="*/ 330445 h 399429"/>
                <a:gd name="connsiteX43" fmla="*/ 403470 w 599144"/>
                <a:gd name="connsiteY43" fmla="*/ 340585 h 399429"/>
                <a:gd name="connsiteX44" fmla="*/ 384053 w 599144"/>
                <a:gd name="connsiteY44" fmla="*/ 341023 h 399429"/>
                <a:gd name="connsiteX45" fmla="*/ 383727 w 599144"/>
                <a:gd name="connsiteY45" fmla="*/ 340857 h 399429"/>
                <a:gd name="connsiteX46" fmla="*/ 383346 w 599144"/>
                <a:gd name="connsiteY46" fmla="*/ 340402 h 399429"/>
                <a:gd name="connsiteX47" fmla="*/ 322444 w 599144"/>
                <a:gd name="connsiteY47" fmla="*/ 279415 h 399429"/>
                <a:gd name="connsiteX48" fmla="*/ 304840 w 599144"/>
                <a:gd name="connsiteY48" fmla="*/ 278673 h 399429"/>
                <a:gd name="connsiteX49" fmla="*/ 304098 w 599144"/>
                <a:gd name="connsiteY49" fmla="*/ 296277 h 399429"/>
                <a:gd name="connsiteX50" fmla="*/ 361872 w 599144"/>
                <a:gd name="connsiteY50" fmla="*/ 354749 h 399429"/>
                <a:gd name="connsiteX51" fmla="*/ 350413 w 599144"/>
                <a:gd name="connsiteY51" fmla="*/ 367739 h 399429"/>
                <a:gd name="connsiteX52" fmla="*/ 333394 w 599144"/>
                <a:gd name="connsiteY52" fmla="*/ 365202 h 399429"/>
                <a:gd name="connsiteX53" fmla="*/ 272540 w 599144"/>
                <a:gd name="connsiteY53" fmla="*/ 304257 h 399429"/>
                <a:gd name="connsiteX54" fmla="*/ 254936 w 599144"/>
                <a:gd name="connsiteY54" fmla="*/ 303662 h 399429"/>
                <a:gd name="connsiteX55" fmla="*/ 254340 w 599144"/>
                <a:gd name="connsiteY55" fmla="*/ 321266 h 399429"/>
                <a:gd name="connsiteX56" fmla="*/ 306267 w 599144"/>
                <a:gd name="connsiteY56" fmla="*/ 374211 h 399429"/>
                <a:gd name="connsiteX57" fmla="*/ 299864 w 599144"/>
                <a:gd name="connsiteY57" fmla="*/ 374613 h 399429"/>
                <a:gd name="connsiteX58" fmla="*/ 270277 w 599144"/>
                <a:gd name="connsiteY58" fmla="*/ 364637 h 399429"/>
                <a:gd name="connsiteX59" fmla="*/ 159336 w 599144"/>
                <a:gd name="connsiteY59" fmla="*/ 278307 h 399429"/>
                <a:gd name="connsiteX60" fmla="*/ 120856 w 599144"/>
                <a:gd name="connsiteY60" fmla="*/ 248757 h 399429"/>
                <a:gd name="connsiteX61" fmla="*/ 100000 w 599144"/>
                <a:gd name="connsiteY61" fmla="*/ 232995 h 399429"/>
                <a:gd name="connsiteX62" fmla="*/ 146645 w 599144"/>
                <a:gd name="connsiteY62" fmla="*/ 108593 h 399429"/>
                <a:gd name="connsiteX63" fmla="*/ 191977 w 599144"/>
                <a:gd name="connsiteY63" fmla="*/ 105161 h 399429"/>
                <a:gd name="connsiteX64" fmla="*/ 220553 w 599144"/>
                <a:gd name="connsiteY64" fmla="*/ 102760 h 399429"/>
                <a:gd name="connsiteX65" fmla="*/ 188011 w 599144"/>
                <a:gd name="connsiteY65" fmla="*/ 167949 h 399429"/>
                <a:gd name="connsiteX66" fmla="*/ 205664 w 599144"/>
                <a:gd name="connsiteY66" fmla="*/ 194800 h 399429"/>
                <a:gd name="connsiteX67" fmla="*/ 227053 w 599144"/>
                <a:gd name="connsiteY67" fmla="*/ 200298 h 399429"/>
                <a:gd name="connsiteX68" fmla="*/ 281860 w 599144"/>
                <a:gd name="connsiteY68" fmla="*/ 174530 h 399429"/>
                <a:gd name="connsiteX69" fmla="*/ 310121 w 599144"/>
                <a:gd name="connsiteY69" fmla="*/ 165564 h 399429"/>
                <a:gd name="connsiteX70" fmla="*/ 364856 w 599144"/>
                <a:gd name="connsiteY70" fmla="*/ 212366 h 399429"/>
                <a:gd name="connsiteX71" fmla="*/ 451952 w 599144"/>
                <a:gd name="connsiteY71" fmla="*/ 294036 h 399429"/>
                <a:gd name="connsiteX72" fmla="*/ 446962 w 599144"/>
                <a:gd name="connsiteY72" fmla="*/ 314003 h 3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99144" h="399429">
                  <a:moveTo>
                    <a:pt x="593537" y="28043"/>
                  </a:moveTo>
                  <a:cubicBezTo>
                    <a:pt x="590215" y="25708"/>
                    <a:pt x="585957" y="25135"/>
                    <a:pt x="582138" y="26547"/>
                  </a:cubicBezTo>
                  <a:lnTo>
                    <a:pt x="480577" y="63483"/>
                  </a:lnTo>
                  <a:cubicBezTo>
                    <a:pt x="467986" y="68058"/>
                    <a:pt x="457960" y="77280"/>
                    <a:pt x="452352" y="89445"/>
                  </a:cubicBezTo>
                  <a:cubicBezTo>
                    <a:pt x="451301" y="91726"/>
                    <a:pt x="450611" y="94095"/>
                    <a:pt x="449919" y="96462"/>
                  </a:cubicBezTo>
                  <a:cubicBezTo>
                    <a:pt x="432480" y="91504"/>
                    <a:pt x="400070" y="81149"/>
                    <a:pt x="367861" y="64554"/>
                  </a:cubicBezTo>
                  <a:cubicBezTo>
                    <a:pt x="326304" y="43135"/>
                    <a:pt x="291130" y="45872"/>
                    <a:pt x="250836" y="76168"/>
                  </a:cubicBezTo>
                  <a:cubicBezTo>
                    <a:pt x="234636" y="76440"/>
                    <a:pt x="211999" y="78388"/>
                    <a:pt x="189789" y="80345"/>
                  </a:cubicBezTo>
                  <a:cubicBezTo>
                    <a:pt x="175823" y="81578"/>
                    <a:pt x="162624" y="82712"/>
                    <a:pt x="151921" y="83365"/>
                  </a:cubicBezTo>
                  <a:cubicBezTo>
                    <a:pt x="151658" y="76936"/>
                    <a:pt x="150154" y="70557"/>
                    <a:pt x="147379" y="64531"/>
                  </a:cubicBezTo>
                  <a:cubicBezTo>
                    <a:pt x="141771" y="52364"/>
                    <a:pt x="131746" y="43142"/>
                    <a:pt x="119154" y="38569"/>
                  </a:cubicBezTo>
                  <a:lnTo>
                    <a:pt x="17592" y="1631"/>
                  </a:lnTo>
                  <a:cubicBezTo>
                    <a:pt x="13785" y="232"/>
                    <a:pt x="9502" y="804"/>
                    <a:pt x="6194" y="3127"/>
                  </a:cubicBezTo>
                  <a:cubicBezTo>
                    <a:pt x="2859" y="5464"/>
                    <a:pt x="876" y="9271"/>
                    <a:pt x="876" y="13335"/>
                  </a:cubicBezTo>
                  <a:lnTo>
                    <a:pt x="876" y="262491"/>
                  </a:lnTo>
                  <a:cubicBezTo>
                    <a:pt x="876" y="269377"/>
                    <a:pt x="6448" y="274950"/>
                    <a:pt x="13334" y="274950"/>
                  </a:cubicBezTo>
                  <a:lnTo>
                    <a:pt x="49722" y="274950"/>
                  </a:lnTo>
                  <a:cubicBezTo>
                    <a:pt x="65198" y="274950"/>
                    <a:pt x="79596" y="267650"/>
                    <a:pt x="88904" y="255863"/>
                  </a:cubicBezTo>
                  <a:cubicBezTo>
                    <a:pt x="93861" y="259633"/>
                    <a:pt x="99734" y="264048"/>
                    <a:pt x="105892" y="268672"/>
                  </a:cubicBezTo>
                  <a:cubicBezTo>
                    <a:pt x="120430" y="279610"/>
                    <a:pt x="136343" y="291543"/>
                    <a:pt x="143326" y="297396"/>
                  </a:cubicBezTo>
                  <a:cubicBezTo>
                    <a:pt x="189715" y="336229"/>
                    <a:pt x="245484" y="378165"/>
                    <a:pt x="256591" y="385464"/>
                  </a:cubicBezTo>
                  <a:cubicBezTo>
                    <a:pt x="266968" y="392277"/>
                    <a:pt x="285654" y="399529"/>
                    <a:pt x="299864" y="399529"/>
                  </a:cubicBezTo>
                  <a:cubicBezTo>
                    <a:pt x="305424" y="399529"/>
                    <a:pt x="319427" y="399529"/>
                    <a:pt x="329258" y="391219"/>
                  </a:cubicBezTo>
                  <a:cubicBezTo>
                    <a:pt x="339392" y="395197"/>
                    <a:pt x="350316" y="395003"/>
                    <a:pt x="360475" y="390525"/>
                  </a:cubicBezTo>
                  <a:cubicBezTo>
                    <a:pt x="370609" y="386060"/>
                    <a:pt x="378809" y="377642"/>
                    <a:pt x="383578" y="367409"/>
                  </a:cubicBezTo>
                  <a:cubicBezTo>
                    <a:pt x="393310" y="369404"/>
                    <a:pt x="404491" y="367944"/>
                    <a:pt x="414625" y="362859"/>
                  </a:cubicBezTo>
                  <a:cubicBezTo>
                    <a:pt x="424126" y="358102"/>
                    <a:pt x="431122" y="350900"/>
                    <a:pt x="434868" y="342481"/>
                  </a:cubicBezTo>
                  <a:cubicBezTo>
                    <a:pt x="443871" y="343308"/>
                    <a:pt x="453483" y="340377"/>
                    <a:pt x="462083" y="333794"/>
                  </a:cubicBezTo>
                  <a:cubicBezTo>
                    <a:pt x="474372" y="324401"/>
                    <a:pt x="479999" y="310528"/>
                    <a:pt x="478407" y="296842"/>
                  </a:cubicBezTo>
                  <a:lnTo>
                    <a:pt x="510008" y="279360"/>
                  </a:lnTo>
                  <a:cubicBezTo>
                    <a:pt x="519262" y="291904"/>
                    <a:pt x="533971" y="299864"/>
                    <a:pt x="550006" y="299864"/>
                  </a:cubicBezTo>
                  <a:lnTo>
                    <a:pt x="586394" y="299864"/>
                  </a:lnTo>
                  <a:cubicBezTo>
                    <a:pt x="593280" y="299864"/>
                    <a:pt x="598852" y="294292"/>
                    <a:pt x="598852" y="287406"/>
                  </a:cubicBezTo>
                  <a:lnTo>
                    <a:pt x="598852" y="38251"/>
                  </a:lnTo>
                  <a:cubicBezTo>
                    <a:pt x="598853" y="34187"/>
                    <a:pt x="596870" y="30379"/>
                    <a:pt x="593537" y="28043"/>
                  </a:cubicBezTo>
                  <a:close/>
                  <a:moveTo>
                    <a:pt x="446962" y="314003"/>
                  </a:moveTo>
                  <a:cubicBezTo>
                    <a:pt x="442740" y="317239"/>
                    <a:pt x="436828" y="319040"/>
                    <a:pt x="434200" y="316412"/>
                  </a:cubicBezTo>
                  <a:cubicBezTo>
                    <a:pt x="434066" y="316278"/>
                    <a:pt x="433858" y="316291"/>
                    <a:pt x="433720" y="316162"/>
                  </a:cubicBezTo>
                  <a:cubicBezTo>
                    <a:pt x="433482" y="315941"/>
                    <a:pt x="433364" y="315644"/>
                    <a:pt x="433106" y="315438"/>
                  </a:cubicBezTo>
                  <a:cubicBezTo>
                    <a:pt x="424200" y="308406"/>
                    <a:pt x="384296" y="267578"/>
                    <a:pt x="359636" y="241859"/>
                  </a:cubicBezTo>
                  <a:cubicBezTo>
                    <a:pt x="354880" y="236883"/>
                    <a:pt x="346984" y="236700"/>
                    <a:pt x="342032" y="241482"/>
                  </a:cubicBezTo>
                  <a:cubicBezTo>
                    <a:pt x="337057" y="246239"/>
                    <a:pt x="336886" y="254122"/>
                    <a:pt x="341655" y="259086"/>
                  </a:cubicBezTo>
                  <a:cubicBezTo>
                    <a:pt x="347443" y="265127"/>
                    <a:pt x="393908" y="313520"/>
                    <a:pt x="412505" y="330445"/>
                  </a:cubicBezTo>
                  <a:cubicBezTo>
                    <a:pt x="411116" y="335915"/>
                    <a:pt x="406045" y="339293"/>
                    <a:pt x="403470" y="340585"/>
                  </a:cubicBezTo>
                  <a:cubicBezTo>
                    <a:pt x="395489" y="344587"/>
                    <a:pt x="387168" y="343918"/>
                    <a:pt x="384053" y="341023"/>
                  </a:cubicBezTo>
                  <a:cubicBezTo>
                    <a:pt x="383961" y="340936"/>
                    <a:pt x="383822" y="340941"/>
                    <a:pt x="383727" y="340857"/>
                  </a:cubicBezTo>
                  <a:cubicBezTo>
                    <a:pt x="383575" y="340721"/>
                    <a:pt x="383508" y="340531"/>
                    <a:pt x="383346" y="340402"/>
                  </a:cubicBezTo>
                  <a:cubicBezTo>
                    <a:pt x="368406" y="328467"/>
                    <a:pt x="330924" y="288636"/>
                    <a:pt x="322444" y="279415"/>
                  </a:cubicBezTo>
                  <a:cubicBezTo>
                    <a:pt x="317784" y="274341"/>
                    <a:pt x="309913" y="274025"/>
                    <a:pt x="304840" y="278673"/>
                  </a:cubicBezTo>
                  <a:cubicBezTo>
                    <a:pt x="299779" y="283333"/>
                    <a:pt x="299438" y="291216"/>
                    <a:pt x="304098" y="296277"/>
                  </a:cubicBezTo>
                  <a:cubicBezTo>
                    <a:pt x="304507" y="296720"/>
                    <a:pt x="341240" y="336344"/>
                    <a:pt x="361872" y="354749"/>
                  </a:cubicBezTo>
                  <a:cubicBezTo>
                    <a:pt x="359844" y="360575"/>
                    <a:pt x="355713" y="365399"/>
                    <a:pt x="350413" y="367739"/>
                  </a:cubicBezTo>
                  <a:cubicBezTo>
                    <a:pt x="346502" y="369477"/>
                    <a:pt x="340384" y="370368"/>
                    <a:pt x="333394" y="365202"/>
                  </a:cubicBezTo>
                  <a:cubicBezTo>
                    <a:pt x="315504" y="350033"/>
                    <a:pt x="279601" y="311815"/>
                    <a:pt x="272540" y="304257"/>
                  </a:cubicBezTo>
                  <a:cubicBezTo>
                    <a:pt x="267856" y="299220"/>
                    <a:pt x="259948" y="298966"/>
                    <a:pt x="254936" y="303662"/>
                  </a:cubicBezTo>
                  <a:cubicBezTo>
                    <a:pt x="249911" y="308358"/>
                    <a:pt x="249644" y="316242"/>
                    <a:pt x="254340" y="321266"/>
                  </a:cubicBezTo>
                  <a:cubicBezTo>
                    <a:pt x="262712" y="330226"/>
                    <a:pt x="287456" y="356453"/>
                    <a:pt x="306267" y="374211"/>
                  </a:cubicBezTo>
                  <a:cubicBezTo>
                    <a:pt x="304166" y="374467"/>
                    <a:pt x="301960" y="374613"/>
                    <a:pt x="299864" y="374613"/>
                  </a:cubicBezTo>
                  <a:cubicBezTo>
                    <a:pt x="291615" y="374613"/>
                    <a:pt x="277443" y="369346"/>
                    <a:pt x="270277" y="364637"/>
                  </a:cubicBezTo>
                  <a:cubicBezTo>
                    <a:pt x="261543" y="358894"/>
                    <a:pt x="206698" y="317969"/>
                    <a:pt x="159336" y="278307"/>
                  </a:cubicBezTo>
                  <a:cubicBezTo>
                    <a:pt x="152171" y="272297"/>
                    <a:pt x="135820" y="259998"/>
                    <a:pt x="120856" y="248757"/>
                  </a:cubicBezTo>
                  <a:cubicBezTo>
                    <a:pt x="112835" y="242736"/>
                    <a:pt x="105446" y="237185"/>
                    <a:pt x="100000" y="232995"/>
                  </a:cubicBezTo>
                  <a:lnTo>
                    <a:pt x="146645" y="108593"/>
                  </a:lnTo>
                  <a:cubicBezTo>
                    <a:pt x="158752" y="108064"/>
                    <a:pt x="174894" y="106668"/>
                    <a:pt x="191977" y="105161"/>
                  </a:cubicBezTo>
                  <a:cubicBezTo>
                    <a:pt x="201640" y="104310"/>
                    <a:pt x="211310" y="103480"/>
                    <a:pt x="220553" y="102760"/>
                  </a:cubicBezTo>
                  <a:cubicBezTo>
                    <a:pt x="206348" y="117336"/>
                    <a:pt x="185227" y="143465"/>
                    <a:pt x="188011" y="167949"/>
                  </a:cubicBezTo>
                  <a:cubicBezTo>
                    <a:pt x="189289" y="179093"/>
                    <a:pt x="195384" y="188376"/>
                    <a:pt x="205664" y="194800"/>
                  </a:cubicBezTo>
                  <a:cubicBezTo>
                    <a:pt x="211504" y="198449"/>
                    <a:pt x="218707" y="200298"/>
                    <a:pt x="227053" y="200298"/>
                  </a:cubicBezTo>
                  <a:cubicBezTo>
                    <a:pt x="244754" y="200298"/>
                    <a:pt x="268210" y="191478"/>
                    <a:pt x="281860" y="174530"/>
                  </a:cubicBezTo>
                  <a:cubicBezTo>
                    <a:pt x="293575" y="172839"/>
                    <a:pt x="301483" y="169847"/>
                    <a:pt x="310121" y="165564"/>
                  </a:cubicBezTo>
                  <a:cubicBezTo>
                    <a:pt x="324720" y="179287"/>
                    <a:pt x="344295" y="195420"/>
                    <a:pt x="364856" y="212366"/>
                  </a:cubicBezTo>
                  <a:cubicBezTo>
                    <a:pt x="400648" y="241856"/>
                    <a:pt x="441221" y="275288"/>
                    <a:pt x="451952" y="294036"/>
                  </a:cubicBezTo>
                  <a:cubicBezTo>
                    <a:pt x="457923" y="304464"/>
                    <a:pt x="449639" y="311959"/>
                    <a:pt x="446962" y="3140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7" name="Gráfico 240">
            <a:extLst>
              <a:ext uri="{FF2B5EF4-FFF2-40B4-BE49-F238E27FC236}">
                <a16:creationId xmlns:a16="http://schemas.microsoft.com/office/drawing/2014/main" id="{47822DB8-F3FD-4240-A461-9F9F1651A1BB}"/>
              </a:ext>
            </a:extLst>
          </p:cNvPr>
          <p:cNvGrpSpPr/>
          <p:nvPr/>
        </p:nvGrpSpPr>
        <p:grpSpPr>
          <a:xfrm>
            <a:off x="13590370" y="9979045"/>
            <a:ext cx="824084" cy="824082"/>
            <a:chOff x="6279542" y="4183091"/>
            <a:chExt cx="654197" cy="654197"/>
          </a:xfrm>
          <a:solidFill>
            <a:schemeClr val="bg1"/>
          </a:solidFill>
        </p:grpSpPr>
        <p:sp>
          <p:nvSpPr>
            <p:cNvPr id="58" name="Forma libre 397">
              <a:extLst>
                <a:ext uri="{FF2B5EF4-FFF2-40B4-BE49-F238E27FC236}">
                  <a16:creationId xmlns:a16="http://schemas.microsoft.com/office/drawing/2014/main" id="{52C985C8-A945-014A-B514-4B28C7782FD3}"/>
                </a:ext>
              </a:extLst>
            </p:cNvPr>
            <p:cNvSpPr/>
            <p:nvPr/>
          </p:nvSpPr>
          <p:spPr>
            <a:xfrm>
              <a:off x="6278584" y="4236648"/>
              <a:ext cx="655475" cy="273434"/>
            </a:xfrm>
            <a:custGeom>
              <a:avLst/>
              <a:gdLst>
                <a:gd name="connsiteX0" fmla="*/ 600638 w 655474"/>
                <a:gd name="connsiteY0" fmla="*/ 82734 h 273433"/>
                <a:gd name="connsiteX1" fmla="*/ 464348 w 655474"/>
                <a:gd name="connsiteY1" fmla="*/ 82734 h 273433"/>
                <a:gd name="connsiteX2" fmla="*/ 464348 w 655474"/>
                <a:gd name="connsiteY2" fmla="*/ 55475 h 273433"/>
                <a:gd name="connsiteX3" fmla="*/ 409831 w 655474"/>
                <a:gd name="connsiteY3" fmla="*/ 958 h 273433"/>
                <a:gd name="connsiteX4" fmla="*/ 246282 w 655474"/>
                <a:gd name="connsiteY4" fmla="*/ 958 h 273433"/>
                <a:gd name="connsiteX5" fmla="*/ 191765 w 655474"/>
                <a:gd name="connsiteY5" fmla="*/ 55475 h 273433"/>
                <a:gd name="connsiteX6" fmla="*/ 191765 w 655474"/>
                <a:gd name="connsiteY6" fmla="*/ 82733 h 273433"/>
                <a:gd name="connsiteX7" fmla="*/ 55475 w 655474"/>
                <a:gd name="connsiteY7" fmla="*/ 82733 h 273433"/>
                <a:gd name="connsiteX8" fmla="*/ 958 w 655474"/>
                <a:gd name="connsiteY8" fmla="*/ 137250 h 273433"/>
                <a:gd name="connsiteX9" fmla="*/ 958 w 655474"/>
                <a:gd name="connsiteY9" fmla="*/ 219024 h 273433"/>
                <a:gd name="connsiteX10" fmla="*/ 55475 w 655474"/>
                <a:gd name="connsiteY10" fmla="*/ 273541 h 273433"/>
                <a:gd name="connsiteX11" fmla="*/ 273541 w 655474"/>
                <a:gd name="connsiteY11" fmla="*/ 273541 h 273433"/>
                <a:gd name="connsiteX12" fmla="*/ 273541 w 655474"/>
                <a:gd name="connsiteY12" fmla="*/ 259912 h 273433"/>
                <a:gd name="connsiteX13" fmla="*/ 287171 w 655474"/>
                <a:gd name="connsiteY13" fmla="*/ 246282 h 273433"/>
                <a:gd name="connsiteX14" fmla="*/ 368945 w 655474"/>
                <a:gd name="connsiteY14" fmla="*/ 246282 h 273433"/>
                <a:gd name="connsiteX15" fmla="*/ 382575 w 655474"/>
                <a:gd name="connsiteY15" fmla="*/ 259912 h 273433"/>
                <a:gd name="connsiteX16" fmla="*/ 382575 w 655474"/>
                <a:gd name="connsiteY16" fmla="*/ 273541 h 273433"/>
                <a:gd name="connsiteX17" fmla="*/ 600641 w 655474"/>
                <a:gd name="connsiteY17" fmla="*/ 273541 h 273433"/>
                <a:gd name="connsiteX18" fmla="*/ 655155 w 655474"/>
                <a:gd name="connsiteY18" fmla="*/ 219024 h 273433"/>
                <a:gd name="connsiteX19" fmla="*/ 655155 w 655474"/>
                <a:gd name="connsiteY19" fmla="*/ 137250 h 273433"/>
                <a:gd name="connsiteX20" fmla="*/ 600638 w 655474"/>
                <a:gd name="connsiteY20" fmla="*/ 82734 h 273433"/>
                <a:gd name="connsiteX21" fmla="*/ 409831 w 655474"/>
                <a:gd name="connsiteY21" fmla="*/ 82734 h 273433"/>
                <a:gd name="connsiteX22" fmla="*/ 246282 w 655474"/>
                <a:gd name="connsiteY22" fmla="*/ 82734 h 273433"/>
                <a:gd name="connsiteX23" fmla="*/ 246282 w 655474"/>
                <a:gd name="connsiteY23" fmla="*/ 55475 h 273433"/>
                <a:gd name="connsiteX24" fmla="*/ 409831 w 655474"/>
                <a:gd name="connsiteY24" fmla="*/ 55475 h 273433"/>
                <a:gd name="connsiteX25" fmla="*/ 409831 w 655474"/>
                <a:gd name="connsiteY25" fmla="*/ 82734 h 27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5474" h="273433">
                  <a:moveTo>
                    <a:pt x="600638" y="82734"/>
                  </a:moveTo>
                  <a:lnTo>
                    <a:pt x="464348" y="82734"/>
                  </a:lnTo>
                  <a:lnTo>
                    <a:pt x="464348" y="55475"/>
                  </a:lnTo>
                  <a:cubicBezTo>
                    <a:pt x="464348" y="25409"/>
                    <a:pt x="439899" y="958"/>
                    <a:pt x="409831" y="958"/>
                  </a:cubicBezTo>
                  <a:lnTo>
                    <a:pt x="246282" y="958"/>
                  </a:lnTo>
                  <a:cubicBezTo>
                    <a:pt x="216216" y="958"/>
                    <a:pt x="191765" y="25408"/>
                    <a:pt x="191765" y="55475"/>
                  </a:cubicBezTo>
                  <a:lnTo>
                    <a:pt x="191765" y="82733"/>
                  </a:lnTo>
                  <a:lnTo>
                    <a:pt x="55475" y="82733"/>
                  </a:lnTo>
                  <a:cubicBezTo>
                    <a:pt x="25408" y="82734"/>
                    <a:pt x="958" y="107184"/>
                    <a:pt x="958" y="137250"/>
                  </a:cubicBezTo>
                  <a:lnTo>
                    <a:pt x="958" y="219024"/>
                  </a:lnTo>
                  <a:cubicBezTo>
                    <a:pt x="958" y="249092"/>
                    <a:pt x="25408" y="273541"/>
                    <a:pt x="55475" y="273541"/>
                  </a:cubicBezTo>
                  <a:lnTo>
                    <a:pt x="273541" y="273541"/>
                  </a:lnTo>
                  <a:lnTo>
                    <a:pt x="273541" y="259912"/>
                  </a:lnTo>
                  <a:cubicBezTo>
                    <a:pt x="273541" y="252378"/>
                    <a:pt x="279637" y="246282"/>
                    <a:pt x="287171" y="246282"/>
                  </a:cubicBezTo>
                  <a:lnTo>
                    <a:pt x="368945" y="246282"/>
                  </a:lnTo>
                  <a:cubicBezTo>
                    <a:pt x="376479" y="246282"/>
                    <a:pt x="382575" y="252378"/>
                    <a:pt x="382575" y="259912"/>
                  </a:cubicBezTo>
                  <a:lnTo>
                    <a:pt x="382575" y="273541"/>
                  </a:lnTo>
                  <a:lnTo>
                    <a:pt x="600641" y="273541"/>
                  </a:lnTo>
                  <a:cubicBezTo>
                    <a:pt x="630706" y="273541"/>
                    <a:pt x="655155" y="249092"/>
                    <a:pt x="655155" y="219024"/>
                  </a:cubicBezTo>
                  <a:lnTo>
                    <a:pt x="655155" y="137250"/>
                  </a:lnTo>
                  <a:cubicBezTo>
                    <a:pt x="655155" y="107184"/>
                    <a:pt x="630706" y="82734"/>
                    <a:pt x="600638" y="82734"/>
                  </a:cubicBezTo>
                  <a:close/>
                  <a:moveTo>
                    <a:pt x="409831" y="82734"/>
                  </a:moveTo>
                  <a:lnTo>
                    <a:pt x="246282" y="82734"/>
                  </a:lnTo>
                  <a:lnTo>
                    <a:pt x="246282" y="55475"/>
                  </a:lnTo>
                  <a:lnTo>
                    <a:pt x="409831" y="55475"/>
                  </a:lnTo>
                  <a:lnTo>
                    <a:pt x="409831" y="827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66" name="Forma libre 398">
              <a:extLst>
                <a:ext uri="{FF2B5EF4-FFF2-40B4-BE49-F238E27FC236}">
                  <a16:creationId xmlns:a16="http://schemas.microsoft.com/office/drawing/2014/main" id="{3FF003B0-E100-8249-9C86-AF4BC891C986}"/>
                </a:ext>
              </a:extLst>
            </p:cNvPr>
            <p:cNvSpPr/>
            <p:nvPr/>
          </p:nvSpPr>
          <p:spPr>
            <a:xfrm>
              <a:off x="6278584" y="4522498"/>
              <a:ext cx="655475" cy="260657"/>
            </a:xfrm>
            <a:custGeom>
              <a:avLst/>
              <a:gdLst>
                <a:gd name="connsiteX0" fmla="*/ 647595 w 655474"/>
                <a:gd name="connsiteY0" fmla="*/ 2398 h 260656"/>
                <a:gd name="connsiteX1" fmla="*/ 633300 w 655474"/>
                <a:gd name="connsiteY1" fmla="*/ 3742 h 260656"/>
                <a:gd name="connsiteX2" fmla="*/ 600637 w 655474"/>
                <a:gd name="connsiteY2" fmla="*/ 14949 h 260656"/>
                <a:gd name="connsiteX3" fmla="*/ 382574 w 655474"/>
                <a:gd name="connsiteY3" fmla="*/ 14949 h 260656"/>
                <a:gd name="connsiteX4" fmla="*/ 382574 w 655474"/>
                <a:gd name="connsiteY4" fmla="*/ 55836 h 260656"/>
                <a:gd name="connsiteX5" fmla="*/ 368944 w 655474"/>
                <a:gd name="connsiteY5" fmla="*/ 69466 h 260656"/>
                <a:gd name="connsiteX6" fmla="*/ 287169 w 655474"/>
                <a:gd name="connsiteY6" fmla="*/ 69466 h 260656"/>
                <a:gd name="connsiteX7" fmla="*/ 273540 w 655474"/>
                <a:gd name="connsiteY7" fmla="*/ 55836 h 260656"/>
                <a:gd name="connsiteX8" fmla="*/ 273540 w 655474"/>
                <a:gd name="connsiteY8" fmla="*/ 14949 h 260656"/>
                <a:gd name="connsiteX9" fmla="*/ 55475 w 655474"/>
                <a:gd name="connsiteY9" fmla="*/ 14949 h 260656"/>
                <a:gd name="connsiteX10" fmla="*/ 22813 w 655474"/>
                <a:gd name="connsiteY10" fmla="*/ 3742 h 260656"/>
                <a:gd name="connsiteX11" fmla="*/ 8517 w 655474"/>
                <a:gd name="connsiteY11" fmla="*/ 2398 h 260656"/>
                <a:gd name="connsiteX12" fmla="*/ 958 w 655474"/>
                <a:gd name="connsiteY12" fmla="*/ 14604 h 260656"/>
                <a:gd name="connsiteX13" fmla="*/ 958 w 655474"/>
                <a:gd name="connsiteY13" fmla="*/ 205757 h 260656"/>
                <a:gd name="connsiteX14" fmla="*/ 55475 w 655474"/>
                <a:gd name="connsiteY14" fmla="*/ 260274 h 260656"/>
                <a:gd name="connsiteX15" fmla="*/ 600640 w 655474"/>
                <a:gd name="connsiteY15" fmla="*/ 260274 h 260656"/>
                <a:gd name="connsiteX16" fmla="*/ 655157 w 655474"/>
                <a:gd name="connsiteY16" fmla="*/ 205757 h 260656"/>
                <a:gd name="connsiteX17" fmla="*/ 655157 w 655474"/>
                <a:gd name="connsiteY17" fmla="*/ 14604 h 260656"/>
                <a:gd name="connsiteX18" fmla="*/ 647595 w 655474"/>
                <a:gd name="connsiteY18" fmla="*/ 2398 h 26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5474" h="260656">
                  <a:moveTo>
                    <a:pt x="647595" y="2398"/>
                  </a:moveTo>
                  <a:cubicBezTo>
                    <a:pt x="642950" y="95"/>
                    <a:pt x="637400" y="628"/>
                    <a:pt x="633300" y="3742"/>
                  </a:cubicBezTo>
                  <a:cubicBezTo>
                    <a:pt x="623611" y="11076"/>
                    <a:pt x="612323" y="14949"/>
                    <a:pt x="600637" y="14949"/>
                  </a:cubicBezTo>
                  <a:lnTo>
                    <a:pt x="382574" y="14949"/>
                  </a:lnTo>
                  <a:lnTo>
                    <a:pt x="382574" y="55836"/>
                  </a:lnTo>
                  <a:cubicBezTo>
                    <a:pt x="382574" y="63370"/>
                    <a:pt x="376478" y="69466"/>
                    <a:pt x="368944" y="69466"/>
                  </a:cubicBezTo>
                  <a:lnTo>
                    <a:pt x="287169" y="69466"/>
                  </a:lnTo>
                  <a:cubicBezTo>
                    <a:pt x="279636" y="69466"/>
                    <a:pt x="273540" y="63370"/>
                    <a:pt x="273540" y="55836"/>
                  </a:cubicBezTo>
                  <a:lnTo>
                    <a:pt x="273540" y="14949"/>
                  </a:lnTo>
                  <a:lnTo>
                    <a:pt x="55475" y="14949"/>
                  </a:lnTo>
                  <a:cubicBezTo>
                    <a:pt x="43789" y="14949"/>
                    <a:pt x="32503" y="11076"/>
                    <a:pt x="22813" y="3742"/>
                  </a:cubicBezTo>
                  <a:cubicBezTo>
                    <a:pt x="18700" y="601"/>
                    <a:pt x="13163" y="68"/>
                    <a:pt x="8517" y="2398"/>
                  </a:cubicBezTo>
                  <a:cubicBezTo>
                    <a:pt x="3887" y="4701"/>
                    <a:pt x="958" y="9425"/>
                    <a:pt x="958" y="14604"/>
                  </a:cubicBezTo>
                  <a:lnTo>
                    <a:pt x="958" y="205757"/>
                  </a:lnTo>
                  <a:cubicBezTo>
                    <a:pt x="958" y="235823"/>
                    <a:pt x="25408" y="260274"/>
                    <a:pt x="55475" y="260274"/>
                  </a:cubicBezTo>
                  <a:lnTo>
                    <a:pt x="600640" y="260274"/>
                  </a:lnTo>
                  <a:cubicBezTo>
                    <a:pt x="630706" y="260274"/>
                    <a:pt x="655157" y="235825"/>
                    <a:pt x="655157" y="205757"/>
                  </a:cubicBezTo>
                  <a:lnTo>
                    <a:pt x="655157" y="14604"/>
                  </a:lnTo>
                  <a:cubicBezTo>
                    <a:pt x="655155" y="9425"/>
                    <a:pt x="652227" y="4701"/>
                    <a:pt x="647595" y="2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CC803A8-863F-6C43-88FA-BB5B979EEA6A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1" name="CuadroTexto 350">
              <a:extLst>
                <a:ext uri="{FF2B5EF4-FFF2-40B4-BE49-F238E27FC236}">
                  <a16:creationId xmlns:a16="http://schemas.microsoft.com/office/drawing/2014/main" id="{50DCB29D-7325-BD43-9588-907C6AF10FE6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59" name="CuadroTexto 351">
              <a:extLst>
                <a:ext uri="{FF2B5EF4-FFF2-40B4-BE49-F238E27FC236}">
                  <a16:creationId xmlns:a16="http://schemas.microsoft.com/office/drawing/2014/main" id="{C17C6937-DDA1-A94D-8B2E-A2FCB720340F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E4AAD3A-B443-5641-86BD-519AF4C702D2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166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45549A28-3080-6942-9088-AB74E895388E}"/>
              </a:ext>
            </a:extLst>
          </p:cNvPr>
          <p:cNvSpPr/>
          <p:nvPr/>
        </p:nvSpPr>
        <p:spPr>
          <a:xfrm>
            <a:off x="1978025" y="4412644"/>
            <a:ext cx="4968040" cy="5499044"/>
          </a:xfrm>
          <a:prstGeom prst="roundRect">
            <a:avLst>
              <a:gd name="adj" fmla="val 1069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68D2D431-92E6-A749-9316-A2A5B51A4306}"/>
              </a:ext>
            </a:extLst>
          </p:cNvPr>
          <p:cNvSpPr/>
          <p:nvPr/>
        </p:nvSpPr>
        <p:spPr>
          <a:xfrm>
            <a:off x="7131438" y="4412644"/>
            <a:ext cx="4968040" cy="5499044"/>
          </a:xfrm>
          <a:prstGeom prst="roundRect">
            <a:avLst>
              <a:gd name="adj" fmla="val 1069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F7EC80F3-02F3-ED41-AD59-71839CD7B698}"/>
              </a:ext>
            </a:extLst>
          </p:cNvPr>
          <p:cNvSpPr/>
          <p:nvPr/>
        </p:nvSpPr>
        <p:spPr>
          <a:xfrm>
            <a:off x="12278171" y="4412644"/>
            <a:ext cx="4968040" cy="5499044"/>
          </a:xfrm>
          <a:prstGeom prst="roundRect">
            <a:avLst>
              <a:gd name="adj" fmla="val 1069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28FFCB7-E33A-4740-BAF1-4776B6A37DC5}"/>
              </a:ext>
            </a:extLst>
          </p:cNvPr>
          <p:cNvSpPr/>
          <p:nvPr/>
        </p:nvSpPr>
        <p:spPr>
          <a:xfrm>
            <a:off x="17431584" y="4412644"/>
            <a:ext cx="4968040" cy="5499044"/>
          </a:xfrm>
          <a:prstGeom prst="roundRect">
            <a:avLst>
              <a:gd name="adj" fmla="val 1069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E4EA309-9417-244B-8C59-7A0FCD8A8C05}"/>
              </a:ext>
            </a:extLst>
          </p:cNvPr>
          <p:cNvSpPr/>
          <p:nvPr/>
        </p:nvSpPr>
        <p:spPr>
          <a:xfrm>
            <a:off x="1978024" y="10102243"/>
            <a:ext cx="20421599" cy="2218494"/>
          </a:xfrm>
          <a:prstGeom prst="roundRect">
            <a:avLst>
              <a:gd name="adj" fmla="val 19856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4A64B6-2DA5-684E-8E06-574C0BC9DE8B}"/>
              </a:ext>
            </a:extLst>
          </p:cNvPr>
          <p:cNvSpPr txBox="1"/>
          <p:nvPr/>
        </p:nvSpPr>
        <p:spPr>
          <a:xfrm>
            <a:off x="8195484" y="10842158"/>
            <a:ext cx="7986678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Century Gothic" panose="020B0502020202020204" pitchFamily="34" charset="0"/>
                <a:cs typeface="Poppins Medium" pitchFamily="2" charset="77"/>
              </a:rPr>
              <a:t>Competitive Rivalry</a:t>
            </a:r>
          </a:p>
        </p:txBody>
      </p:sp>
      <p:sp>
        <p:nvSpPr>
          <p:cNvPr id="75" name="Gráfico 239">
            <a:extLst>
              <a:ext uri="{FF2B5EF4-FFF2-40B4-BE49-F238E27FC236}">
                <a16:creationId xmlns:a16="http://schemas.microsoft.com/office/drawing/2014/main" id="{2107E1AE-0698-7F47-83EC-7F2DD1CEC9C3}"/>
              </a:ext>
            </a:extLst>
          </p:cNvPr>
          <p:cNvSpPr/>
          <p:nvPr/>
        </p:nvSpPr>
        <p:spPr>
          <a:xfrm>
            <a:off x="14327704" y="4897349"/>
            <a:ext cx="928338" cy="928334"/>
          </a:xfrm>
          <a:custGeom>
            <a:avLst/>
            <a:gdLst>
              <a:gd name="connsiteX0" fmla="*/ 519307 w 571237"/>
              <a:gd name="connsiteY0" fmla="*/ 0 h 571237"/>
              <a:gd name="connsiteX1" fmla="*/ 51931 w 571237"/>
              <a:gd name="connsiteY1" fmla="*/ 0 h 571237"/>
              <a:gd name="connsiteX2" fmla="*/ 0 w 571237"/>
              <a:gd name="connsiteY2" fmla="*/ 51931 h 571237"/>
              <a:gd name="connsiteX3" fmla="*/ 0 w 571237"/>
              <a:gd name="connsiteY3" fmla="*/ 519307 h 571237"/>
              <a:gd name="connsiteX4" fmla="*/ 51931 w 571237"/>
              <a:gd name="connsiteY4" fmla="*/ 571238 h 571237"/>
              <a:gd name="connsiteX5" fmla="*/ 519307 w 571237"/>
              <a:gd name="connsiteY5" fmla="*/ 571238 h 571237"/>
              <a:gd name="connsiteX6" fmla="*/ 571238 w 571237"/>
              <a:gd name="connsiteY6" fmla="*/ 519307 h 571237"/>
              <a:gd name="connsiteX7" fmla="*/ 571238 w 571237"/>
              <a:gd name="connsiteY7" fmla="*/ 51931 h 571237"/>
              <a:gd name="connsiteX8" fmla="*/ 519307 w 571237"/>
              <a:gd name="connsiteY8" fmla="*/ 0 h 571237"/>
              <a:gd name="connsiteX9" fmla="*/ 467376 w 571237"/>
              <a:gd name="connsiteY9" fmla="*/ 350532 h 571237"/>
              <a:gd name="connsiteX10" fmla="*/ 454392 w 571237"/>
              <a:gd name="connsiteY10" fmla="*/ 363515 h 571237"/>
              <a:gd name="connsiteX11" fmla="*/ 363513 w 571237"/>
              <a:gd name="connsiteY11" fmla="*/ 363515 h 571237"/>
              <a:gd name="connsiteX12" fmla="*/ 363513 w 571237"/>
              <a:gd name="connsiteY12" fmla="*/ 454394 h 571237"/>
              <a:gd name="connsiteX13" fmla="*/ 350530 w 571237"/>
              <a:gd name="connsiteY13" fmla="*/ 467377 h 571237"/>
              <a:gd name="connsiteX14" fmla="*/ 220705 w 571237"/>
              <a:gd name="connsiteY14" fmla="*/ 467377 h 571237"/>
              <a:gd name="connsiteX15" fmla="*/ 207722 w 571237"/>
              <a:gd name="connsiteY15" fmla="*/ 454394 h 571237"/>
              <a:gd name="connsiteX16" fmla="*/ 207722 w 571237"/>
              <a:gd name="connsiteY16" fmla="*/ 363515 h 571237"/>
              <a:gd name="connsiteX17" fmla="*/ 116844 w 571237"/>
              <a:gd name="connsiteY17" fmla="*/ 363515 h 571237"/>
              <a:gd name="connsiteX18" fmla="*/ 103861 w 571237"/>
              <a:gd name="connsiteY18" fmla="*/ 350532 h 571237"/>
              <a:gd name="connsiteX19" fmla="*/ 103861 w 571237"/>
              <a:gd name="connsiteY19" fmla="*/ 220705 h 571237"/>
              <a:gd name="connsiteX20" fmla="*/ 116844 w 571237"/>
              <a:gd name="connsiteY20" fmla="*/ 207722 h 571237"/>
              <a:gd name="connsiteX21" fmla="*/ 207723 w 571237"/>
              <a:gd name="connsiteY21" fmla="*/ 207722 h 571237"/>
              <a:gd name="connsiteX22" fmla="*/ 207723 w 571237"/>
              <a:gd name="connsiteY22" fmla="*/ 116844 h 571237"/>
              <a:gd name="connsiteX23" fmla="*/ 220706 w 571237"/>
              <a:gd name="connsiteY23" fmla="*/ 103861 h 571237"/>
              <a:gd name="connsiteX24" fmla="*/ 350532 w 571237"/>
              <a:gd name="connsiteY24" fmla="*/ 103861 h 571237"/>
              <a:gd name="connsiteX25" fmla="*/ 363515 w 571237"/>
              <a:gd name="connsiteY25" fmla="*/ 116844 h 571237"/>
              <a:gd name="connsiteX26" fmla="*/ 363515 w 571237"/>
              <a:gd name="connsiteY26" fmla="*/ 207723 h 571237"/>
              <a:gd name="connsiteX27" fmla="*/ 454394 w 571237"/>
              <a:gd name="connsiteY27" fmla="*/ 207723 h 571237"/>
              <a:gd name="connsiteX28" fmla="*/ 467377 w 571237"/>
              <a:gd name="connsiteY28" fmla="*/ 220706 h 571237"/>
              <a:gd name="connsiteX29" fmla="*/ 467377 w 571237"/>
              <a:gd name="connsiteY29" fmla="*/ 350532 h 57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71237" h="571237">
                <a:moveTo>
                  <a:pt x="519307" y="0"/>
                </a:moveTo>
                <a:lnTo>
                  <a:pt x="51931" y="0"/>
                </a:lnTo>
                <a:cubicBezTo>
                  <a:pt x="23290" y="0"/>
                  <a:pt x="0" y="23290"/>
                  <a:pt x="0" y="51931"/>
                </a:cubicBezTo>
                <a:lnTo>
                  <a:pt x="0" y="519307"/>
                </a:lnTo>
                <a:cubicBezTo>
                  <a:pt x="0" y="547947"/>
                  <a:pt x="23290" y="571238"/>
                  <a:pt x="51931" y="571238"/>
                </a:cubicBezTo>
                <a:lnTo>
                  <a:pt x="519307" y="571238"/>
                </a:lnTo>
                <a:cubicBezTo>
                  <a:pt x="547947" y="571238"/>
                  <a:pt x="571238" y="547948"/>
                  <a:pt x="571238" y="519307"/>
                </a:cubicBezTo>
                <a:lnTo>
                  <a:pt x="571238" y="51931"/>
                </a:lnTo>
                <a:cubicBezTo>
                  <a:pt x="571236" y="23290"/>
                  <a:pt x="547947" y="0"/>
                  <a:pt x="519307" y="0"/>
                </a:cubicBezTo>
                <a:close/>
                <a:moveTo>
                  <a:pt x="467376" y="350532"/>
                </a:moveTo>
                <a:cubicBezTo>
                  <a:pt x="467376" y="357708"/>
                  <a:pt x="461569" y="363515"/>
                  <a:pt x="454392" y="363515"/>
                </a:cubicBezTo>
                <a:lnTo>
                  <a:pt x="363513" y="363515"/>
                </a:lnTo>
                <a:lnTo>
                  <a:pt x="363513" y="454394"/>
                </a:lnTo>
                <a:cubicBezTo>
                  <a:pt x="363513" y="461570"/>
                  <a:pt x="357707" y="467377"/>
                  <a:pt x="350530" y="467377"/>
                </a:cubicBezTo>
                <a:lnTo>
                  <a:pt x="220705" y="467377"/>
                </a:lnTo>
                <a:cubicBezTo>
                  <a:pt x="213529" y="467377"/>
                  <a:pt x="207722" y="461570"/>
                  <a:pt x="207722" y="454394"/>
                </a:cubicBezTo>
                <a:lnTo>
                  <a:pt x="207722" y="363515"/>
                </a:lnTo>
                <a:lnTo>
                  <a:pt x="116844" y="363515"/>
                </a:lnTo>
                <a:cubicBezTo>
                  <a:pt x="109668" y="363515"/>
                  <a:pt x="103861" y="357708"/>
                  <a:pt x="103861" y="350532"/>
                </a:cubicBezTo>
                <a:lnTo>
                  <a:pt x="103861" y="220705"/>
                </a:lnTo>
                <a:cubicBezTo>
                  <a:pt x="103861" y="213529"/>
                  <a:pt x="109668" y="207722"/>
                  <a:pt x="116844" y="207722"/>
                </a:cubicBezTo>
                <a:lnTo>
                  <a:pt x="207723" y="207722"/>
                </a:lnTo>
                <a:lnTo>
                  <a:pt x="207723" y="116844"/>
                </a:lnTo>
                <a:cubicBezTo>
                  <a:pt x="207723" y="109668"/>
                  <a:pt x="213530" y="103861"/>
                  <a:pt x="220706" y="103861"/>
                </a:cubicBezTo>
                <a:lnTo>
                  <a:pt x="350532" y="103861"/>
                </a:lnTo>
                <a:cubicBezTo>
                  <a:pt x="357708" y="103861"/>
                  <a:pt x="363515" y="109668"/>
                  <a:pt x="363515" y="116844"/>
                </a:cubicBezTo>
                <a:lnTo>
                  <a:pt x="363515" y="207723"/>
                </a:lnTo>
                <a:lnTo>
                  <a:pt x="454394" y="207723"/>
                </a:lnTo>
                <a:cubicBezTo>
                  <a:pt x="461570" y="207723"/>
                  <a:pt x="467377" y="213530"/>
                  <a:pt x="467377" y="220706"/>
                </a:cubicBezTo>
                <a:lnTo>
                  <a:pt x="467377" y="350532"/>
                </a:lnTo>
                <a:close/>
              </a:path>
            </a:pathLst>
          </a:custGeom>
          <a:solidFill>
            <a:schemeClr val="bg1"/>
          </a:solidFill>
          <a:ln w="11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grpSp>
        <p:nvGrpSpPr>
          <p:cNvPr id="76" name="Gráfico 243">
            <a:extLst>
              <a:ext uri="{FF2B5EF4-FFF2-40B4-BE49-F238E27FC236}">
                <a16:creationId xmlns:a16="http://schemas.microsoft.com/office/drawing/2014/main" id="{11B5BB8D-4E64-BC48-AF22-0463BEF97F39}"/>
              </a:ext>
            </a:extLst>
          </p:cNvPr>
          <p:cNvGrpSpPr/>
          <p:nvPr/>
        </p:nvGrpSpPr>
        <p:grpSpPr>
          <a:xfrm>
            <a:off x="4067387" y="4924324"/>
            <a:ext cx="927678" cy="927674"/>
            <a:chOff x="5171013" y="4285321"/>
            <a:chExt cx="570831" cy="570831"/>
          </a:xfrm>
          <a:solidFill>
            <a:schemeClr val="bg1"/>
          </a:solidFill>
        </p:grpSpPr>
        <p:sp>
          <p:nvSpPr>
            <p:cNvPr id="77" name="Forma libre 285">
              <a:extLst>
                <a:ext uri="{FF2B5EF4-FFF2-40B4-BE49-F238E27FC236}">
                  <a16:creationId xmlns:a16="http://schemas.microsoft.com/office/drawing/2014/main" id="{0BC7DD40-D17A-154F-84E5-7F7E78E5BEB9}"/>
                </a:ext>
              </a:extLst>
            </p:cNvPr>
            <p:cNvSpPr/>
            <p:nvPr/>
          </p:nvSpPr>
          <p:spPr>
            <a:xfrm>
              <a:off x="5253107" y="4576323"/>
              <a:ext cx="406641" cy="279828"/>
            </a:xfrm>
            <a:custGeom>
              <a:avLst/>
              <a:gdLst>
                <a:gd name="connsiteX0" fmla="*/ 405395 w 406641"/>
                <a:gd name="connsiteY0" fmla="*/ 27781 h 279828"/>
                <a:gd name="connsiteX1" fmla="*/ 393667 w 406641"/>
                <a:gd name="connsiteY1" fmla="*/ 20360 h 279828"/>
                <a:gd name="connsiteX2" fmla="*/ 294135 w 406641"/>
                <a:gd name="connsiteY2" fmla="*/ 20360 h 279828"/>
                <a:gd name="connsiteX3" fmla="*/ 263232 w 406641"/>
                <a:gd name="connsiteY3" fmla="*/ 5104 h 279828"/>
                <a:gd name="connsiteX4" fmla="*/ 250156 w 406641"/>
                <a:gd name="connsiteY4" fmla="*/ 304 h 279828"/>
                <a:gd name="connsiteX5" fmla="*/ 240270 w 406641"/>
                <a:gd name="connsiteY5" fmla="*/ 10087 h 279828"/>
                <a:gd name="connsiteX6" fmla="*/ 215361 w 406641"/>
                <a:gd name="connsiteY6" fmla="*/ 119764 h 279828"/>
                <a:gd name="connsiteX7" fmla="*/ 182045 w 406641"/>
                <a:gd name="connsiteY7" fmla="*/ 149785 h 279828"/>
                <a:gd name="connsiteX8" fmla="*/ 142580 w 406641"/>
                <a:gd name="connsiteY8" fmla="*/ 128586 h 279828"/>
                <a:gd name="connsiteX9" fmla="*/ 92061 w 406641"/>
                <a:gd name="connsiteY9" fmla="*/ 27524 h 279828"/>
                <a:gd name="connsiteX10" fmla="*/ 80437 w 406641"/>
                <a:gd name="connsiteY10" fmla="*/ 20363 h 279828"/>
                <a:gd name="connsiteX11" fmla="*/ 12974 w 406641"/>
                <a:gd name="connsiteY11" fmla="*/ 20363 h 279828"/>
                <a:gd name="connsiteX12" fmla="*/ 1247 w 406641"/>
                <a:gd name="connsiteY12" fmla="*/ 27783 h 279828"/>
                <a:gd name="connsiteX13" fmla="*/ 2907 w 406641"/>
                <a:gd name="connsiteY13" fmla="*/ 41536 h 279828"/>
                <a:gd name="connsiteX14" fmla="*/ 193253 w 406641"/>
                <a:gd name="connsiteY14" fmla="*/ 275055 h 279828"/>
                <a:gd name="connsiteX15" fmla="*/ 203321 w 406641"/>
                <a:gd name="connsiteY15" fmla="*/ 279829 h 279828"/>
                <a:gd name="connsiteX16" fmla="*/ 213388 w 406641"/>
                <a:gd name="connsiteY16" fmla="*/ 275055 h 279828"/>
                <a:gd name="connsiteX17" fmla="*/ 403735 w 406641"/>
                <a:gd name="connsiteY17" fmla="*/ 41532 h 279828"/>
                <a:gd name="connsiteX18" fmla="*/ 405395 w 406641"/>
                <a:gd name="connsiteY18" fmla="*/ 27781 h 27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6641" h="279828">
                  <a:moveTo>
                    <a:pt x="405395" y="27781"/>
                  </a:moveTo>
                  <a:cubicBezTo>
                    <a:pt x="403241" y="23240"/>
                    <a:pt x="398674" y="20360"/>
                    <a:pt x="393667" y="20360"/>
                  </a:cubicBezTo>
                  <a:lnTo>
                    <a:pt x="294135" y="20360"/>
                  </a:lnTo>
                  <a:cubicBezTo>
                    <a:pt x="281888" y="20360"/>
                    <a:pt x="270628" y="14808"/>
                    <a:pt x="263232" y="5104"/>
                  </a:cubicBezTo>
                  <a:cubicBezTo>
                    <a:pt x="260197" y="1108"/>
                    <a:pt x="255085" y="-786"/>
                    <a:pt x="250156" y="304"/>
                  </a:cubicBezTo>
                  <a:cubicBezTo>
                    <a:pt x="245252" y="1368"/>
                    <a:pt x="241386" y="5182"/>
                    <a:pt x="240270" y="10087"/>
                  </a:cubicBezTo>
                  <a:lnTo>
                    <a:pt x="215361" y="119764"/>
                  </a:lnTo>
                  <a:cubicBezTo>
                    <a:pt x="211703" y="135773"/>
                    <a:pt x="198314" y="147839"/>
                    <a:pt x="182045" y="149785"/>
                  </a:cubicBezTo>
                  <a:cubicBezTo>
                    <a:pt x="164635" y="151912"/>
                    <a:pt x="149871" y="143168"/>
                    <a:pt x="142580" y="128586"/>
                  </a:cubicBezTo>
                  <a:lnTo>
                    <a:pt x="92061" y="27524"/>
                  </a:lnTo>
                  <a:cubicBezTo>
                    <a:pt x="89830" y="23139"/>
                    <a:pt x="85341" y="20363"/>
                    <a:pt x="80437" y="20363"/>
                  </a:cubicBezTo>
                  <a:lnTo>
                    <a:pt x="12974" y="20363"/>
                  </a:lnTo>
                  <a:cubicBezTo>
                    <a:pt x="7966" y="20363"/>
                    <a:pt x="3400" y="23242"/>
                    <a:pt x="1247" y="27783"/>
                  </a:cubicBezTo>
                  <a:cubicBezTo>
                    <a:pt x="-881" y="32298"/>
                    <a:pt x="-258" y="37669"/>
                    <a:pt x="2907" y="41536"/>
                  </a:cubicBezTo>
                  <a:lnTo>
                    <a:pt x="193253" y="275055"/>
                  </a:lnTo>
                  <a:cubicBezTo>
                    <a:pt x="195718" y="278091"/>
                    <a:pt x="199429" y="279829"/>
                    <a:pt x="203321" y="279829"/>
                  </a:cubicBezTo>
                  <a:cubicBezTo>
                    <a:pt x="207213" y="279829"/>
                    <a:pt x="210923" y="278091"/>
                    <a:pt x="213388" y="275055"/>
                  </a:cubicBezTo>
                  <a:lnTo>
                    <a:pt x="403735" y="41532"/>
                  </a:lnTo>
                  <a:cubicBezTo>
                    <a:pt x="406900" y="37667"/>
                    <a:pt x="407522" y="32295"/>
                    <a:pt x="405395" y="27781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8" name="Forma libre 286">
              <a:extLst>
                <a:ext uri="{FF2B5EF4-FFF2-40B4-BE49-F238E27FC236}">
                  <a16:creationId xmlns:a16="http://schemas.microsoft.com/office/drawing/2014/main" id="{46FD00D6-F20C-8447-878E-9D7223C99748}"/>
                </a:ext>
              </a:extLst>
            </p:cNvPr>
            <p:cNvSpPr/>
            <p:nvPr/>
          </p:nvSpPr>
          <p:spPr>
            <a:xfrm>
              <a:off x="5171013" y="4285321"/>
              <a:ext cx="570832" cy="415150"/>
            </a:xfrm>
            <a:custGeom>
              <a:avLst/>
              <a:gdLst>
                <a:gd name="connsiteX0" fmla="*/ 557858 w 570832"/>
                <a:gd name="connsiteY0" fmla="*/ 259468 h 415150"/>
                <a:gd name="connsiteX1" fmla="*/ 543691 w 570832"/>
                <a:gd name="connsiteY1" fmla="*/ 259468 h 415150"/>
                <a:gd name="connsiteX2" fmla="*/ 570831 w 570832"/>
                <a:gd name="connsiteY2" fmla="*/ 168655 h 415150"/>
                <a:gd name="connsiteX3" fmla="*/ 402176 w 570832"/>
                <a:gd name="connsiteY3" fmla="*/ 0 h 415150"/>
                <a:gd name="connsiteX4" fmla="*/ 285416 w 570832"/>
                <a:gd name="connsiteY4" fmla="*/ 47172 h 415150"/>
                <a:gd name="connsiteX5" fmla="*/ 168655 w 570832"/>
                <a:gd name="connsiteY5" fmla="*/ 0 h 415150"/>
                <a:gd name="connsiteX6" fmla="*/ 0 w 570832"/>
                <a:gd name="connsiteY6" fmla="*/ 168655 h 415150"/>
                <a:gd name="connsiteX7" fmla="*/ 27167 w 570832"/>
                <a:gd name="connsiteY7" fmla="*/ 259469 h 415150"/>
                <a:gd name="connsiteX8" fmla="*/ 12974 w 570832"/>
                <a:gd name="connsiteY8" fmla="*/ 259469 h 415150"/>
                <a:gd name="connsiteX9" fmla="*/ 0 w 570832"/>
                <a:gd name="connsiteY9" fmla="*/ 272442 h 415150"/>
                <a:gd name="connsiteX10" fmla="*/ 12973 w 570832"/>
                <a:gd name="connsiteY10" fmla="*/ 285416 h 415150"/>
                <a:gd name="connsiteX11" fmla="*/ 178566 w 570832"/>
                <a:gd name="connsiteY11" fmla="*/ 285416 h 415150"/>
                <a:gd name="connsiteX12" fmla="*/ 190165 w 570832"/>
                <a:gd name="connsiteY12" fmla="*/ 292577 h 415150"/>
                <a:gd name="connsiteX13" fmla="*/ 247871 w 570832"/>
                <a:gd name="connsiteY13" fmla="*/ 407962 h 415150"/>
                <a:gd name="connsiteX14" fmla="*/ 259469 w 570832"/>
                <a:gd name="connsiteY14" fmla="*/ 415150 h 415150"/>
                <a:gd name="connsiteX15" fmla="*/ 261026 w 570832"/>
                <a:gd name="connsiteY15" fmla="*/ 415072 h 415150"/>
                <a:gd name="connsiteX16" fmla="*/ 272131 w 570832"/>
                <a:gd name="connsiteY16" fmla="*/ 405057 h 415150"/>
                <a:gd name="connsiteX17" fmla="*/ 316423 w 570832"/>
                <a:gd name="connsiteY17" fmla="*/ 210118 h 415150"/>
                <a:gd name="connsiteX18" fmla="*/ 328852 w 570832"/>
                <a:gd name="connsiteY18" fmla="*/ 200051 h 415150"/>
                <a:gd name="connsiteX19" fmla="*/ 341358 w 570832"/>
                <a:gd name="connsiteY19" fmla="*/ 208899 h 415150"/>
                <a:gd name="connsiteX20" fmla="*/ 363906 w 570832"/>
                <a:gd name="connsiteY20" fmla="*/ 276542 h 415150"/>
                <a:gd name="connsiteX21" fmla="*/ 376231 w 570832"/>
                <a:gd name="connsiteY21" fmla="*/ 285416 h 415150"/>
                <a:gd name="connsiteX22" fmla="*/ 557859 w 570832"/>
                <a:gd name="connsiteY22" fmla="*/ 285416 h 415150"/>
                <a:gd name="connsiteX23" fmla="*/ 570832 w 570832"/>
                <a:gd name="connsiteY23" fmla="*/ 272442 h 415150"/>
                <a:gd name="connsiteX24" fmla="*/ 557858 w 570832"/>
                <a:gd name="connsiteY24" fmla="*/ 259468 h 4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0832" h="415150">
                  <a:moveTo>
                    <a:pt x="557858" y="259468"/>
                  </a:moveTo>
                  <a:lnTo>
                    <a:pt x="543691" y="259468"/>
                  </a:lnTo>
                  <a:cubicBezTo>
                    <a:pt x="561101" y="232406"/>
                    <a:pt x="570831" y="201062"/>
                    <a:pt x="570831" y="168655"/>
                  </a:cubicBezTo>
                  <a:cubicBezTo>
                    <a:pt x="570831" y="75661"/>
                    <a:pt x="495170" y="0"/>
                    <a:pt x="402176" y="0"/>
                  </a:cubicBezTo>
                  <a:cubicBezTo>
                    <a:pt x="358560" y="0"/>
                    <a:pt x="316759" y="17047"/>
                    <a:pt x="285416" y="47172"/>
                  </a:cubicBezTo>
                  <a:cubicBezTo>
                    <a:pt x="254072" y="17047"/>
                    <a:pt x="212271" y="0"/>
                    <a:pt x="168655" y="0"/>
                  </a:cubicBezTo>
                  <a:cubicBezTo>
                    <a:pt x="75661" y="0"/>
                    <a:pt x="0" y="75661"/>
                    <a:pt x="0" y="168655"/>
                  </a:cubicBezTo>
                  <a:cubicBezTo>
                    <a:pt x="0" y="200959"/>
                    <a:pt x="9652" y="232225"/>
                    <a:pt x="27167" y="259469"/>
                  </a:cubicBezTo>
                  <a:lnTo>
                    <a:pt x="12974" y="259469"/>
                  </a:lnTo>
                  <a:cubicBezTo>
                    <a:pt x="5812" y="259468"/>
                    <a:pt x="0" y="265280"/>
                    <a:pt x="0" y="272442"/>
                  </a:cubicBezTo>
                  <a:cubicBezTo>
                    <a:pt x="0" y="279605"/>
                    <a:pt x="5812" y="285416"/>
                    <a:pt x="12973" y="285416"/>
                  </a:cubicBezTo>
                  <a:lnTo>
                    <a:pt x="178566" y="285416"/>
                  </a:lnTo>
                  <a:cubicBezTo>
                    <a:pt x="183497" y="285416"/>
                    <a:pt x="187959" y="288166"/>
                    <a:pt x="190165" y="292577"/>
                  </a:cubicBezTo>
                  <a:lnTo>
                    <a:pt x="247871" y="407962"/>
                  </a:lnTo>
                  <a:cubicBezTo>
                    <a:pt x="250076" y="412425"/>
                    <a:pt x="254617" y="415150"/>
                    <a:pt x="259469" y="415150"/>
                  </a:cubicBezTo>
                  <a:cubicBezTo>
                    <a:pt x="259988" y="415150"/>
                    <a:pt x="260507" y="415125"/>
                    <a:pt x="261026" y="415072"/>
                  </a:cubicBezTo>
                  <a:cubicBezTo>
                    <a:pt x="266474" y="414423"/>
                    <a:pt x="270912" y="410402"/>
                    <a:pt x="272131" y="405057"/>
                  </a:cubicBezTo>
                  <a:lnTo>
                    <a:pt x="316423" y="210118"/>
                  </a:lnTo>
                  <a:cubicBezTo>
                    <a:pt x="317721" y="204488"/>
                    <a:pt x="322650" y="200336"/>
                    <a:pt x="328852" y="200051"/>
                  </a:cubicBezTo>
                  <a:cubicBezTo>
                    <a:pt x="334768" y="200051"/>
                    <a:pt x="339569" y="203423"/>
                    <a:pt x="341358" y="208899"/>
                  </a:cubicBezTo>
                  <a:lnTo>
                    <a:pt x="363906" y="276542"/>
                  </a:lnTo>
                  <a:cubicBezTo>
                    <a:pt x="365696" y="281836"/>
                    <a:pt x="370652" y="285416"/>
                    <a:pt x="376231" y="285416"/>
                  </a:cubicBezTo>
                  <a:lnTo>
                    <a:pt x="557859" y="285416"/>
                  </a:lnTo>
                  <a:cubicBezTo>
                    <a:pt x="565020" y="285416"/>
                    <a:pt x="570832" y="279604"/>
                    <a:pt x="570832" y="272442"/>
                  </a:cubicBezTo>
                  <a:cubicBezTo>
                    <a:pt x="570832" y="265281"/>
                    <a:pt x="565019" y="259468"/>
                    <a:pt x="557858" y="259468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79" name="Gráfico 245">
            <a:extLst>
              <a:ext uri="{FF2B5EF4-FFF2-40B4-BE49-F238E27FC236}">
                <a16:creationId xmlns:a16="http://schemas.microsoft.com/office/drawing/2014/main" id="{AB7B62E9-ADCD-9F4B-9A67-71BBB258B76F}"/>
              </a:ext>
            </a:extLst>
          </p:cNvPr>
          <p:cNvGrpSpPr/>
          <p:nvPr/>
        </p:nvGrpSpPr>
        <p:grpSpPr>
          <a:xfrm>
            <a:off x="9042891" y="4836486"/>
            <a:ext cx="1132376" cy="1132376"/>
            <a:chOff x="9790237" y="2867934"/>
            <a:chExt cx="597977" cy="597977"/>
          </a:xfrm>
          <a:solidFill>
            <a:schemeClr val="bg1"/>
          </a:solidFill>
        </p:grpSpPr>
        <p:sp>
          <p:nvSpPr>
            <p:cNvPr id="80" name="Forma libre 378">
              <a:extLst>
                <a:ext uri="{FF2B5EF4-FFF2-40B4-BE49-F238E27FC236}">
                  <a16:creationId xmlns:a16="http://schemas.microsoft.com/office/drawing/2014/main" id="{39FC5E79-C1A6-0147-9B9A-2CAA0170F42B}"/>
                </a:ext>
              </a:extLst>
            </p:cNvPr>
            <p:cNvSpPr/>
            <p:nvPr/>
          </p:nvSpPr>
          <p:spPr>
            <a:xfrm>
              <a:off x="9789361" y="2966720"/>
              <a:ext cx="599145" cy="399430"/>
            </a:xfrm>
            <a:custGeom>
              <a:avLst/>
              <a:gdLst>
                <a:gd name="connsiteX0" fmla="*/ 593537 w 599144"/>
                <a:gd name="connsiteY0" fmla="*/ 28043 h 399429"/>
                <a:gd name="connsiteX1" fmla="*/ 582138 w 599144"/>
                <a:gd name="connsiteY1" fmla="*/ 26547 h 399429"/>
                <a:gd name="connsiteX2" fmla="*/ 480577 w 599144"/>
                <a:gd name="connsiteY2" fmla="*/ 63483 h 399429"/>
                <a:gd name="connsiteX3" fmla="*/ 452352 w 599144"/>
                <a:gd name="connsiteY3" fmla="*/ 89445 h 399429"/>
                <a:gd name="connsiteX4" fmla="*/ 449919 w 599144"/>
                <a:gd name="connsiteY4" fmla="*/ 96462 h 399429"/>
                <a:gd name="connsiteX5" fmla="*/ 367861 w 599144"/>
                <a:gd name="connsiteY5" fmla="*/ 64554 h 399429"/>
                <a:gd name="connsiteX6" fmla="*/ 250836 w 599144"/>
                <a:gd name="connsiteY6" fmla="*/ 76168 h 399429"/>
                <a:gd name="connsiteX7" fmla="*/ 189789 w 599144"/>
                <a:gd name="connsiteY7" fmla="*/ 80345 h 399429"/>
                <a:gd name="connsiteX8" fmla="*/ 151921 w 599144"/>
                <a:gd name="connsiteY8" fmla="*/ 83365 h 399429"/>
                <a:gd name="connsiteX9" fmla="*/ 147379 w 599144"/>
                <a:gd name="connsiteY9" fmla="*/ 64531 h 399429"/>
                <a:gd name="connsiteX10" fmla="*/ 119154 w 599144"/>
                <a:gd name="connsiteY10" fmla="*/ 38569 h 399429"/>
                <a:gd name="connsiteX11" fmla="*/ 17592 w 599144"/>
                <a:gd name="connsiteY11" fmla="*/ 1631 h 399429"/>
                <a:gd name="connsiteX12" fmla="*/ 6194 w 599144"/>
                <a:gd name="connsiteY12" fmla="*/ 3127 h 399429"/>
                <a:gd name="connsiteX13" fmla="*/ 876 w 599144"/>
                <a:gd name="connsiteY13" fmla="*/ 13335 h 399429"/>
                <a:gd name="connsiteX14" fmla="*/ 876 w 599144"/>
                <a:gd name="connsiteY14" fmla="*/ 262491 h 399429"/>
                <a:gd name="connsiteX15" fmla="*/ 13334 w 599144"/>
                <a:gd name="connsiteY15" fmla="*/ 274950 h 399429"/>
                <a:gd name="connsiteX16" fmla="*/ 49722 w 599144"/>
                <a:gd name="connsiteY16" fmla="*/ 274950 h 399429"/>
                <a:gd name="connsiteX17" fmla="*/ 88904 w 599144"/>
                <a:gd name="connsiteY17" fmla="*/ 255863 h 399429"/>
                <a:gd name="connsiteX18" fmla="*/ 105892 w 599144"/>
                <a:gd name="connsiteY18" fmla="*/ 268672 h 399429"/>
                <a:gd name="connsiteX19" fmla="*/ 143326 w 599144"/>
                <a:gd name="connsiteY19" fmla="*/ 297396 h 399429"/>
                <a:gd name="connsiteX20" fmla="*/ 256591 w 599144"/>
                <a:gd name="connsiteY20" fmla="*/ 385464 h 399429"/>
                <a:gd name="connsiteX21" fmla="*/ 299864 w 599144"/>
                <a:gd name="connsiteY21" fmla="*/ 399529 h 399429"/>
                <a:gd name="connsiteX22" fmla="*/ 329258 w 599144"/>
                <a:gd name="connsiteY22" fmla="*/ 391219 h 399429"/>
                <a:gd name="connsiteX23" fmla="*/ 360475 w 599144"/>
                <a:gd name="connsiteY23" fmla="*/ 390525 h 399429"/>
                <a:gd name="connsiteX24" fmla="*/ 383578 w 599144"/>
                <a:gd name="connsiteY24" fmla="*/ 367409 h 399429"/>
                <a:gd name="connsiteX25" fmla="*/ 414625 w 599144"/>
                <a:gd name="connsiteY25" fmla="*/ 362859 h 399429"/>
                <a:gd name="connsiteX26" fmla="*/ 434868 w 599144"/>
                <a:gd name="connsiteY26" fmla="*/ 342481 h 399429"/>
                <a:gd name="connsiteX27" fmla="*/ 462083 w 599144"/>
                <a:gd name="connsiteY27" fmla="*/ 333794 h 399429"/>
                <a:gd name="connsiteX28" fmla="*/ 478407 w 599144"/>
                <a:gd name="connsiteY28" fmla="*/ 296842 h 399429"/>
                <a:gd name="connsiteX29" fmla="*/ 510008 w 599144"/>
                <a:gd name="connsiteY29" fmla="*/ 279360 h 399429"/>
                <a:gd name="connsiteX30" fmla="*/ 550006 w 599144"/>
                <a:gd name="connsiteY30" fmla="*/ 299864 h 399429"/>
                <a:gd name="connsiteX31" fmla="*/ 586394 w 599144"/>
                <a:gd name="connsiteY31" fmla="*/ 299864 h 399429"/>
                <a:gd name="connsiteX32" fmla="*/ 598852 w 599144"/>
                <a:gd name="connsiteY32" fmla="*/ 287406 h 399429"/>
                <a:gd name="connsiteX33" fmla="*/ 598852 w 599144"/>
                <a:gd name="connsiteY33" fmla="*/ 38251 h 399429"/>
                <a:gd name="connsiteX34" fmla="*/ 593537 w 599144"/>
                <a:gd name="connsiteY34" fmla="*/ 28043 h 399429"/>
                <a:gd name="connsiteX35" fmla="*/ 446962 w 599144"/>
                <a:gd name="connsiteY35" fmla="*/ 314003 h 399429"/>
                <a:gd name="connsiteX36" fmla="*/ 434200 w 599144"/>
                <a:gd name="connsiteY36" fmla="*/ 316412 h 399429"/>
                <a:gd name="connsiteX37" fmla="*/ 433720 w 599144"/>
                <a:gd name="connsiteY37" fmla="*/ 316162 h 399429"/>
                <a:gd name="connsiteX38" fmla="*/ 433106 w 599144"/>
                <a:gd name="connsiteY38" fmla="*/ 315438 h 399429"/>
                <a:gd name="connsiteX39" fmla="*/ 359636 w 599144"/>
                <a:gd name="connsiteY39" fmla="*/ 241859 h 399429"/>
                <a:gd name="connsiteX40" fmla="*/ 342032 w 599144"/>
                <a:gd name="connsiteY40" fmla="*/ 241482 h 399429"/>
                <a:gd name="connsiteX41" fmla="*/ 341655 w 599144"/>
                <a:gd name="connsiteY41" fmla="*/ 259086 h 399429"/>
                <a:gd name="connsiteX42" fmla="*/ 412505 w 599144"/>
                <a:gd name="connsiteY42" fmla="*/ 330445 h 399429"/>
                <a:gd name="connsiteX43" fmla="*/ 403470 w 599144"/>
                <a:gd name="connsiteY43" fmla="*/ 340585 h 399429"/>
                <a:gd name="connsiteX44" fmla="*/ 384053 w 599144"/>
                <a:gd name="connsiteY44" fmla="*/ 341023 h 399429"/>
                <a:gd name="connsiteX45" fmla="*/ 383727 w 599144"/>
                <a:gd name="connsiteY45" fmla="*/ 340857 h 399429"/>
                <a:gd name="connsiteX46" fmla="*/ 383346 w 599144"/>
                <a:gd name="connsiteY46" fmla="*/ 340402 h 399429"/>
                <a:gd name="connsiteX47" fmla="*/ 322444 w 599144"/>
                <a:gd name="connsiteY47" fmla="*/ 279415 h 399429"/>
                <a:gd name="connsiteX48" fmla="*/ 304840 w 599144"/>
                <a:gd name="connsiteY48" fmla="*/ 278673 h 399429"/>
                <a:gd name="connsiteX49" fmla="*/ 304098 w 599144"/>
                <a:gd name="connsiteY49" fmla="*/ 296277 h 399429"/>
                <a:gd name="connsiteX50" fmla="*/ 361872 w 599144"/>
                <a:gd name="connsiteY50" fmla="*/ 354749 h 399429"/>
                <a:gd name="connsiteX51" fmla="*/ 350413 w 599144"/>
                <a:gd name="connsiteY51" fmla="*/ 367739 h 399429"/>
                <a:gd name="connsiteX52" fmla="*/ 333394 w 599144"/>
                <a:gd name="connsiteY52" fmla="*/ 365202 h 399429"/>
                <a:gd name="connsiteX53" fmla="*/ 272540 w 599144"/>
                <a:gd name="connsiteY53" fmla="*/ 304257 h 399429"/>
                <a:gd name="connsiteX54" fmla="*/ 254936 w 599144"/>
                <a:gd name="connsiteY54" fmla="*/ 303662 h 399429"/>
                <a:gd name="connsiteX55" fmla="*/ 254340 w 599144"/>
                <a:gd name="connsiteY55" fmla="*/ 321266 h 399429"/>
                <a:gd name="connsiteX56" fmla="*/ 306267 w 599144"/>
                <a:gd name="connsiteY56" fmla="*/ 374211 h 399429"/>
                <a:gd name="connsiteX57" fmla="*/ 299864 w 599144"/>
                <a:gd name="connsiteY57" fmla="*/ 374613 h 399429"/>
                <a:gd name="connsiteX58" fmla="*/ 270277 w 599144"/>
                <a:gd name="connsiteY58" fmla="*/ 364637 h 399429"/>
                <a:gd name="connsiteX59" fmla="*/ 159336 w 599144"/>
                <a:gd name="connsiteY59" fmla="*/ 278307 h 399429"/>
                <a:gd name="connsiteX60" fmla="*/ 120856 w 599144"/>
                <a:gd name="connsiteY60" fmla="*/ 248757 h 399429"/>
                <a:gd name="connsiteX61" fmla="*/ 100000 w 599144"/>
                <a:gd name="connsiteY61" fmla="*/ 232995 h 399429"/>
                <a:gd name="connsiteX62" fmla="*/ 146645 w 599144"/>
                <a:gd name="connsiteY62" fmla="*/ 108593 h 399429"/>
                <a:gd name="connsiteX63" fmla="*/ 191977 w 599144"/>
                <a:gd name="connsiteY63" fmla="*/ 105161 h 399429"/>
                <a:gd name="connsiteX64" fmla="*/ 220553 w 599144"/>
                <a:gd name="connsiteY64" fmla="*/ 102760 h 399429"/>
                <a:gd name="connsiteX65" fmla="*/ 188011 w 599144"/>
                <a:gd name="connsiteY65" fmla="*/ 167949 h 399429"/>
                <a:gd name="connsiteX66" fmla="*/ 205664 w 599144"/>
                <a:gd name="connsiteY66" fmla="*/ 194800 h 399429"/>
                <a:gd name="connsiteX67" fmla="*/ 227053 w 599144"/>
                <a:gd name="connsiteY67" fmla="*/ 200298 h 399429"/>
                <a:gd name="connsiteX68" fmla="*/ 281860 w 599144"/>
                <a:gd name="connsiteY68" fmla="*/ 174530 h 399429"/>
                <a:gd name="connsiteX69" fmla="*/ 310121 w 599144"/>
                <a:gd name="connsiteY69" fmla="*/ 165564 h 399429"/>
                <a:gd name="connsiteX70" fmla="*/ 364856 w 599144"/>
                <a:gd name="connsiteY70" fmla="*/ 212366 h 399429"/>
                <a:gd name="connsiteX71" fmla="*/ 451952 w 599144"/>
                <a:gd name="connsiteY71" fmla="*/ 294036 h 399429"/>
                <a:gd name="connsiteX72" fmla="*/ 446962 w 599144"/>
                <a:gd name="connsiteY72" fmla="*/ 314003 h 3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99144" h="399429">
                  <a:moveTo>
                    <a:pt x="593537" y="28043"/>
                  </a:moveTo>
                  <a:cubicBezTo>
                    <a:pt x="590215" y="25708"/>
                    <a:pt x="585957" y="25135"/>
                    <a:pt x="582138" y="26547"/>
                  </a:cubicBezTo>
                  <a:lnTo>
                    <a:pt x="480577" y="63483"/>
                  </a:lnTo>
                  <a:cubicBezTo>
                    <a:pt x="467986" y="68058"/>
                    <a:pt x="457960" y="77280"/>
                    <a:pt x="452352" y="89445"/>
                  </a:cubicBezTo>
                  <a:cubicBezTo>
                    <a:pt x="451301" y="91726"/>
                    <a:pt x="450611" y="94095"/>
                    <a:pt x="449919" y="96462"/>
                  </a:cubicBezTo>
                  <a:cubicBezTo>
                    <a:pt x="432480" y="91504"/>
                    <a:pt x="400070" y="81149"/>
                    <a:pt x="367861" y="64554"/>
                  </a:cubicBezTo>
                  <a:cubicBezTo>
                    <a:pt x="326304" y="43135"/>
                    <a:pt x="291130" y="45872"/>
                    <a:pt x="250836" y="76168"/>
                  </a:cubicBezTo>
                  <a:cubicBezTo>
                    <a:pt x="234636" y="76440"/>
                    <a:pt x="211999" y="78388"/>
                    <a:pt x="189789" y="80345"/>
                  </a:cubicBezTo>
                  <a:cubicBezTo>
                    <a:pt x="175823" y="81578"/>
                    <a:pt x="162624" y="82712"/>
                    <a:pt x="151921" y="83365"/>
                  </a:cubicBezTo>
                  <a:cubicBezTo>
                    <a:pt x="151658" y="76936"/>
                    <a:pt x="150154" y="70557"/>
                    <a:pt x="147379" y="64531"/>
                  </a:cubicBezTo>
                  <a:cubicBezTo>
                    <a:pt x="141771" y="52364"/>
                    <a:pt x="131746" y="43142"/>
                    <a:pt x="119154" y="38569"/>
                  </a:cubicBezTo>
                  <a:lnTo>
                    <a:pt x="17592" y="1631"/>
                  </a:lnTo>
                  <a:cubicBezTo>
                    <a:pt x="13785" y="232"/>
                    <a:pt x="9502" y="804"/>
                    <a:pt x="6194" y="3127"/>
                  </a:cubicBezTo>
                  <a:cubicBezTo>
                    <a:pt x="2859" y="5464"/>
                    <a:pt x="876" y="9271"/>
                    <a:pt x="876" y="13335"/>
                  </a:cubicBezTo>
                  <a:lnTo>
                    <a:pt x="876" y="262491"/>
                  </a:lnTo>
                  <a:cubicBezTo>
                    <a:pt x="876" y="269377"/>
                    <a:pt x="6448" y="274950"/>
                    <a:pt x="13334" y="274950"/>
                  </a:cubicBezTo>
                  <a:lnTo>
                    <a:pt x="49722" y="274950"/>
                  </a:lnTo>
                  <a:cubicBezTo>
                    <a:pt x="65198" y="274950"/>
                    <a:pt x="79596" y="267650"/>
                    <a:pt x="88904" y="255863"/>
                  </a:cubicBezTo>
                  <a:cubicBezTo>
                    <a:pt x="93861" y="259633"/>
                    <a:pt x="99734" y="264048"/>
                    <a:pt x="105892" y="268672"/>
                  </a:cubicBezTo>
                  <a:cubicBezTo>
                    <a:pt x="120430" y="279610"/>
                    <a:pt x="136343" y="291543"/>
                    <a:pt x="143326" y="297396"/>
                  </a:cubicBezTo>
                  <a:cubicBezTo>
                    <a:pt x="189715" y="336229"/>
                    <a:pt x="245484" y="378165"/>
                    <a:pt x="256591" y="385464"/>
                  </a:cubicBezTo>
                  <a:cubicBezTo>
                    <a:pt x="266968" y="392277"/>
                    <a:pt x="285654" y="399529"/>
                    <a:pt x="299864" y="399529"/>
                  </a:cubicBezTo>
                  <a:cubicBezTo>
                    <a:pt x="305424" y="399529"/>
                    <a:pt x="319427" y="399529"/>
                    <a:pt x="329258" y="391219"/>
                  </a:cubicBezTo>
                  <a:cubicBezTo>
                    <a:pt x="339392" y="395197"/>
                    <a:pt x="350316" y="395003"/>
                    <a:pt x="360475" y="390525"/>
                  </a:cubicBezTo>
                  <a:cubicBezTo>
                    <a:pt x="370609" y="386060"/>
                    <a:pt x="378809" y="377642"/>
                    <a:pt x="383578" y="367409"/>
                  </a:cubicBezTo>
                  <a:cubicBezTo>
                    <a:pt x="393310" y="369404"/>
                    <a:pt x="404491" y="367944"/>
                    <a:pt x="414625" y="362859"/>
                  </a:cubicBezTo>
                  <a:cubicBezTo>
                    <a:pt x="424126" y="358102"/>
                    <a:pt x="431122" y="350900"/>
                    <a:pt x="434868" y="342481"/>
                  </a:cubicBezTo>
                  <a:cubicBezTo>
                    <a:pt x="443871" y="343308"/>
                    <a:pt x="453483" y="340377"/>
                    <a:pt x="462083" y="333794"/>
                  </a:cubicBezTo>
                  <a:cubicBezTo>
                    <a:pt x="474372" y="324401"/>
                    <a:pt x="479999" y="310528"/>
                    <a:pt x="478407" y="296842"/>
                  </a:cubicBezTo>
                  <a:lnTo>
                    <a:pt x="510008" y="279360"/>
                  </a:lnTo>
                  <a:cubicBezTo>
                    <a:pt x="519262" y="291904"/>
                    <a:pt x="533971" y="299864"/>
                    <a:pt x="550006" y="299864"/>
                  </a:cubicBezTo>
                  <a:lnTo>
                    <a:pt x="586394" y="299864"/>
                  </a:lnTo>
                  <a:cubicBezTo>
                    <a:pt x="593280" y="299864"/>
                    <a:pt x="598852" y="294292"/>
                    <a:pt x="598852" y="287406"/>
                  </a:cubicBezTo>
                  <a:lnTo>
                    <a:pt x="598852" y="38251"/>
                  </a:lnTo>
                  <a:cubicBezTo>
                    <a:pt x="598853" y="34187"/>
                    <a:pt x="596870" y="30379"/>
                    <a:pt x="593537" y="28043"/>
                  </a:cubicBezTo>
                  <a:close/>
                  <a:moveTo>
                    <a:pt x="446962" y="314003"/>
                  </a:moveTo>
                  <a:cubicBezTo>
                    <a:pt x="442740" y="317239"/>
                    <a:pt x="436828" y="319040"/>
                    <a:pt x="434200" y="316412"/>
                  </a:cubicBezTo>
                  <a:cubicBezTo>
                    <a:pt x="434066" y="316278"/>
                    <a:pt x="433858" y="316291"/>
                    <a:pt x="433720" y="316162"/>
                  </a:cubicBezTo>
                  <a:cubicBezTo>
                    <a:pt x="433482" y="315941"/>
                    <a:pt x="433364" y="315644"/>
                    <a:pt x="433106" y="315438"/>
                  </a:cubicBezTo>
                  <a:cubicBezTo>
                    <a:pt x="424200" y="308406"/>
                    <a:pt x="384296" y="267578"/>
                    <a:pt x="359636" y="241859"/>
                  </a:cubicBezTo>
                  <a:cubicBezTo>
                    <a:pt x="354880" y="236883"/>
                    <a:pt x="346984" y="236700"/>
                    <a:pt x="342032" y="241482"/>
                  </a:cubicBezTo>
                  <a:cubicBezTo>
                    <a:pt x="337057" y="246239"/>
                    <a:pt x="336886" y="254122"/>
                    <a:pt x="341655" y="259086"/>
                  </a:cubicBezTo>
                  <a:cubicBezTo>
                    <a:pt x="347443" y="265127"/>
                    <a:pt x="393908" y="313520"/>
                    <a:pt x="412505" y="330445"/>
                  </a:cubicBezTo>
                  <a:cubicBezTo>
                    <a:pt x="411116" y="335915"/>
                    <a:pt x="406045" y="339293"/>
                    <a:pt x="403470" y="340585"/>
                  </a:cubicBezTo>
                  <a:cubicBezTo>
                    <a:pt x="395489" y="344587"/>
                    <a:pt x="387168" y="343918"/>
                    <a:pt x="384053" y="341023"/>
                  </a:cubicBezTo>
                  <a:cubicBezTo>
                    <a:pt x="383961" y="340936"/>
                    <a:pt x="383822" y="340941"/>
                    <a:pt x="383727" y="340857"/>
                  </a:cubicBezTo>
                  <a:cubicBezTo>
                    <a:pt x="383575" y="340721"/>
                    <a:pt x="383508" y="340531"/>
                    <a:pt x="383346" y="340402"/>
                  </a:cubicBezTo>
                  <a:cubicBezTo>
                    <a:pt x="368406" y="328467"/>
                    <a:pt x="330924" y="288636"/>
                    <a:pt x="322444" y="279415"/>
                  </a:cubicBezTo>
                  <a:cubicBezTo>
                    <a:pt x="317784" y="274341"/>
                    <a:pt x="309913" y="274025"/>
                    <a:pt x="304840" y="278673"/>
                  </a:cubicBezTo>
                  <a:cubicBezTo>
                    <a:pt x="299779" y="283333"/>
                    <a:pt x="299438" y="291216"/>
                    <a:pt x="304098" y="296277"/>
                  </a:cubicBezTo>
                  <a:cubicBezTo>
                    <a:pt x="304507" y="296720"/>
                    <a:pt x="341240" y="336344"/>
                    <a:pt x="361872" y="354749"/>
                  </a:cubicBezTo>
                  <a:cubicBezTo>
                    <a:pt x="359844" y="360575"/>
                    <a:pt x="355713" y="365399"/>
                    <a:pt x="350413" y="367739"/>
                  </a:cubicBezTo>
                  <a:cubicBezTo>
                    <a:pt x="346502" y="369477"/>
                    <a:pt x="340384" y="370368"/>
                    <a:pt x="333394" y="365202"/>
                  </a:cubicBezTo>
                  <a:cubicBezTo>
                    <a:pt x="315504" y="350033"/>
                    <a:pt x="279601" y="311815"/>
                    <a:pt x="272540" y="304257"/>
                  </a:cubicBezTo>
                  <a:cubicBezTo>
                    <a:pt x="267856" y="299220"/>
                    <a:pt x="259948" y="298966"/>
                    <a:pt x="254936" y="303662"/>
                  </a:cubicBezTo>
                  <a:cubicBezTo>
                    <a:pt x="249911" y="308358"/>
                    <a:pt x="249644" y="316242"/>
                    <a:pt x="254340" y="321266"/>
                  </a:cubicBezTo>
                  <a:cubicBezTo>
                    <a:pt x="262712" y="330226"/>
                    <a:pt x="287456" y="356453"/>
                    <a:pt x="306267" y="374211"/>
                  </a:cubicBezTo>
                  <a:cubicBezTo>
                    <a:pt x="304166" y="374467"/>
                    <a:pt x="301960" y="374613"/>
                    <a:pt x="299864" y="374613"/>
                  </a:cubicBezTo>
                  <a:cubicBezTo>
                    <a:pt x="291615" y="374613"/>
                    <a:pt x="277443" y="369346"/>
                    <a:pt x="270277" y="364637"/>
                  </a:cubicBezTo>
                  <a:cubicBezTo>
                    <a:pt x="261543" y="358894"/>
                    <a:pt x="206698" y="317969"/>
                    <a:pt x="159336" y="278307"/>
                  </a:cubicBezTo>
                  <a:cubicBezTo>
                    <a:pt x="152171" y="272297"/>
                    <a:pt x="135820" y="259998"/>
                    <a:pt x="120856" y="248757"/>
                  </a:cubicBezTo>
                  <a:cubicBezTo>
                    <a:pt x="112835" y="242736"/>
                    <a:pt x="105446" y="237185"/>
                    <a:pt x="100000" y="232995"/>
                  </a:cubicBezTo>
                  <a:lnTo>
                    <a:pt x="146645" y="108593"/>
                  </a:lnTo>
                  <a:cubicBezTo>
                    <a:pt x="158752" y="108064"/>
                    <a:pt x="174894" y="106668"/>
                    <a:pt x="191977" y="105161"/>
                  </a:cubicBezTo>
                  <a:cubicBezTo>
                    <a:pt x="201640" y="104310"/>
                    <a:pt x="211310" y="103480"/>
                    <a:pt x="220553" y="102760"/>
                  </a:cubicBezTo>
                  <a:cubicBezTo>
                    <a:pt x="206348" y="117336"/>
                    <a:pt x="185227" y="143465"/>
                    <a:pt x="188011" y="167949"/>
                  </a:cubicBezTo>
                  <a:cubicBezTo>
                    <a:pt x="189289" y="179093"/>
                    <a:pt x="195384" y="188376"/>
                    <a:pt x="205664" y="194800"/>
                  </a:cubicBezTo>
                  <a:cubicBezTo>
                    <a:pt x="211504" y="198449"/>
                    <a:pt x="218707" y="200298"/>
                    <a:pt x="227053" y="200298"/>
                  </a:cubicBezTo>
                  <a:cubicBezTo>
                    <a:pt x="244754" y="200298"/>
                    <a:pt x="268210" y="191478"/>
                    <a:pt x="281860" y="174530"/>
                  </a:cubicBezTo>
                  <a:cubicBezTo>
                    <a:pt x="293575" y="172839"/>
                    <a:pt x="301483" y="169847"/>
                    <a:pt x="310121" y="165564"/>
                  </a:cubicBezTo>
                  <a:cubicBezTo>
                    <a:pt x="324720" y="179287"/>
                    <a:pt x="344295" y="195420"/>
                    <a:pt x="364856" y="212366"/>
                  </a:cubicBezTo>
                  <a:cubicBezTo>
                    <a:pt x="400648" y="241856"/>
                    <a:pt x="441221" y="275288"/>
                    <a:pt x="451952" y="294036"/>
                  </a:cubicBezTo>
                  <a:cubicBezTo>
                    <a:pt x="457923" y="304464"/>
                    <a:pt x="449639" y="311959"/>
                    <a:pt x="446962" y="3140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96" name="Gráfico 240">
            <a:extLst>
              <a:ext uri="{FF2B5EF4-FFF2-40B4-BE49-F238E27FC236}">
                <a16:creationId xmlns:a16="http://schemas.microsoft.com/office/drawing/2014/main" id="{0A9F383E-BDAE-794E-931D-AC5A8AF91AE4}"/>
              </a:ext>
            </a:extLst>
          </p:cNvPr>
          <p:cNvGrpSpPr/>
          <p:nvPr/>
        </p:nvGrpSpPr>
        <p:grpSpPr>
          <a:xfrm>
            <a:off x="19384024" y="4842591"/>
            <a:ext cx="1063160" cy="1063156"/>
            <a:chOff x="6279542" y="4183091"/>
            <a:chExt cx="654197" cy="654197"/>
          </a:xfrm>
          <a:solidFill>
            <a:schemeClr val="bg1"/>
          </a:solidFill>
        </p:grpSpPr>
        <p:sp>
          <p:nvSpPr>
            <p:cNvPr id="97" name="Forma libre 397">
              <a:extLst>
                <a:ext uri="{FF2B5EF4-FFF2-40B4-BE49-F238E27FC236}">
                  <a16:creationId xmlns:a16="http://schemas.microsoft.com/office/drawing/2014/main" id="{7A008575-C468-C749-81C6-0E33CD4F61C9}"/>
                </a:ext>
              </a:extLst>
            </p:cNvPr>
            <p:cNvSpPr/>
            <p:nvPr/>
          </p:nvSpPr>
          <p:spPr>
            <a:xfrm>
              <a:off x="6278584" y="4236648"/>
              <a:ext cx="655475" cy="273434"/>
            </a:xfrm>
            <a:custGeom>
              <a:avLst/>
              <a:gdLst>
                <a:gd name="connsiteX0" fmla="*/ 600638 w 655474"/>
                <a:gd name="connsiteY0" fmla="*/ 82734 h 273433"/>
                <a:gd name="connsiteX1" fmla="*/ 464348 w 655474"/>
                <a:gd name="connsiteY1" fmla="*/ 82734 h 273433"/>
                <a:gd name="connsiteX2" fmla="*/ 464348 w 655474"/>
                <a:gd name="connsiteY2" fmla="*/ 55475 h 273433"/>
                <a:gd name="connsiteX3" fmla="*/ 409831 w 655474"/>
                <a:gd name="connsiteY3" fmla="*/ 958 h 273433"/>
                <a:gd name="connsiteX4" fmla="*/ 246282 w 655474"/>
                <a:gd name="connsiteY4" fmla="*/ 958 h 273433"/>
                <a:gd name="connsiteX5" fmla="*/ 191765 w 655474"/>
                <a:gd name="connsiteY5" fmla="*/ 55475 h 273433"/>
                <a:gd name="connsiteX6" fmla="*/ 191765 w 655474"/>
                <a:gd name="connsiteY6" fmla="*/ 82733 h 273433"/>
                <a:gd name="connsiteX7" fmla="*/ 55475 w 655474"/>
                <a:gd name="connsiteY7" fmla="*/ 82733 h 273433"/>
                <a:gd name="connsiteX8" fmla="*/ 958 w 655474"/>
                <a:gd name="connsiteY8" fmla="*/ 137250 h 273433"/>
                <a:gd name="connsiteX9" fmla="*/ 958 w 655474"/>
                <a:gd name="connsiteY9" fmla="*/ 219024 h 273433"/>
                <a:gd name="connsiteX10" fmla="*/ 55475 w 655474"/>
                <a:gd name="connsiteY10" fmla="*/ 273541 h 273433"/>
                <a:gd name="connsiteX11" fmla="*/ 273541 w 655474"/>
                <a:gd name="connsiteY11" fmla="*/ 273541 h 273433"/>
                <a:gd name="connsiteX12" fmla="*/ 273541 w 655474"/>
                <a:gd name="connsiteY12" fmla="*/ 259912 h 273433"/>
                <a:gd name="connsiteX13" fmla="*/ 287171 w 655474"/>
                <a:gd name="connsiteY13" fmla="*/ 246282 h 273433"/>
                <a:gd name="connsiteX14" fmla="*/ 368945 w 655474"/>
                <a:gd name="connsiteY14" fmla="*/ 246282 h 273433"/>
                <a:gd name="connsiteX15" fmla="*/ 382575 w 655474"/>
                <a:gd name="connsiteY15" fmla="*/ 259912 h 273433"/>
                <a:gd name="connsiteX16" fmla="*/ 382575 w 655474"/>
                <a:gd name="connsiteY16" fmla="*/ 273541 h 273433"/>
                <a:gd name="connsiteX17" fmla="*/ 600641 w 655474"/>
                <a:gd name="connsiteY17" fmla="*/ 273541 h 273433"/>
                <a:gd name="connsiteX18" fmla="*/ 655155 w 655474"/>
                <a:gd name="connsiteY18" fmla="*/ 219024 h 273433"/>
                <a:gd name="connsiteX19" fmla="*/ 655155 w 655474"/>
                <a:gd name="connsiteY19" fmla="*/ 137250 h 273433"/>
                <a:gd name="connsiteX20" fmla="*/ 600638 w 655474"/>
                <a:gd name="connsiteY20" fmla="*/ 82734 h 273433"/>
                <a:gd name="connsiteX21" fmla="*/ 409831 w 655474"/>
                <a:gd name="connsiteY21" fmla="*/ 82734 h 273433"/>
                <a:gd name="connsiteX22" fmla="*/ 246282 w 655474"/>
                <a:gd name="connsiteY22" fmla="*/ 82734 h 273433"/>
                <a:gd name="connsiteX23" fmla="*/ 246282 w 655474"/>
                <a:gd name="connsiteY23" fmla="*/ 55475 h 273433"/>
                <a:gd name="connsiteX24" fmla="*/ 409831 w 655474"/>
                <a:gd name="connsiteY24" fmla="*/ 55475 h 273433"/>
                <a:gd name="connsiteX25" fmla="*/ 409831 w 655474"/>
                <a:gd name="connsiteY25" fmla="*/ 82734 h 27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55474" h="273433">
                  <a:moveTo>
                    <a:pt x="600638" y="82734"/>
                  </a:moveTo>
                  <a:lnTo>
                    <a:pt x="464348" y="82734"/>
                  </a:lnTo>
                  <a:lnTo>
                    <a:pt x="464348" y="55475"/>
                  </a:lnTo>
                  <a:cubicBezTo>
                    <a:pt x="464348" y="25409"/>
                    <a:pt x="439899" y="958"/>
                    <a:pt x="409831" y="958"/>
                  </a:cubicBezTo>
                  <a:lnTo>
                    <a:pt x="246282" y="958"/>
                  </a:lnTo>
                  <a:cubicBezTo>
                    <a:pt x="216216" y="958"/>
                    <a:pt x="191765" y="25408"/>
                    <a:pt x="191765" y="55475"/>
                  </a:cubicBezTo>
                  <a:lnTo>
                    <a:pt x="191765" y="82733"/>
                  </a:lnTo>
                  <a:lnTo>
                    <a:pt x="55475" y="82733"/>
                  </a:lnTo>
                  <a:cubicBezTo>
                    <a:pt x="25408" y="82734"/>
                    <a:pt x="958" y="107184"/>
                    <a:pt x="958" y="137250"/>
                  </a:cubicBezTo>
                  <a:lnTo>
                    <a:pt x="958" y="219024"/>
                  </a:lnTo>
                  <a:cubicBezTo>
                    <a:pt x="958" y="249092"/>
                    <a:pt x="25408" y="273541"/>
                    <a:pt x="55475" y="273541"/>
                  </a:cubicBezTo>
                  <a:lnTo>
                    <a:pt x="273541" y="273541"/>
                  </a:lnTo>
                  <a:lnTo>
                    <a:pt x="273541" y="259912"/>
                  </a:lnTo>
                  <a:cubicBezTo>
                    <a:pt x="273541" y="252378"/>
                    <a:pt x="279637" y="246282"/>
                    <a:pt x="287171" y="246282"/>
                  </a:cubicBezTo>
                  <a:lnTo>
                    <a:pt x="368945" y="246282"/>
                  </a:lnTo>
                  <a:cubicBezTo>
                    <a:pt x="376479" y="246282"/>
                    <a:pt x="382575" y="252378"/>
                    <a:pt x="382575" y="259912"/>
                  </a:cubicBezTo>
                  <a:lnTo>
                    <a:pt x="382575" y="273541"/>
                  </a:lnTo>
                  <a:lnTo>
                    <a:pt x="600641" y="273541"/>
                  </a:lnTo>
                  <a:cubicBezTo>
                    <a:pt x="630706" y="273541"/>
                    <a:pt x="655155" y="249092"/>
                    <a:pt x="655155" y="219024"/>
                  </a:cubicBezTo>
                  <a:lnTo>
                    <a:pt x="655155" y="137250"/>
                  </a:lnTo>
                  <a:cubicBezTo>
                    <a:pt x="655155" y="107184"/>
                    <a:pt x="630706" y="82734"/>
                    <a:pt x="600638" y="82734"/>
                  </a:cubicBezTo>
                  <a:close/>
                  <a:moveTo>
                    <a:pt x="409831" y="82734"/>
                  </a:moveTo>
                  <a:lnTo>
                    <a:pt x="246282" y="82734"/>
                  </a:lnTo>
                  <a:lnTo>
                    <a:pt x="246282" y="55475"/>
                  </a:lnTo>
                  <a:lnTo>
                    <a:pt x="409831" y="55475"/>
                  </a:lnTo>
                  <a:lnTo>
                    <a:pt x="409831" y="8273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98" name="Forma libre 398">
              <a:extLst>
                <a:ext uri="{FF2B5EF4-FFF2-40B4-BE49-F238E27FC236}">
                  <a16:creationId xmlns:a16="http://schemas.microsoft.com/office/drawing/2014/main" id="{38AB192D-2D6B-EB42-9D53-E04F51289551}"/>
                </a:ext>
              </a:extLst>
            </p:cNvPr>
            <p:cNvSpPr/>
            <p:nvPr/>
          </p:nvSpPr>
          <p:spPr>
            <a:xfrm>
              <a:off x="6278584" y="4522498"/>
              <a:ext cx="655475" cy="260657"/>
            </a:xfrm>
            <a:custGeom>
              <a:avLst/>
              <a:gdLst>
                <a:gd name="connsiteX0" fmla="*/ 647595 w 655474"/>
                <a:gd name="connsiteY0" fmla="*/ 2398 h 260656"/>
                <a:gd name="connsiteX1" fmla="*/ 633300 w 655474"/>
                <a:gd name="connsiteY1" fmla="*/ 3742 h 260656"/>
                <a:gd name="connsiteX2" fmla="*/ 600637 w 655474"/>
                <a:gd name="connsiteY2" fmla="*/ 14949 h 260656"/>
                <a:gd name="connsiteX3" fmla="*/ 382574 w 655474"/>
                <a:gd name="connsiteY3" fmla="*/ 14949 h 260656"/>
                <a:gd name="connsiteX4" fmla="*/ 382574 w 655474"/>
                <a:gd name="connsiteY4" fmla="*/ 55836 h 260656"/>
                <a:gd name="connsiteX5" fmla="*/ 368944 w 655474"/>
                <a:gd name="connsiteY5" fmla="*/ 69466 h 260656"/>
                <a:gd name="connsiteX6" fmla="*/ 287169 w 655474"/>
                <a:gd name="connsiteY6" fmla="*/ 69466 h 260656"/>
                <a:gd name="connsiteX7" fmla="*/ 273540 w 655474"/>
                <a:gd name="connsiteY7" fmla="*/ 55836 h 260656"/>
                <a:gd name="connsiteX8" fmla="*/ 273540 w 655474"/>
                <a:gd name="connsiteY8" fmla="*/ 14949 h 260656"/>
                <a:gd name="connsiteX9" fmla="*/ 55475 w 655474"/>
                <a:gd name="connsiteY9" fmla="*/ 14949 h 260656"/>
                <a:gd name="connsiteX10" fmla="*/ 22813 w 655474"/>
                <a:gd name="connsiteY10" fmla="*/ 3742 h 260656"/>
                <a:gd name="connsiteX11" fmla="*/ 8517 w 655474"/>
                <a:gd name="connsiteY11" fmla="*/ 2398 h 260656"/>
                <a:gd name="connsiteX12" fmla="*/ 958 w 655474"/>
                <a:gd name="connsiteY12" fmla="*/ 14604 h 260656"/>
                <a:gd name="connsiteX13" fmla="*/ 958 w 655474"/>
                <a:gd name="connsiteY13" fmla="*/ 205757 h 260656"/>
                <a:gd name="connsiteX14" fmla="*/ 55475 w 655474"/>
                <a:gd name="connsiteY14" fmla="*/ 260274 h 260656"/>
                <a:gd name="connsiteX15" fmla="*/ 600640 w 655474"/>
                <a:gd name="connsiteY15" fmla="*/ 260274 h 260656"/>
                <a:gd name="connsiteX16" fmla="*/ 655157 w 655474"/>
                <a:gd name="connsiteY16" fmla="*/ 205757 h 260656"/>
                <a:gd name="connsiteX17" fmla="*/ 655157 w 655474"/>
                <a:gd name="connsiteY17" fmla="*/ 14604 h 260656"/>
                <a:gd name="connsiteX18" fmla="*/ 647595 w 655474"/>
                <a:gd name="connsiteY18" fmla="*/ 2398 h 26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55474" h="260656">
                  <a:moveTo>
                    <a:pt x="647595" y="2398"/>
                  </a:moveTo>
                  <a:cubicBezTo>
                    <a:pt x="642950" y="95"/>
                    <a:pt x="637400" y="628"/>
                    <a:pt x="633300" y="3742"/>
                  </a:cubicBezTo>
                  <a:cubicBezTo>
                    <a:pt x="623611" y="11076"/>
                    <a:pt x="612323" y="14949"/>
                    <a:pt x="600637" y="14949"/>
                  </a:cubicBezTo>
                  <a:lnTo>
                    <a:pt x="382574" y="14949"/>
                  </a:lnTo>
                  <a:lnTo>
                    <a:pt x="382574" y="55836"/>
                  </a:lnTo>
                  <a:cubicBezTo>
                    <a:pt x="382574" y="63370"/>
                    <a:pt x="376478" y="69466"/>
                    <a:pt x="368944" y="69466"/>
                  </a:cubicBezTo>
                  <a:lnTo>
                    <a:pt x="287169" y="69466"/>
                  </a:lnTo>
                  <a:cubicBezTo>
                    <a:pt x="279636" y="69466"/>
                    <a:pt x="273540" y="63370"/>
                    <a:pt x="273540" y="55836"/>
                  </a:cubicBezTo>
                  <a:lnTo>
                    <a:pt x="273540" y="14949"/>
                  </a:lnTo>
                  <a:lnTo>
                    <a:pt x="55475" y="14949"/>
                  </a:lnTo>
                  <a:cubicBezTo>
                    <a:pt x="43789" y="14949"/>
                    <a:pt x="32503" y="11076"/>
                    <a:pt x="22813" y="3742"/>
                  </a:cubicBezTo>
                  <a:cubicBezTo>
                    <a:pt x="18700" y="601"/>
                    <a:pt x="13163" y="68"/>
                    <a:pt x="8517" y="2398"/>
                  </a:cubicBezTo>
                  <a:cubicBezTo>
                    <a:pt x="3887" y="4701"/>
                    <a:pt x="958" y="9425"/>
                    <a:pt x="958" y="14604"/>
                  </a:cubicBezTo>
                  <a:lnTo>
                    <a:pt x="958" y="205757"/>
                  </a:lnTo>
                  <a:cubicBezTo>
                    <a:pt x="958" y="235823"/>
                    <a:pt x="25408" y="260274"/>
                    <a:pt x="55475" y="260274"/>
                  </a:cubicBezTo>
                  <a:lnTo>
                    <a:pt x="600640" y="260274"/>
                  </a:lnTo>
                  <a:cubicBezTo>
                    <a:pt x="630706" y="260274"/>
                    <a:pt x="655157" y="235825"/>
                    <a:pt x="655157" y="205757"/>
                  </a:cubicBezTo>
                  <a:lnTo>
                    <a:pt x="655157" y="14604"/>
                  </a:lnTo>
                  <a:cubicBezTo>
                    <a:pt x="655155" y="9425"/>
                    <a:pt x="652227" y="4701"/>
                    <a:pt x="647595" y="2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99" name="CuadroTexto 395">
            <a:extLst>
              <a:ext uri="{FF2B5EF4-FFF2-40B4-BE49-F238E27FC236}">
                <a16:creationId xmlns:a16="http://schemas.microsoft.com/office/drawing/2014/main" id="{3F43095D-9378-2148-ABB0-B554EFCA12AE}"/>
              </a:ext>
            </a:extLst>
          </p:cNvPr>
          <p:cNvSpPr txBox="1"/>
          <p:nvPr/>
        </p:nvSpPr>
        <p:spPr>
          <a:xfrm flipH="1">
            <a:off x="2151218" y="66317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EF760A5-6097-EE48-95A1-FAB74E4649DA}"/>
              </a:ext>
            </a:extLst>
          </p:cNvPr>
          <p:cNvSpPr txBox="1"/>
          <p:nvPr/>
        </p:nvSpPr>
        <p:spPr>
          <a:xfrm flipH="1">
            <a:off x="2427039" y="7316059"/>
            <a:ext cx="40700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2" name="CuadroTexto 395">
            <a:extLst>
              <a:ext uri="{FF2B5EF4-FFF2-40B4-BE49-F238E27FC236}">
                <a16:creationId xmlns:a16="http://schemas.microsoft.com/office/drawing/2014/main" id="{73AE0578-0D65-8341-B40B-83408F1E6B46}"/>
              </a:ext>
            </a:extLst>
          </p:cNvPr>
          <p:cNvSpPr txBox="1"/>
          <p:nvPr/>
        </p:nvSpPr>
        <p:spPr>
          <a:xfrm flipH="1">
            <a:off x="7304631" y="66317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Research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F664D6-3932-054B-8EA6-36D8A40E174D}"/>
              </a:ext>
            </a:extLst>
          </p:cNvPr>
          <p:cNvSpPr txBox="1"/>
          <p:nvPr/>
        </p:nvSpPr>
        <p:spPr>
          <a:xfrm flipH="1">
            <a:off x="7580452" y="7316059"/>
            <a:ext cx="40700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5" name="CuadroTexto 395">
            <a:extLst>
              <a:ext uri="{FF2B5EF4-FFF2-40B4-BE49-F238E27FC236}">
                <a16:creationId xmlns:a16="http://schemas.microsoft.com/office/drawing/2014/main" id="{A87BE192-8B05-DF4D-9E8F-BB506C0697DE}"/>
              </a:ext>
            </a:extLst>
          </p:cNvPr>
          <p:cNvSpPr txBox="1"/>
          <p:nvPr/>
        </p:nvSpPr>
        <p:spPr>
          <a:xfrm flipH="1">
            <a:off x="12451364" y="66317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Hospitals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14C81BF-6A0C-CF4E-A637-A88B4FC930C7}"/>
              </a:ext>
            </a:extLst>
          </p:cNvPr>
          <p:cNvSpPr txBox="1"/>
          <p:nvPr/>
        </p:nvSpPr>
        <p:spPr>
          <a:xfrm flipH="1">
            <a:off x="12727185" y="7316059"/>
            <a:ext cx="40700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08" name="CuadroTexto 395">
            <a:extLst>
              <a:ext uri="{FF2B5EF4-FFF2-40B4-BE49-F238E27FC236}">
                <a16:creationId xmlns:a16="http://schemas.microsoft.com/office/drawing/2014/main" id="{F382C358-D144-A74E-9CDF-EEDB733106D9}"/>
              </a:ext>
            </a:extLst>
          </p:cNvPr>
          <p:cNvSpPr txBox="1"/>
          <p:nvPr/>
        </p:nvSpPr>
        <p:spPr>
          <a:xfrm flipH="1">
            <a:off x="17588340" y="66317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Doctors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88883BA-A737-6F40-88AD-F63E362BE96F}"/>
              </a:ext>
            </a:extLst>
          </p:cNvPr>
          <p:cNvSpPr txBox="1"/>
          <p:nvPr/>
        </p:nvSpPr>
        <p:spPr>
          <a:xfrm flipH="1">
            <a:off x="17864161" y="7316059"/>
            <a:ext cx="40700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B4E301-A1B8-8744-A838-ECC7AEA1D14F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4" name="CuadroTexto 350">
              <a:extLst>
                <a:ext uri="{FF2B5EF4-FFF2-40B4-BE49-F238E27FC236}">
                  <a16:creationId xmlns:a16="http://schemas.microsoft.com/office/drawing/2014/main" id="{C3CFAA0D-4F0A-2649-9CBB-8D5CB544B6C1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5" name="CuadroTexto 351">
              <a:extLst>
                <a:ext uri="{FF2B5EF4-FFF2-40B4-BE49-F238E27FC236}">
                  <a16:creationId xmlns:a16="http://schemas.microsoft.com/office/drawing/2014/main" id="{DCCCA0FB-E69C-DC4C-B605-1090CA9E6FF5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86C028-A733-5B40-B5FD-770AD6CDC8EB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77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orma libre 289">
            <a:extLst>
              <a:ext uri="{FF2B5EF4-FFF2-40B4-BE49-F238E27FC236}">
                <a16:creationId xmlns:a16="http://schemas.microsoft.com/office/drawing/2014/main" id="{EC126DC3-4899-1B45-9F02-56B9361B8CCE}"/>
              </a:ext>
            </a:extLst>
          </p:cNvPr>
          <p:cNvSpPr/>
          <p:nvPr/>
        </p:nvSpPr>
        <p:spPr>
          <a:xfrm>
            <a:off x="9671050" y="5300325"/>
            <a:ext cx="5035550" cy="6624905"/>
          </a:xfrm>
          <a:custGeom>
            <a:avLst/>
            <a:gdLst>
              <a:gd name="connsiteX0" fmla="*/ 689178 w 802770"/>
              <a:gd name="connsiteY0" fmla="*/ 1057216 h 1056146"/>
              <a:gd name="connsiteX1" fmla="*/ 120416 w 802770"/>
              <a:gd name="connsiteY1" fmla="*/ 1057216 h 1056146"/>
              <a:gd name="connsiteX2" fmla="*/ 0 w 802770"/>
              <a:gd name="connsiteY2" fmla="*/ 936896 h 1056146"/>
              <a:gd name="connsiteX3" fmla="*/ 0 w 802770"/>
              <a:gd name="connsiteY3" fmla="*/ 120320 h 1056146"/>
              <a:gd name="connsiteX4" fmla="*/ 120416 w 802770"/>
              <a:gd name="connsiteY4" fmla="*/ 0 h 1056146"/>
              <a:gd name="connsiteX5" fmla="*/ 689178 w 802770"/>
              <a:gd name="connsiteY5" fmla="*/ 0 h 1056146"/>
              <a:gd name="connsiteX6" fmla="*/ 809594 w 802770"/>
              <a:gd name="connsiteY6" fmla="*/ 120320 h 1056146"/>
              <a:gd name="connsiteX7" fmla="*/ 809594 w 802770"/>
              <a:gd name="connsiteY7" fmla="*/ 936896 h 1056146"/>
              <a:gd name="connsiteX8" fmla="*/ 689178 w 802770"/>
              <a:gd name="connsiteY8" fmla="*/ 1057216 h 105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2770" h="1056146">
                <a:moveTo>
                  <a:pt x="689178" y="1057216"/>
                </a:moveTo>
                <a:lnTo>
                  <a:pt x="120416" y="1057216"/>
                </a:lnTo>
                <a:cubicBezTo>
                  <a:pt x="54187" y="1057216"/>
                  <a:pt x="0" y="1003072"/>
                  <a:pt x="0" y="936896"/>
                </a:cubicBezTo>
                <a:lnTo>
                  <a:pt x="0" y="120320"/>
                </a:lnTo>
                <a:cubicBezTo>
                  <a:pt x="0" y="54144"/>
                  <a:pt x="54187" y="0"/>
                  <a:pt x="120416" y="0"/>
                </a:cubicBezTo>
                <a:lnTo>
                  <a:pt x="689178" y="0"/>
                </a:lnTo>
                <a:cubicBezTo>
                  <a:pt x="755406" y="0"/>
                  <a:pt x="809594" y="54144"/>
                  <a:pt x="809594" y="120320"/>
                </a:cubicBezTo>
                <a:lnTo>
                  <a:pt x="809594" y="936896"/>
                </a:lnTo>
                <a:cubicBezTo>
                  <a:pt x="809594" y="1003072"/>
                  <a:pt x="755406" y="1057216"/>
                  <a:pt x="689178" y="105721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35" name="Forma libre 290">
            <a:extLst>
              <a:ext uri="{FF2B5EF4-FFF2-40B4-BE49-F238E27FC236}">
                <a16:creationId xmlns:a16="http://schemas.microsoft.com/office/drawing/2014/main" id="{1E7240BE-BC33-A143-91BD-EC9B8B4DCA8C}"/>
              </a:ext>
            </a:extLst>
          </p:cNvPr>
          <p:cNvSpPr/>
          <p:nvPr/>
        </p:nvSpPr>
        <p:spPr>
          <a:xfrm>
            <a:off x="10167893" y="5823607"/>
            <a:ext cx="4028440" cy="5534727"/>
          </a:xfrm>
          <a:custGeom>
            <a:avLst/>
            <a:gdLst>
              <a:gd name="connsiteX0" fmla="*/ 0 w 642216"/>
              <a:gd name="connsiteY0" fmla="*/ 0 h 882350"/>
              <a:gd name="connsiteX1" fmla="*/ 651180 w 642216"/>
              <a:gd name="connsiteY1" fmla="*/ 0 h 882350"/>
              <a:gd name="connsiteX2" fmla="*/ 651180 w 642216"/>
              <a:gd name="connsiteY2" fmla="*/ 890371 h 882350"/>
              <a:gd name="connsiteX3" fmla="*/ 0 w 642216"/>
              <a:gd name="connsiteY3" fmla="*/ 890371 h 882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216" h="882350">
                <a:moveTo>
                  <a:pt x="0" y="0"/>
                </a:moveTo>
                <a:lnTo>
                  <a:pt x="651180" y="0"/>
                </a:lnTo>
                <a:lnTo>
                  <a:pt x="651180" y="890371"/>
                </a:lnTo>
                <a:lnTo>
                  <a:pt x="0" y="890371"/>
                </a:ln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36" name="Forma libre 291">
            <a:extLst>
              <a:ext uri="{FF2B5EF4-FFF2-40B4-BE49-F238E27FC236}">
                <a16:creationId xmlns:a16="http://schemas.microsoft.com/office/drawing/2014/main" id="{FF865D3A-4C34-5245-B086-C87FD3C21387}"/>
              </a:ext>
            </a:extLst>
          </p:cNvPr>
          <p:cNvSpPr/>
          <p:nvPr/>
        </p:nvSpPr>
        <p:spPr>
          <a:xfrm>
            <a:off x="11699540" y="4943922"/>
            <a:ext cx="1007110" cy="1257892"/>
          </a:xfrm>
          <a:custGeom>
            <a:avLst/>
            <a:gdLst>
              <a:gd name="connsiteX0" fmla="*/ 95931 w 160554"/>
              <a:gd name="connsiteY0" fmla="*/ 203342 h 200534"/>
              <a:gd name="connsiteX1" fmla="*/ 66898 w 160554"/>
              <a:gd name="connsiteY1" fmla="*/ 203342 h 200534"/>
              <a:gd name="connsiteX2" fmla="*/ 0 w 160554"/>
              <a:gd name="connsiteY2" fmla="*/ 136497 h 200534"/>
              <a:gd name="connsiteX3" fmla="*/ 0 w 160554"/>
              <a:gd name="connsiteY3" fmla="*/ 66845 h 200534"/>
              <a:gd name="connsiteX4" fmla="*/ 66898 w 160554"/>
              <a:gd name="connsiteY4" fmla="*/ 0 h 200534"/>
              <a:gd name="connsiteX5" fmla="*/ 95931 w 160554"/>
              <a:gd name="connsiteY5" fmla="*/ 0 h 200534"/>
              <a:gd name="connsiteX6" fmla="*/ 162828 w 160554"/>
              <a:gd name="connsiteY6" fmla="*/ 66845 h 200534"/>
              <a:gd name="connsiteX7" fmla="*/ 162828 w 160554"/>
              <a:gd name="connsiteY7" fmla="*/ 136497 h 200534"/>
              <a:gd name="connsiteX8" fmla="*/ 95931 w 160554"/>
              <a:gd name="connsiteY8" fmla="*/ 203342 h 20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54" h="200534">
                <a:moveTo>
                  <a:pt x="95931" y="203342"/>
                </a:moveTo>
                <a:lnTo>
                  <a:pt x="66898" y="203342"/>
                </a:lnTo>
                <a:cubicBezTo>
                  <a:pt x="30104" y="203342"/>
                  <a:pt x="0" y="173262"/>
                  <a:pt x="0" y="136497"/>
                </a:cubicBezTo>
                <a:lnTo>
                  <a:pt x="0" y="66845"/>
                </a:lnTo>
                <a:cubicBezTo>
                  <a:pt x="0" y="30080"/>
                  <a:pt x="30104" y="0"/>
                  <a:pt x="66898" y="0"/>
                </a:cubicBezTo>
                <a:lnTo>
                  <a:pt x="95931" y="0"/>
                </a:lnTo>
                <a:cubicBezTo>
                  <a:pt x="132724" y="0"/>
                  <a:pt x="162828" y="30080"/>
                  <a:pt x="162828" y="66845"/>
                </a:cubicBezTo>
                <a:lnTo>
                  <a:pt x="162828" y="136497"/>
                </a:lnTo>
                <a:cubicBezTo>
                  <a:pt x="162828" y="173262"/>
                  <a:pt x="132724" y="203342"/>
                  <a:pt x="95931" y="203342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37" name="Forma libre 292">
            <a:extLst>
              <a:ext uri="{FF2B5EF4-FFF2-40B4-BE49-F238E27FC236}">
                <a16:creationId xmlns:a16="http://schemas.microsoft.com/office/drawing/2014/main" id="{00A0F185-1322-204F-8749-1EACEB6A58EA}"/>
              </a:ext>
            </a:extLst>
          </p:cNvPr>
          <p:cNvSpPr/>
          <p:nvPr/>
        </p:nvSpPr>
        <p:spPr>
          <a:xfrm>
            <a:off x="12062097" y="6901202"/>
            <a:ext cx="1678517" cy="167720"/>
          </a:xfrm>
          <a:custGeom>
            <a:avLst/>
            <a:gdLst>
              <a:gd name="connsiteX0" fmla="*/ 0 w 267590"/>
              <a:gd name="connsiteY0" fmla="*/ 0 h 26737"/>
              <a:gd name="connsiteX1" fmla="*/ 280568 w 267590"/>
              <a:gd name="connsiteY1" fmla="*/ 0 h 26737"/>
              <a:gd name="connsiteX2" fmla="*/ 280568 w 267590"/>
              <a:gd name="connsiteY2" fmla="*/ 28342 h 26737"/>
              <a:gd name="connsiteX3" fmla="*/ 0 w 267590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90" h="26737">
                <a:moveTo>
                  <a:pt x="0" y="0"/>
                </a:moveTo>
                <a:lnTo>
                  <a:pt x="280568" y="0"/>
                </a:lnTo>
                <a:lnTo>
                  <a:pt x="280568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38" name="Forma libre 293">
            <a:extLst>
              <a:ext uri="{FF2B5EF4-FFF2-40B4-BE49-F238E27FC236}">
                <a16:creationId xmlns:a16="http://schemas.microsoft.com/office/drawing/2014/main" id="{17458C40-D84F-624B-96CA-EFBAF3308BAA}"/>
              </a:ext>
            </a:extLst>
          </p:cNvPr>
          <p:cNvSpPr/>
          <p:nvPr/>
        </p:nvSpPr>
        <p:spPr>
          <a:xfrm>
            <a:off x="12062097" y="7364103"/>
            <a:ext cx="1678517" cy="167720"/>
          </a:xfrm>
          <a:custGeom>
            <a:avLst/>
            <a:gdLst>
              <a:gd name="connsiteX0" fmla="*/ 0 w 267590"/>
              <a:gd name="connsiteY0" fmla="*/ 0 h 26737"/>
              <a:gd name="connsiteX1" fmla="*/ 280568 w 267590"/>
              <a:gd name="connsiteY1" fmla="*/ 0 h 26737"/>
              <a:gd name="connsiteX2" fmla="*/ 280568 w 267590"/>
              <a:gd name="connsiteY2" fmla="*/ 28342 h 26737"/>
              <a:gd name="connsiteX3" fmla="*/ 0 w 267590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90" h="26737">
                <a:moveTo>
                  <a:pt x="0" y="0"/>
                </a:moveTo>
                <a:lnTo>
                  <a:pt x="280568" y="0"/>
                </a:lnTo>
                <a:lnTo>
                  <a:pt x="280568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39" name="Forma libre 294">
            <a:extLst>
              <a:ext uri="{FF2B5EF4-FFF2-40B4-BE49-F238E27FC236}">
                <a16:creationId xmlns:a16="http://schemas.microsoft.com/office/drawing/2014/main" id="{9B46B916-19E3-2149-B646-36F3D32E98C7}"/>
              </a:ext>
            </a:extLst>
          </p:cNvPr>
          <p:cNvSpPr/>
          <p:nvPr/>
        </p:nvSpPr>
        <p:spPr>
          <a:xfrm>
            <a:off x="10664730" y="8723469"/>
            <a:ext cx="3105259" cy="167720"/>
          </a:xfrm>
          <a:custGeom>
            <a:avLst/>
            <a:gdLst>
              <a:gd name="connsiteX0" fmla="*/ 0 w 495041"/>
              <a:gd name="connsiteY0" fmla="*/ 0 h 26737"/>
              <a:gd name="connsiteX1" fmla="*/ 503337 w 495041"/>
              <a:gd name="connsiteY1" fmla="*/ 0 h 26737"/>
              <a:gd name="connsiteX2" fmla="*/ 503337 w 495041"/>
              <a:gd name="connsiteY2" fmla="*/ 28342 h 26737"/>
              <a:gd name="connsiteX3" fmla="*/ 0 w 495041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41" h="26737">
                <a:moveTo>
                  <a:pt x="0" y="0"/>
                </a:moveTo>
                <a:lnTo>
                  <a:pt x="503337" y="0"/>
                </a:lnTo>
                <a:lnTo>
                  <a:pt x="503337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0" name="Forma libre 295">
            <a:extLst>
              <a:ext uri="{FF2B5EF4-FFF2-40B4-BE49-F238E27FC236}">
                <a16:creationId xmlns:a16="http://schemas.microsoft.com/office/drawing/2014/main" id="{3BBFA748-F78B-E747-8CEF-B3010A64050A}"/>
              </a:ext>
            </a:extLst>
          </p:cNvPr>
          <p:cNvSpPr/>
          <p:nvPr/>
        </p:nvSpPr>
        <p:spPr>
          <a:xfrm>
            <a:off x="10664730" y="9271070"/>
            <a:ext cx="3105259" cy="167720"/>
          </a:xfrm>
          <a:custGeom>
            <a:avLst/>
            <a:gdLst>
              <a:gd name="connsiteX0" fmla="*/ 0 w 495041"/>
              <a:gd name="connsiteY0" fmla="*/ 0 h 26737"/>
              <a:gd name="connsiteX1" fmla="*/ 503337 w 495041"/>
              <a:gd name="connsiteY1" fmla="*/ 0 h 26737"/>
              <a:gd name="connsiteX2" fmla="*/ 503337 w 495041"/>
              <a:gd name="connsiteY2" fmla="*/ 28342 h 26737"/>
              <a:gd name="connsiteX3" fmla="*/ 0 w 495041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41" h="26737">
                <a:moveTo>
                  <a:pt x="0" y="0"/>
                </a:moveTo>
                <a:lnTo>
                  <a:pt x="503337" y="0"/>
                </a:lnTo>
                <a:lnTo>
                  <a:pt x="503337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1" name="Forma libre 296">
            <a:extLst>
              <a:ext uri="{FF2B5EF4-FFF2-40B4-BE49-F238E27FC236}">
                <a16:creationId xmlns:a16="http://schemas.microsoft.com/office/drawing/2014/main" id="{B43C2466-2CD3-734B-AC43-DB7139DC99A6}"/>
              </a:ext>
            </a:extLst>
          </p:cNvPr>
          <p:cNvSpPr/>
          <p:nvPr/>
        </p:nvSpPr>
        <p:spPr>
          <a:xfrm>
            <a:off x="10664730" y="9818672"/>
            <a:ext cx="3105259" cy="167720"/>
          </a:xfrm>
          <a:custGeom>
            <a:avLst/>
            <a:gdLst>
              <a:gd name="connsiteX0" fmla="*/ 0 w 495041"/>
              <a:gd name="connsiteY0" fmla="*/ 0 h 26737"/>
              <a:gd name="connsiteX1" fmla="*/ 503337 w 495041"/>
              <a:gd name="connsiteY1" fmla="*/ 0 h 26737"/>
              <a:gd name="connsiteX2" fmla="*/ 503337 w 495041"/>
              <a:gd name="connsiteY2" fmla="*/ 28342 h 26737"/>
              <a:gd name="connsiteX3" fmla="*/ 0 w 495041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41" h="26737">
                <a:moveTo>
                  <a:pt x="0" y="0"/>
                </a:moveTo>
                <a:lnTo>
                  <a:pt x="503337" y="0"/>
                </a:lnTo>
                <a:lnTo>
                  <a:pt x="503337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2" name="Forma libre 297">
            <a:extLst>
              <a:ext uri="{FF2B5EF4-FFF2-40B4-BE49-F238E27FC236}">
                <a16:creationId xmlns:a16="http://schemas.microsoft.com/office/drawing/2014/main" id="{98BBD355-FE7E-2440-BDDC-8C79DE1641DE}"/>
              </a:ext>
            </a:extLst>
          </p:cNvPr>
          <p:cNvSpPr/>
          <p:nvPr/>
        </p:nvSpPr>
        <p:spPr>
          <a:xfrm>
            <a:off x="10664730" y="10365439"/>
            <a:ext cx="3105259" cy="167720"/>
          </a:xfrm>
          <a:custGeom>
            <a:avLst/>
            <a:gdLst>
              <a:gd name="connsiteX0" fmla="*/ 0 w 495041"/>
              <a:gd name="connsiteY0" fmla="*/ 0 h 26737"/>
              <a:gd name="connsiteX1" fmla="*/ 503337 w 495041"/>
              <a:gd name="connsiteY1" fmla="*/ 0 h 26737"/>
              <a:gd name="connsiteX2" fmla="*/ 503337 w 495041"/>
              <a:gd name="connsiteY2" fmla="*/ 28342 h 26737"/>
              <a:gd name="connsiteX3" fmla="*/ 0 w 495041"/>
              <a:gd name="connsiteY3" fmla="*/ 28342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41" h="26737">
                <a:moveTo>
                  <a:pt x="0" y="0"/>
                </a:moveTo>
                <a:lnTo>
                  <a:pt x="503337" y="0"/>
                </a:lnTo>
                <a:lnTo>
                  <a:pt x="503337" y="28342"/>
                </a:lnTo>
                <a:lnTo>
                  <a:pt x="0" y="28342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3" name="Forma libre 298">
            <a:extLst>
              <a:ext uri="{FF2B5EF4-FFF2-40B4-BE49-F238E27FC236}">
                <a16:creationId xmlns:a16="http://schemas.microsoft.com/office/drawing/2014/main" id="{CBB1C7EF-C5BD-2A4C-BCB3-417EC166BFE0}"/>
              </a:ext>
            </a:extLst>
          </p:cNvPr>
          <p:cNvSpPr/>
          <p:nvPr/>
        </p:nvSpPr>
        <p:spPr>
          <a:xfrm>
            <a:off x="10964346" y="6822373"/>
            <a:ext cx="251781" cy="838592"/>
          </a:xfrm>
          <a:custGeom>
            <a:avLst/>
            <a:gdLst>
              <a:gd name="connsiteX0" fmla="*/ 0 w 40138"/>
              <a:gd name="connsiteY0" fmla="*/ 0 h 133689"/>
              <a:gd name="connsiteX1" fmla="*/ 44688 w 40138"/>
              <a:gd name="connsiteY1" fmla="*/ 0 h 133689"/>
              <a:gd name="connsiteX2" fmla="*/ 44688 w 40138"/>
              <a:gd name="connsiteY2" fmla="*/ 139973 h 133689"/>
              <a:gd name="connsiteX3" fmla="*/ 0 w 40138"/>
              <a:gd name="connsiteY3" fmla="*/ 139973 h 133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38" h="133689">
                <a:moveTo>
                  <a:pt x="0" y="0"/>
                </a:moveTo>
                <a:lnTo>
                  <a:pt x="44688" y="0"/>
                </a:lnTo>
                <a:lnTo>
                  <a:pt x="44688" y="139973"/>
                </a:lnTo>
                <a:lnTo>
                  <a:pt x="0" y="139973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4" name="Forma libre 299">
            <a:extLst>
              <a:ext uri="{FF2B5EF4-FFF2-40B4-BE49-F238E27FC236}">
                <a16:creationId xmlns:a16="http://schemas.microsoft.com/office/drawing/2014/main" id="{62008274-2CEE-7A45-96D0-19900AB0E16E}"/>
              </a:ext>
            </a:extLst>
          </p:cNvPr>
          <p:cNvSpPr/>
          <p:nvPr/>
        </p:nvSpPr>
        <p:spPr>
          <a:xfrm>
            <a:off x="10665401" y="7120547"/>
            <a:ext cx="839258" cy="251580"/>
          </a:xfrm>
          <a:custGeom>
            <a:avLst/>
            <a:gdLst>
              <a:gd name="connsiteX0" fmla="*/ 0 w 133795"/>
              <a:gd name="connsiteY0" fmla="*/ 44652 h 40106"/>
              <a:gd name="connsiteX1" fmla="*/ 0 w 133795"/>
              <a:gd name="connsiteY1" fmla="*/ 0 h 40106"/>
              <a:gd name="connsiteX2" fmla="*/ 140083 w 133795"/>
              <a:gd name="connsiteY2" fmla="*/ 0 h 40106"/>
              <a:gd name="connsiteX3" fmla="*/ 140083 w 133795"/>
              <a:gd name="connsiteY3" fmla="*/ 44652 h 4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795" h="40106">
                <a:moveTo>
                  <a:pt x="0" y="44652"/>
                </a:moveTo>
                <a:lnTo>
                  <a:pt x="0" y="0"/>
                </a:lnTo>
                <a:lnTo>
                  <a:pt x="140083" y="0"/>
                </a:lnTo>
                <a:lnTo>
                  <a:pt x="140083" y="44652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6" name="CuadroTexto 395">
            <a:extLst>
              <a:ext uri="{FF2B5EF4-FFF2-40B4-BE49-F238E27FC236}">
                <a16:creationId xmlns:a16="http://schemas.microsoft.com/office/drawing/2014/main" id="{B9591803-3D6F-F447-9CF4-19E663EE60FB}"/>
              </a:ext>
            </a:extLst>
          </p:cNvPr>
          <p:cNvSpPr txBox="1"/>
          <p:nvPr/>
        </p:nvSpPr>
        <p:spPr>
          <a:xfrm flipH="1">
            <a:off x="4342743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CD8052-0CB2-084C-8687-655632221477}"/>
              </a:ext>
            </a:extLst>
          </p:cNvPr>
          <p:cNvSpPr txBox="1"/>
          <p:nvPr/>
        </p:nvSpPr>
        <p:spPr>
          <a:xfrm flipH="1">
            <a:off x="1347537" y="6723104"/>
            <a:ext cx="7616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49" name="CuadroTexto 395">
            <a:extLst>
              <a:ext uri="{FF2B5EF4-FFF2-40B4-BE49-F238E27FC236}">
                <a16:creationId xmlns:a16="http://schemas.microsoft.com/office/drawing/2014/main" id="{F6B21A5B-9042-A24E-AA90-7C48C4F45401}"/>
              </a:ext>
            </a:extLst>
          </p:cNvPr>
          <p:cNvSpPr txBox="1"/>
          <p:nvPr/>
        </p:nvSpPr>
        <p:spPr>
          <a:xfrm flipH="1">
            <a:off x="4342743" y="90797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5FD248-E983-894B-95CE-0A1EE6FFE84D}"/>
              </a:ext>
            </a:extLst>
          </p:cNvPr>
          <p:cNvSpPr txBox="1"/>
          <p:nvPr/>
        </p:nvSpPr>
        <p:spPr>
          <a:xfrm flipH="1">
            <a:off x="1347537" y="9764077"/>
            <a:ext cx="7616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2" name="CuadroTexto 395">
            <a:extLst>
              <a:ext uri="{FF2B5EF4-FFF2-40B4-BE49-F238E27FC236}">
                <a16:creationId xmlns:a16="http://schemas.microsoft.com/office/drawing/2014/main" id="{C9FE5AC2-999F-B544-8AE7-F727ADCADDDF}"/>
              </a:ext>
            </a:extLst>
          </p:cNvPr>
          <p:cNvSpPr txBox="1"/>
          <p:nvPr/>
        </p:nvSpPr>
        <p:spPr>
          <a:xfrm>
            <a:off x="15413254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7CE85E-A3E0-B843-BFD7-DF5AB8A4CF8A}"/>
              </a:ext>
            </a:extLst>
          </p:cNvPr>
          <p:cNvSpPr txBox="1"/>
          <p:nvPr/>
        </p:nvSpPr>
        <p:spPr>
          <a:xfrm>
            <a:off x="15413255" y="6723104"/>
            <a:ext cx="7626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5" name="CuadroTexto 395">
            <a:extLst>
              <a:ext uri="{FF2B5EF4-FFF2-40B4-BE49-F238E27FC236}">
                <a16:creationId xmlns:a16="http://schemas.microsoft.com/office/drawing/2014/main" id="{B01DED60-6758-1D48-95E5-E1105A7D845C}"/>
              </a:ext>
            </a:extLst>
          </p:cNvPr>
          <p:cNvSpPr txBox="1"/>
          <p:nvPr/>
        </p:nvSpPr>
        <p:spPr>
          <a:xfrm>
            <a:off x="15413254" y="90797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389E1F-4D89-5448-AB7C-53D88621F006}"/>
              </a:ext>
            </a:extLst>
          </p:cNvPr>
          <p:cNvSpPr txBox="1"/>
          <p:nvPr/>
        </p:nvSpPr>
        <p:spPr>
          <a:xfrm>
            <a:off x="15413255" y="9764077"/>
            <a:ext cx="7626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DC0DDD-4820-1842-9778-6D5482173954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0" name="CuadroTexto 350">
              <a:extLst>
                <a:ext uri="{FF2B5EF4-FFF2-40B4-BE49-F238E27FC236}">
                  <a16:creationId xmlns:a16="http://schemas.microsoft.com/office/drawing/2014/main" id="{B075F463-38D2-CD46-BD4A-1EB0D1759534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1" name="CuadroTexto 351">
              <a:extLst>
                <a:ext uri="{FF2B5EF4-FFF2-40B4-BE49-F238E27FC236}">
                  <a16:creationId xmlns:a16="http://schemas.microsoft.com/office/drawing/2014/main" id="{7F529DE6-71BE-EF40-9596-A3C935D853F9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C899DA7-9AFF-4043-AC02-D4B9F72364FD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6487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D54A26-140E-1440-9EE5-942D49AD72D1}"/>
              </a:ext>
            </a:extLst>
          </p:cNvPr>
          <p:cNvGrpSpPr/>
          <p:nvPr/>
        </p:nvGrpSpPr>
        <p:grpSpPr>
          <a:xfrm>
            <a:off x="1730373" y="4408186"/>
            <a:ext cx="6420060" cy="6050138"/>
            <a:chOff x="1730373" y="3845986"/>
            <a:chExt cx="6420060" cy="60501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81CB0A-573B-7746-B768-43BE467CFF44}"/>
                </a:ext>
              </a:extLst>
            </p:cNvPr>
            <p:cNvSpPr/>
            <p:nvPr/>
          </p:nvSpPr>
          <p:spPr>
            <a:xfrm>
              <a:off x="1730373" y="3845986"/>
              <a:ext cx="5862698" cy="586269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ross 43">
              <a:extLst>
                <a:ext uri="{FF2B5EF4-FFF2-40B4-BE49-F238E27FC236}">
                  <a16:creationId xmlns:a16="http://schemas.microsoft.com/office/drawing/2014/main" id="{EED74B85-954D-564A-BC57-AA466178079C}"/>
                </a:ext>
              </a:extLst>
            </p:cNvPr>
            <p:cNvSpPr/>
            <p:nvPr/>
          </p:nvSpPr>
          <p:spPr>
            <a:xfrm>
              <a:off x="5823518" y="7569209"/>
              <a:ext cx="2326915" cy="2326915"/>
            </a:xfrm>
            <a:prstGeom prst="plus">
              <a:avLst>
                <a:gd name="adj" fmla="val 3054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9FAF89B-B99C-DC44-930F-4668310C7529}"/>
              </a:ext>
            </a:extLst>
          </p:cNvPr>
          <p:cNvGrpSpPr/>
          <p:nvPr/>
        </p:nvGrpSpPr>
        <p:grpSpPr>
          <a:xfrm>
            <a:off x="8978795" y="4408186"/>
            <a:ext cx="6420060" cy="6050138"/>
            <a:chOff x="1730373" y="3845986"/>
            <a:chExt cx="6420060" cy="6050138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6B6732C-C10D-354B-A167-A18054F3B9AE}"/>
                </a:ext>
              </a:extLst>
            </p:cNvPr>
            <p:cNvSpPr/>
            <p:nvPr/>
          </p:nvSpPr>
          <p:spPr>
            <a:xfrm>
              <a:off x="1730373" y="3845986"/>
              <a:ext cx="5862698" cy="5862698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Cross 43">
              <a:extLst>
                <a:ext uri="{FF2B5EF4-FFF2-40B4-BE49-F238E27FC236}">
                  <a16:creationId xmlns:a16="http://schemas.microsoft.com/office/drawing/2014/main" id="{8F3551BC-C567-C74A-9E96-2E038B9D1BE1}"/>
                </a:ext>
              </a:extLst>
            </p:cNvPr>
            <p:cNvSpPr/>
            <p:nvPr/>
          </p:nvSpPr>
          <p:spPr>
            <a:xfrm>
              <a:off x="5823518" y="7569209"/>
              <a:ext cx="2326915" cy="2326915"/>
            </a:xfrm>
            <a:prstGeom prst="plus">
              <a:avLst>
                <a:gd name="adj" fmla="val 3054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025E525-3E35-EF45-8CA5-849A4D438751}"/>
              </a:ext>
            </a:extLst>
          </p:cNvPr>
          <p:cNvGrpSpPr/>
          <p:nvPr/>
        </p:nvGrpSpPr>
        <p:grpSpPr>
          <a:xfrm>
            <a:off x="16227217" y="4408186"/>
            <a:ext cx="6420060" cy="6050138"/>
            <a:chOff x="1730373" y="3845986"/>
            <a:chExt cx="6420060" cy="6050138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60A02D1-895C-2141-B46B-48486648C5BD}"/>
                </a:ext>
              </a:extLst>
            </p:cNvPr>
            <p:cNvSpPr/>
            <p:nvPr/>
          </p:nvSpPr>
          <p:spPr>
            <a:xfrm>
              <a:off x="1730373" y="3845986"/>
              <a:ext cx="5862698" cy="5862698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Cross 43">
              <a:extLst>
                <a:ext uri="{FF2B5EF4-FFF2-40B4-BE49-F238E27FC236}">
                  <a16:creationId xmlns:a16="http://schemas.microsoft.com/office/drawing/2014/main" id="{4BC475CD-241D-124B-97C0-AD5D09B5FD9A}"/>
                </a:ext>
              </a:extLst>
            </p:cNvPr>
            <p:cNvSpPr/>
            <p:nvPr/>
          </p:nvSpPr>
          <p:spPr>
            <a:xfrm>
              <a:off x="5823518" y="7569209"/>
              <a:ext cx="2326915" cy="2326915"/>
            </a:xfrm>
            <a:prstGeom prst="plus">
              <a:avLst>
                <a:gd name="adj" fmla="val 3054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sp>
        <p:nvSpPr>
          <p:cNvPr id="69" name="CuadroTexto 395">
            <a:extLst>
              <a:ext uri="{FF2B5EF4-FFF2-40B4-BE49-F238E27FC236}">
                <a16:creationId xmlns:a16="http://schemas.microsoft.com/office/drawing/2014/main" id="{5A0A8CFD-2C6C-344E-AC59-F41518B6A2BB}"/>
              </a:ext>
            </a:extLst>
          </p:cNvPr>
          <p:cNvSpPr txBox="1"/>
          <p:nvPr/>
        </p:nvSpPr>
        <p:spPr>
          <a:xfrm flipH="1">
            <a:off x="2350895" y="1068434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9AFD2E-4865-9F48-8529-D0F0BEC99A75}"/>
              </a:ext>
            </a:extLst>
          </p:cNvPr>
          <p:cNvSpPr txBox="1"/>
          <p:nvPr/>
        </p:nvSpPr>
        <p:spPr>
          <a:xfrm flipH="1">
            <a:off x="1730375" y="11368660"/>
            <a:ext cx="58626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2" name="CuadroTexto 395">
            <a:extLst>
              <a:ext uri="{FF2B5EF4-FFF2-40B4-BE49-F238E27FC236}">
                <a16:creationId xmlns:a16="http://schemas.microsoft.com/office/drawing/2014/main" id="{03929B90-3DD5-B64B-879C-A52750117DA3}"/>
              </a:ext>
            </a:extLst>
          </p:cNvPr>
          <p:cNvSpPr txBox="1"/>
          <p:nvPr/>
        </p:nvSpPr>
        <p:spPr>
          <a:xfrm flipH="1">
            <a:off x="9877997" y="1068434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02E743-023E-D343-A390-E2C17F1E75BC}"/>
              </a:ext>
            </a:extLst>
          </p:cNvPr>
          <p:cNvSpPr txBox="1"/>
          <p:nvPr/>
        </p:nvSpPr>
        <p:spPr>
          <a:xfrm flipH="1">
            <a:off x="9257477" y="11368660"/>
            <a:ext cx="58626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5" name="CuadroTexto 395">
            <a:extLst>
              <a:ext uri="{FF2B5EF4-FFF2-40B4-BE49-F238E27FC236}">
                <a16:creationId xmlns:a16="http://schemas.microsoft.com/office/drawing/2014/main" id="{D8057176-8DCB-CC4B-8433-D0631EE9E994}"/>
              </a:ext>
            </a:extLst>
          </p:cNvPr>
          <p:cNvSpPr txBox="1"/>
          <p:nvPr/>
        </p:nvSpPr>
        <p:spPr>
          <a:xfrm flipH="1">
            <a:off x="16962985" y="10684344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C172A7-7A4C-7D4D-8CB7-884D4AF21CA9}"/>
              </a:ext>
            </a:extLst>
          </p:cNvPr>
          <p:cNvSpPr txBox="1"/>
          <p:nvPr/>
        </p:nvSpPr>
        <p:spPr>
          <a:xfrm flipH="1">
            <a:off x="16342465" y="11368660"/>
            <a:ext cx="58626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7" name="Gráfico 239">
            <a:extLst>
              <a:ext uri="{FF2B5EF4-FFF2-40B4-BE49-F238E27FC236}">
                <a16:creationId xmlns:a16="http://schemas.microsoft.com/office/drawing/2014/main" id="{E726723A-8EC7-2A48-9B6E-FEB7E0E65D32}"/>
              </a:ext>
            </a:extLst>
          </p:cNvPr>
          <p:cNvSpPr/>
          <p:nvPr/>
        </p:nvSpPr>
        <p:spPr>
          <a:xfrm>
            <a:off x="18531888" y="6599547"/>
            <a:ext cx="1388824" cy="1388818"/>
          </a:xfrm>
          <a:custGeom>
            <a:avLst/>
            <a:gdLst>
              <a:gd name="connsiteX0" fmla="*/ 519307 w 571237"/>
              <a:gd name="connsiteY0" fmla="*/ 0 h 571237"/>
              <a:gd name="connsiteX1" fmla="*/ 51931 w 571237"/>
              <a:gd name="connsiteY1" fmla="*/ 0 h 571237"/>
              <a:gd name="connsiteX2" fmla="*/ 0 w 571237"/>
              <a:gd name="connsiteY2" fmla="*/ 51931 h 571237"/>
              <a:gd name="connsiteX3" fmla="*/ 0 w 571237"/>
              <a:gd name="connsiteY3" fmla="*/ 519307 h 571237"/>
              <a:gd name="connsiteX4" fmla="*/ 51931 w 571237"/>
              <a:gd name="connsiteY4" fmla="*/ 571238 h 571237"/>
              <a:gd name="connsiteX5" fmla="*/ 519307 w 571237"/>
              <a:gd name="connsiteY5" fmla="*/ 571238 h 571237"/>
              <a:gd name="connsiteX6" fmla="*/ 571238 w 571237"/>
              <a:gd name="connsiteY6" fmla="*/ 519307 h 571237"/>
              <a:gd name="connsiteX7" fmla="*/ 571238 w 571237"/>
              <a:gd name="connsiteY7" fmla="*/ 51931 h 571237"/>
              <a:gd name="connsiteX8" fmla="*/ 519307 w 571237"/>
              <a:gd name="connsiteY8" fmla="*/ 0 h 571237"/>
              <a:gd name="connsiteX9" fmla="*/ 467376 w 571237"/>
              <a:gd name="connsiteY9" fmla="*/ 350532 h 571237"/>
              <a:gd name="connsiteX10" fmla="*/ 454392 w 571237"/>
              <a:gd name="connsiteY10" fmla="*/ 363515 h 571237"/>
              <a:gd name="connsiteX11" fmla="*/ 363513 w 571237"/>
              <a:gd name="connsiteY11" fmla="*/ 363515 h 571237"/>
              <a:gd name="connsiteX12" fmla="*/ 363513 w 571237"/>
              <a:gd name="connsiteY12" fmla="*/ 454394 h 571237"/>
              <a:gd name="connsiteX13" fmla="*/ 350530 w 571237"/>
              <a:gd name="connsiteY13" fmla="*/ 467377 h 571237"/>
              <a:gd name="connsiteX14" fmla="*/ 220705 w 571237"/>
              <a:gd name="connsiteY14" fmla="*/ 467377 h 571237"/>
              <a:gd name="connsiteX15" fmla="*/ 207722 w 571237"/>
              <a:gd name="connsiteY15" fmla="*/ 454394 h 571237"/>
              <a:gd name="connsiteX16" fmla="*/ 207722 w 571237"/>
              <a:gd name="connsiteY16" fmla="*/ 363515 h 571237"/>
              <a:gd name="connsiteX17" fmla="*/ 116844 w 571237"/>
              <a:gd name="connsiteY17" fmla="*/ 363515 h 571237"/>
              <a:gd name="connsiteX18" fmla="*/ 103861 w 571237"/>
              <a:gd name="connsiteY18" fmla="*/ 350532 h 571237"/>
              <a:gd name="connsiteX19" fmla="*/ 103861 w 571237"/>
              <a:gd name="connsiteY19" fmla="*/ 220705 h 571237"/>
              <a:gd name="connsiteX20" fmla="*/ 116844 w 571237"/>
              <a:gd name="connsiteY20" fmla="*/ 207722 h 571237"/>
              <a:gd name="connsiteX21" fmla="*/ 207723 w 571237"/>
              <a:gd name="connsiteY21" fmla="*/ 207722 h 571237"/>
              <a:gd name="connsiteX22" fmla="*/ 207723 w 571237"/>
              <a:gd name="connsiteY22" fmla="*/ 116844 h 571237"/>
              <a:gd name="connsiteX23" fmla="*/ 220706 w 571237"/>
              <a:gd name="connsiteY23" fmla="*/ 103861 h 571237"/>
              <a:gd name="connsiteX24" fmla="*/ 350532 w 571237"/>
              <a:gd name="connsiteY24" fmla="*/ 103861 h 571237"/>
              <a:gd name="connsiteX25" fmla="*/ 363515 w 571237"/>
              <a:gd name="connsiteY25" fmla="*/ 116844 h 571237"/>
              <a:gd name="connsiteX26" fmla="*/ 363515 w 571237"/>
              <a:gd name="connsiteY26" fmla="*/ 207723 h 571237"/>
              <a:gd name="connsiteX27" fmla="*/ 454394 w 571237"/>
              <a:gd name="connsiteY27" fmla="*/ 207723 h 571237"/>
              <a:gd name="connsiteX28" fmla="*/ 467377 w 571237"/>
              <a:gd name="connsiteY28" fmla="*/ 220706 h 571237"/>
              <a:gd name="connsiteX29" fmla="*/ 467377 w 571237"/>
              <a:gd name="connsiteY29" fmla="*/ 350532 h 57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71237" h="571237">
                <a:moveTo>
                  <a:pt x="519307" y="0"/>
                </a:moveTo>
                <a:lnTo>
                  <a:pt x="51931" y="0"/>
                </a:lnTo>
                <a:cubicBezTo>
                  <a:pt x="23290" y="0"/>
                  <a:pt x="0" y="23290"/>
                  <a:pt x="0" y="51931"/>
                </a:cubicBezTo>
                <a:lnTo>
                  <a:pt x="0" y="519307"/>
                </a:lnTo>
                <a:cubicBezTo>
                  <a:pt x="0" y="547947"/>
                  <a:pt x="23290" y="571238"/>
                  <a:pt x="51931" y="571238"/>
                </a:cubicBezTo>
                <a:lnTo>
                  <a:pt x="519307" y="571238"/>
                </a:lnTo>
                <a:cubicBezTo>
                  <a:pt x="547947" y="571238"/>
                  <a:pt x="571238" y="547948"/>
                  <a:pt x="571238" y="519307"/>
                </a:cubicBezTo>
                <a:lnTo>
                  <a:pt x="571238" y="51931"/>
                </a:lnTo>
                <a:cubicBezTo>
                  <a:pt x="571236" y="23290"/>
                  <a:pt x="547947" y="0"/>
                  <a:pt x="519307" y="0"/>
                </a:cubicBezTo>
                <a:close/>
                <a:moveTo>
                  <a:pt x="467376" y="350532"/>
                </a:moveTo>
                <a:cubicBezTo>
                  <a:pt x="467376" y="357708"/>
                  <a:pt x="461569" y="363515"/>
                  <a:pt x="454392" y="363515"/>
                </a:cubicBezTo>
                <a:lnTo>
                  <a:pt x="363513" y="363515"/>
                </a:lnTo>
                <a:lnTo>
                  <a:pt x="363513" y="454394"/>
                </a:lnTo>
                <a:cubicBezTo>
                  <a:pt x="363513" y="461570"/>
                  <a:pt x="357707" y="467377"/>
                  <a:pt x="350530" y="467377"/>
                </a:cubicBezTo>
                <a:lnTo>
                  <a:pt x="220705" y="467377"/>
                </a:lnTo>
                <a:cubicBezTo>
                  <a:pt x="213529" y="467377"/>
                  <a:pt x="207722" y="461570"/>
                  <a:pt x="207722" y="454394"/>
                </a:cubicBezTo>
                <a:lnTo>
                  <a:pt x="207722" y="363515"/>
                </a:lnTo>
                <a:lnTo>
                  <a:pt x="116844" y="363515"/>
                </a:lnTo>
                <a:cubicBezTo>
                  <a:pt x="109668" y="363515"/>
                  <a:pt x="103861" y="357708"/>
                  <a:pt x="103861" y="350532"/>
                </a:cubicBezTo>
                <a:lnTo>
                  <a:pt x="103861" y="220705"/>
                </a:lnTo>
                <a:cubicBezTo>
                  <a:pt x="103861" y="213529"/>
                  <a:pt x="109668" y="207722"/>
                  <a:pt x="116844" y="207722"/>
                </a:cubicBezTo>
                <a:lnTo>
                  <a:pt x="207723" y="207722"/>
                </a:lnTo>
                <a:lnTo>
                  <a:pt x="207723" y="116844"/>
                </a:lnTo>
                <a:cubicBezTo>
                  <a:pt x="207723" y="109668"/>
                  <a:pt x="213530" y="103861"/>
                  <a:pt x="220706" y="103861"/>
                </a:cubicBezTo>
                <a:lnTo>
                  <a:pt x="350532" y="103861"/>
                </a:lnTo>
                <a:cubicBezTo>
                  <a:pt x="357708" y="103861"/>
                  <a:pt x="363515" y="109668"/>
                  <a:pt x="363515" y="116844"/>
                </a:cubicBezTo>
                <a:lnTo>
                  <a:pt x="363515" y="207723"/>
                </a:lnTo>
                <a:lnTo>
                  <a:pt x="454394" y="207723"/>
                </a:lnTo>
                <a:cubicBezTo>
                  <a:pt x="461570" y="207723"/>
                  <a:pt x="467377" y="213530"/>
                  <a:pt x="467377" y="220706"/>
                </a:cubicBezTo>
                <a:lnTo>
                  <a:pt x="467377" y="350532"/>
                </a:lnTo>
                <a:close/>
              </a:path>
            </a:pathLst>
          </a:custGeom>
          <a:solidFill>
            <a:schemeClr val="accent3"/>
          </a:solidFill>
          <a:ln w="11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grpSp>
        <p:nvGrpSpPr>
          <p:cNvPr id="78" name="Gráfico 243">
            <a:extLst>
              <a:ext uri="{FF2B5EF4-FFF2-40B4-BE49-F238E27FC236}">
                <a16:creationId xmlns:a16="http://schemas.microsoft.com/office/drawing/2014/main" id="{F1001560-4EC7-4748-9F2A-BDD3EB977C12}"/>
              </a:ext>
            </a:extLst>
          </p:cNvPr>
          <p:cNvGrpSpPr/>
          <p:nvPr/>
        </p:nvGrpSpPr>
        <p:grpSpPr>
          <a:xfrm>
            <a:off x="3996273" y="6626686"/>
            <a:ext cx="1387836" cy="1387830"/>
            <a:chOff x="5171013" y="4285321"/>
            <a:chExt cx="570831" cy="570831"/>
          </a:xfrm>
          <a:solidFill>
            <a:schemeClr val="accent1"/>
          </a:solidFill>
        </p:grpSpPr>
        <p:sp>
          <p:nvSpPr>
            <p:cNvPr id="79" name="Forma libre 285">
              <a:extLst>
                <a:ext uri="{FF2B5EF4-FFF2-40B4-BE49-F238E27FC236}">
                  <a16:creationId xmlns:a16="http://schemas.microsoft.com/office/drawing/2014/main" id="{8224297E-93FF-4143-81AF-C77901B9268E}"/>
                </a:ext>
              </a:extLst>
            </p:cNvPr>
            <p:cNvSpPr/>
            <p:nvPr/>
          </p:nvSpPr>
          <p:spPr>
            <a:xfrm>
              <a:off x="5253107" y="4576323"/>
              <a:ext cx="406641" cy="279828"/>
            </a:xfrm>
            <a:custGeom>
              <a:avLst/>
              <a:gdLst>
                <a:gd name="connsiteX0" fmla="*/ 405395 w 406641"/>
                <a:gd name="connsiteY0" fmla="*/ 27781 h 279828"/>
                <a:gd name="connsiteX1" fmla="*/ 393667 w 406641"/>
                <a:gd name="connsiteY1" fmla="*/ 20360 h 279828"/>
                <a:gd name="connsiteX2" fmla="*/ 294135 w 406641"/>
                <a:gd name="connsiteY2" fmla="*/ 20360 h 279828"/>
                <a:gd name="connsiteX3" fmla="*/ 263232 w 406641"/>
                <a:gd name="connsiteY3" fmla="*/ 5104 h 279828"/>
                <a:gd name="connsiteX4" fmla="*/ 250156 w 406641"/>
                <a:gd name="connsiteY4" fmla="*/ 304 h 279828"/>
                <a:gd name="connsiteX5" fmla="*/ 240270 w 406641"/>
                <a:gd name="connsiteY5" fmla="*/ 10087 h 279828"/>
                <a:gd name="connsiteX6" fmla="*/ 215361 w 406641"/>
                <a:gd name="connsiteY6" fmla="*/ 119764 h 279828"/>
                <a:gd name="connsiteX7" fmla="*/ 182045 w 406641"/>
                <a:gd name="connsiteY7" fmla="*/ 149785 h 279828"/>
                <a:gd name="connsiteX8" fmla="*/ 142580 w 406641"/>
                <a:gd name="connsiteY8" fmla="*/ 128586 h 279828"/>
                <a:gd name="connsiteX9" fmla="*/ 92061 w 406641"/>
                <a:gd name="connsiteY9" fmla="*/ 27524 h 279828"/>
                <a:gd name="connsiteX10" fmla="*/ 80437 w 406641"/>
                <a:gd name="connsiteY10" fmla="*/ 20363 h 279828"/>
                <a:gd name="connsiteX11" fmla="*/ 12974 w 406641"/>
                <a:gd name="connsiteY11" fmla="*/ 20363 h 279828"/>
                <a:gd name="connsiteX12" fmla="*/ 1247 w 406641"/>
                <a:gd name="connsiteY12" fmla="*/ 27783 h 279828"/>
                <a:gd name="connsiteX13" fmla="*/ 2907 w 406641"/>
                <a:gd name="connsiteY13" fmla="*/ 41536 h 279828"/>
                <a:gd name="connsiteX14" fmla="*/ 193253 w 406641"/>
                <a:gd name="connsiteY14" fmla="*/ 275055 h 279828"/>
                <a:gd name="connsiteX15" fmla="*/ 203321 w 406641"/>
                <a:gd name="connsiteY15" fmla="*/ 279829 h 279828"/>
                <a:gd name="connsiteX16" fmla="*/ 213388 w 406641"/>
                <a:gd name="connsiteY16" fmla="*/ 275055 h 279828"/>
                <a:gd name="connsiteX17" fmla="*/ 403735 w 406641"/>
                <a:gd name="connsiteY17" fmla="*/ 41532 h 279828"/>
                <a:gd name="connsiteX18" fmla="*/ 405395 w 406641"/>
                <a:gd name="connsiteY18" fmla="*/ 27781 h 27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6641" h="279828">
                  <a:moveTo>
                    <a:pt x="405395" y="27781"/>
                  </a:moveTo>
                  <a:cubicBezTo>
                    <a:pt x="403241" y="23240"/>
                    <a:pt x="398674" y="20360"/>
                    <a:pt x="393667" y="20360"/>
                  </a:cubicBezTo>
                  <a:lnTo>
                    <a:pt x="294135" y="20360"/>
                  </a:lnTo>
                  <a:cubicBezTo>
                    <a:pt x="281888" y="20360"/>
                    <a:pt x="270628" y="14808"/>
                    <a:pt x="263232" y="5104"/>
                  </a:cubicBezTo>
                  <a:cubicBezTo>
                    <a:pt x="260197" y="1108"/>
                    <a:pt x="255085" y="-786"/>
                    <a:pt x="250156" y="304"/>
                  </a:cubicBezTo>
                  <a:cubicBezTo>
                    <a:pt x="245252" y="1368"/>
                    <a:pt x="241386" y="5182"/>
                    <a:pt x="240270" y="10087"/>
                  </a:cubicBezTo>
                  <a:lnTo>
                    <a:pt x="215361" y="119764"/>
                  </a:lnTo>
                  <a:cubicBezTo>
                    <a:pt x="211703" y="135773"/>
                    <a:pt x="198314" y="147839"/>
                    <a:pt x="182045" y="149785"/>
                  </a:cubicBezTo>
                  <a:cubicBezTo>
                    <a:pt x="164635" y="151912"/>
                    <a:pt x="149871" y="143168"/>
                    <a:pt x="142580" y="128586"/>
                  </a:cubicBezTo>
                  <a:lnTo>
                    <a:pt x="92061" y="27524"/>
                  </a:lnTo>
                  <a:cubicBezTo>
                    <a:pt x="89830" y="23139"/>
                    <a:pt x="85341" y="20363"/>
                    <a:pt x="80437" y="20363"/>
                  </a:cubicBezTo>
                  <a:lnTo>
                    <a:pt x="12974" y="20363"/>
                  </a:lnTo>
                  <a:cubicBezTo>
                    <a:pt x="7966" y="20363"/>
                    <a:pt x="3400" y="23242"/>
                    <a:pt x="1247" y="27783"/>
                  </a:cubicBezTo>
                  <a:cubicBezTo>
                    <a:pt x="-881" y="32298"/>
                    <a:pt x="-258" y="37669"/>
                    <a:pt x="2907" y="41536"/>
                  </a:cubicBezTo>
                  <a:lnTo>
                    <a:pt x="193253" y="275055"/>
                  </a:lnTo>
                  <a:cubicBezTo>
                    <a:pt x="195718" y="278091"/>
                    <a:pt x="199429" y="279829"/>
                    <a:pt x="203321" y="279829"/>
                  </a:cubicBezTo>
                  <a:cubicBezTo>
                    <a:pt x="207213" y="279829"/>
                    <a:pt x="210923" y="278091"/>
                    <a:pt x="213388" y="275055"/>
                  </a:cubicBezTo>
                  <a:lnTo>
                    <a:pt x="403735" y="41532"/>
                  </a:lnTo>
                  <a:cubicBezTo>
                    <a:pt x="406900" y="37667"/>
                    <a:pt x="407522" y="32295"/>
                    <a:pt x="405395" y="27781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80" name="Forma libre 286">
              <a:extLst>
                <a:ext uri="{FF2B5EF4-FFF2-40B4-BE49-F238E27FC236}">
                  <a16:creationId xmlns:a16="http://schemas.microsoft.com/office/drawing/2014/main" id="{18C39B0F-A573-B44F-BC8F-8C0C82A7F1D1}"/>
                </a:ext>
              </a:extLst>
            </p:cNvPr>
            <p:cNvSpPr/>
            <p:nvPr/>
          </p:nvSpPr>
          <p:spPr>
            <a:xfrm>
              <a:off x="5171013" y="4285321"/>
              <a:ext cx="570832" cy="415150"/>
            </a:xfrm>
            <a:custGeom>
              <a:avLst/>
              <a:gdLst>
                <a:gd name="connsiteX0" fmla="*/ 557858 w 570832"/>
                <a:gd name="connsiteY0" fmla="*/ 259468 h 415150"/>
                <a:gd name="connsiteX1" fmla="*/ 543691 w 570832"/>
                <a:gd name="connsiteY1" fmla="*/ 259468 h 415150"/>
                <a:gd name="connsiteX2" fmla="*/ 570831 w 570832"/>
                <a:gd name="connsiteY2" fmla="*/ 168655 h 415150"/>
                <a:gd name="connsiteX3" fmla="*/ 402176 w 570832"/>
                <a:gd name="connsiteY3" fmla="*/ 0 h 415150"/>
                <a:gd name="connsiteX4" fmla="*/ 285416 w 570832"/>
                <a:gd name="connsiteY4" fmla="*/ 47172 h 415150"/>
                <a:gd name="connsiteX5" fmla="*/ 168655 w 570832"/>
                <a:gd name="connsiteY5" fmla="*/ 0 h 415150"/>
                <a:gd name="connsiteX6" fmla="*/ 0 w 570832"/>
                <a:gd name="connsiteY6" fmla="*/ 168655 h 415150"/>
                <a:gd name="connsiteX7" fmla="*/ 27167 w 570832"/>
                <a:gd name="connsiteY7" fmla="*/ 259469 h 415150"/>
                <a:gd name="connsiteX8" fmla="*/ 12974 w 570832"/>
                <a:gd name="connsiteY8" fmla="*/ 259469 h 415150"/>
                <a:gd name="connsiteX9" fmla="*/ 0 w 570832"/>
                <a:gd name="connsiteY9" fmla="*/ 272442 h 415150"/>
                <a:gd name="connsiteX10" fmla="*/ 12973 w 570832"/>
                <a:gd name="connsiteY10" fmla="*/ 285416 h 415150"/>
                <a:gd name="connsiteX11" fmla="*/ 178566 w 570832"/>
                <a:gd name="connsiteY11" fmla="*/ 285416 h 415150"/>
                <a:gd name="connsiteX12" fmla="*/ 190165 w 570832"/>
                <a:gd name="connsiteY12" fmla="*/ 292577 h 415150"/>
                <a:gd name="connsiteX13" fmla="*/ 247871 w 570832"/>
                <a:gd name="connsiteY13" fmla="*/ 407962 h 415150"/>
                <a:gd name="connsiteX14" fmla="*/ 259469 w 570832"/>
                <a:gd name="connsiteY14" fmla="*/ 415150 h 415150"/>
                <a:gd name="connsiteX15" fmla="*/ 261026 w 570832"/>
                <a:gd name="connsiteY15" fmla="*/ 415072 h 415150"/>
                <a:gd name="connsiteX16" fmla="*/ 272131 w 570832"/>
                <a:gd name="connsiteY16" fmla="*/ 405057 h 415150"/>
                <a:gd name="connsiteX17" fmla="*/ 316423 w 570832"/>
                <a:gd name="connsiteY17" fmla="*/ 210118 h 415150"/>
                <a:gd name="connsiteX18" fmla="*/ 328852 w 570832"/>
                <a:gd name="connsiteY18" fmla="*/ 200051 h 415150"/>
                <a:gd name="connsiteX19" fmla="*/ 341358 w 570832"/>
                <a:gd name="connsiteY19" fmla="*/ 208899 h 415150"/>
                <a:gd name="connsiteX20" fmla="*/ 363906 w 570832"/>
                <a:gd name="connsiteY20" fmla="*/ 276542 h 415150"/>
                <a:gd name="connsiteX21" fmla="*/ 376231 w 570832"/>
                <a:gd name="connsiteY21" fmla="*/ 285416 h 415150"/>
                <a:gd name="connsiteX22" fmla="*/ 557859 w 570832"/>
                <a:gd name="connsiteY22" fmla="*/ 285416 h 415150"/>
                <a:gd name="connsiteX23" fmla="*/ 570832 w 570832"/>
                <a:gd name="connsiteY23" fmla="*/ 272442 h 415150"/>
                <a:gd name="connsiteX24" fmla="*/ 557858 w 570832"/>
                <a:gd name="connsiteY24" fmla="*/ 259468 h 4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0832" h="415150">
                  <a:moveTo>
                    <a:pt x="557858" y="259468"/>
                  </a:moveTo>
                  <a:lnTo>
                    <a:pt x="543691" y="259468"/>
                  </a:lnTo>
                  <a:cubicBezTo>
                    <a:pt x="561101" y="232406"/>
                    <a:pt x="570831" y="201062"/>
                    <a:pt x="570831" y="168655"/>
                  </a:cubicBezTo>
                  <a:cubicBezTo>
                    <a:pt x="570831" y="75661"/>
                    <a:pt x="495170" y="0"/>
                    <a:pt x="402176" y="0"/>
                  </a:cubicBezTo>
                  <a:cubicBezTo>
                    <a:pt x="358560" y="0"/>
                    <a:pt x="316759" y="17047"/>
                    <a:pt x="285416" y="47172"/>
                  </a:cubicBezTo>
                  <a:cubicBezTo>
                    <a:pt x="254072" y="17047"/>
                    <a:pt x="212271" y="0"/>
                    <a:pt x="168655" y="0"/>
                  </a:cubicBezTo>
                  <a:cubicBezTo>
                    <a:pt x="75661" y="0"/>
                    <a:pt x="0" y="75661"/>
                    <a:pt x="0" y="168655"/>
                  </a:cubicBezTo>
                  <a:cubicBezTo>
                    <a:pt x="0" y="200959"/>
                    <a:pt x="9652" y="232225"/>
                    <a:pt x="27167" y="259469"/>
                  </a:cubicBezTo>
                  <a:lnTo>
                    <a:pt x="12974" y="259469"/>
                  </a:lnTo>
                  <a:cubicBezTo>
                    <a:pt x="5812" y="259468"/>
                    <a:pt x="0" y="265280"/>
                    <a:pt x="0" y="272442"/>
                  </a:cubicBezTo>
                  <a:cubicBezTo>
                    <a:pt x="0" y="279605"/>
                    <a:pt x="5812" y="285416"/>
                    <a:pt x="12973" y="285416"/>
                  </a:cubicBezTo>
                  <a:lnTo>
                    <a:pt x="178566" y="285416"/>
                  </a:lnTo>
                  <a:cubicBezTo>
                    <a:pt x="183497" y="285416"/>
                    <a:pt x="187959" y="288166"/>
                    <a:pt x="190165" y="292577"/>
                  </a:cubicBezTo>
                  <a:lnTo>
                    <a:pt x="247871" y="407962"/>
                  </a:lnTo>
                  <a:cubicBezTo>
                    <a:pt x="250076" y="412425"/>
                    <a:pt x="254617" y="415150"/>
                    <a:pt x="259469" y="415150"/>
                  </a:cubicBezTo>
                  <a:cubicBezTo>
                    <a:pt x="259988" y="415150"/>
                    <a:pt x="260507" y="415125"/>
                    <a:pt x="261026" y="415072"/>
                  </a:cubicBezTo>
                  <a:cubicBezTo>
                    <a:pt x="266474" y="414423"/>
                    <a:pt x="270912" y="410402"/>
                    <a:pt x="272131" y="405057"/>
                  </a:cubicBezTo>
                  <a:lnTo>
                    <a:pt x="316423" y="210118"/>
                  </a:lnTo>
                  <a:cubicBezTo>
                    <a:pt x="317721" y="204488"/>
                    <a:pt x="322650" y="200336"/>
                    <a:pt x="328852" y="200051"/>
                  </a:cubicBezTo>
                  <a:cubicBezTo>
                    <a:pt x="334768" y="200051"/>
                    <a:pt x="339569" y="203423"/>
                    <a:pt x="341358" y="208899"/>
                  </a:cubicBezTo>
                  <a:lnTo>
                    <a:pt x="363906" y="276542"/>
                  </a:lnTo>
                  <a:cubicBezTo>
                    <a:pt x="365696" y="281836"/>
                    <a:pt x="370652" y="285416"/>
                    <a:pt x="376231" y="285416"/>
                  </a:cubicBezTo>
                  <a:lnTo>
                    <a:pt x="557859" y="285416"/>
                  </a:lnTo>
                  <a:cubicBezTo>
                    <a:pt x="565020" y="285416"/>
                    <a:pt x="570832" y="279604"/>
                    <a:pt x="570832" y="272442"/>
                  </a:cubicBezTo>
                  <a:cubicBezTo>
                    <a:pt x="570832" y="265281"/>
                    <a:pt x="565019" y="259468"/>
                    <a:pt x="557858" y="259468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81" name="Gráfico 245">
            <a:extLst>
              <a:ext uri="{FF2B5EF4-FFF2-40B4-BE49-F238E27FC236}">
                <a16:creationId xmlns:a16="http://schemas.microsoft.com/office/drawing/2014/main" id="{A40C6126-9A8F-584E-84C7-21051A7F6D51}"/>
              </a:ext>
            </a:extLst>
          </p:cNvPr>
          <p:cNvGrpSpPr/>
          <p:nvPr/>
        </p:nvGrpSpPr>
        <p:grpSpPr>
          <a:xfrm>
            <a:off x="11082128" y="6488078"/>
            <a:ext cx="1694072" cy="1694072"/>
            <a:chOff x="9790237" y="2867934"/>
            <a:chExt cx="597977" cy="597977"/>
          </a:xfrm>
          <a:solidFill>
            <a:schemeClr val="accent2"/>
          </a:solidFill>
        </p:grpSpPr>
        <p:sp>
          <p:nvSpPr>
            <p:cNvPr id="82" name="Forma libre 378">
              <a:extLst>
                <a:ext uri="{FF2B5EF4-FFF2-40B4-BE49-F238E27FC236}">
                  <a16:creationId xmlns:a16="http://schemas.microsoft.com/office/drawing/2014/main" id="{050A1A51-3140-354A-BDC2-FFB67C9E8C15}"/>
                </a:ext>
              </a:extLst>
            </p:cNvPr>
            <p:cNvSpPr/>
            <p:nvPr/>
          </p:nvSpPr>
          <p:spPr>
            <a:xfrm>
              <a:off x="9789361" y="2966720"/>
              <a:ext cx="599145" cy="399430"/>
            </a:xfrm>
            <a:custGeom>
              <a:avLst/>
              <a:gdLst>
                <a:gd name="connsiteX0" fmla="*/ 593537 w 599144"/>
                <a:gd name="connsiteY0" fmla="*/ 28043 h 399429"/>
                <a:gd name="connsiteX1" fmla="*/ 582138 w 599144"/>
                <a:gd name="connsiteY1" fmla="*/ 26547 h 399429"/>
                <a:gd name="connsiteX2" fmla="*/ 480577 w 599144"/>
                <a:gd name="connsiteY2" fmla="*/ 63483 h 399429"/>
                <a:gd name="connsiteX3" fmla="*/ 452352 w 599144"/>
                <a:gd name="connsiteY3" fmla="*/ 89445 h 399429"/>
                <a:gd name="connsiteX4" fmla="*/ 449919 w 599144"/>
                <a:gd name="connsiteY4" fmla="*/ 96462 h 399429"/>
                <a:gd name="connsiteX5" fmla="*/ 367861 w 599144"/>
                <a:gd name="connsiteY5" fmla="*/ 64554 h 399429"/>
                <a:gd name="connsiteX6" fmla="*/ 250836 w 599144"/>
                <a:gd name="connsiteY6" fmla="*/ 76168 h 399429"/>
                <a:gd name="connsiteX7" fmla="*/ 189789 w 599144"/>
                <a:gd name="connsiteY7" fmla="*/ 80345 h 399429"/>
                <a:gd name="connsiteX8" fmla="*/ 151921 w 599144"/>
                <a:gd name="connsiteY8" fmla="*/ 83365 h 399429"/>
                <a:gd name="connsiteX9" fmla="*/ 147379 w 599144"/>
                <a:gd name="connsiteY9" fmla="*/ 64531 h 399429"/>
                <a:gd name="connsiteX10" fmla="*/ 119154 w 599144"/>
                <a:gd name="connsiteY10" fmla="*/ 38569 h 399429"/>
                <a:gd name="connsiteX11" fmla="*/ 17592 w 599144"/>
                <a:gd name="connsiteY11" fmla="*/ 1631 h 399429"/>
                <a:gd name="connsiteX12" fmla="*/ 6194 w 599144"/>
                <a:gd name="connsiteY12" fmla="*/ 3127 h 399429"/>
                <a:gd name="connsiteX13" fmla="*/ 876 w 599144"/>
                <a:gd name="connsiteY13" fmla="*/ 13335 h 399429"/>
                <a:gd name="connsiteX14" fmla="*/ 876 w 599144"/>
                <a:gd name="connsiteY14" fmla="*/ 262491 h 399429"/>
                <a:gd name="connsiteX15" fmla="*/ 13334 w 599144"/>
                <a:gd name="connsiteY15" fmla="*/ 274950 h 399429"/>
                <a:gd name="connsiteX16" fmla="*/ 49722 w 599144"/>
                <a:gd name="connsiteY16" fmla="*/ 274950 h 399429"/>
                <a:gd name="connsiteX17" fmla="*/ 88904 w 599144"/>
                <a:gd name="connsiteY17" fmla="*/ 255863 h 399429"/>
                <a:gd name="connsiteX18" fmla="*/ 105892 w 599144"/>
                <a:gd name="connsiteY18" fmla="*/ 268672 h 399429"/>
                <a:gd name="connsiteX19" fmla="*/ 143326 w 599144"/>
                <a:gd name="connsiteY19" fmla="*/ 297396 h 399429"/>
                <a:gd name="connsiteX20" fmla="*/ 256591 w 599144"/>
                <a:gd name="connsiteY20" fmla="*/ 385464 h 399429"/>
                <a:gd name="connsiteX21" fmla="*/ 299864 w 599144"/>
                <a:gd name="connsiteY21" fmla="*/ 399529 h 399429"/>
                <a:gd name="connsiteX22" fmla="*/ 329258 w 599144"/>
                <a:gd name="connsiteY22" fmla="*/ 391219 h 399429"/>
                <a:gd name="connsiteX23" fmla="*/ 360475 w 599144"/>
                <a:gd name="connsiteY23" fmla="*/ 390525 h 399429"/>
                <a:gd name="connsiteX24" fmla="*/ 383578 w 599144"/>
                <a:gd name="connsiteY24" fmla="*/ 367409 h 399429"/>
                <a:gd name="connsiteX25" fmla="*/ 414625 w 599144"/>
                <a:gd name="connsiteY25" fmla="*/ 362859 h 399429"/>
                <a:gd name="connsiteX26" fmla="*/ 434868 w 599144"/>
                <a:gd name="connsiteY26" fmla="*/ 342481 h 399429"/>
                <a:gd name="connsiteX27" fmla="*/ 462083 w 599144"/>
                <a:gd name="connsiteY27" fmla="*/ 333794 h 399429"/>
                <a:gd name="connsiteX28" fmla="*/ 478407 w 599144"/>
                <a:gd name="connsiteY28" fmla="*/ 296842 h 399429"/>
                <a:gd name="connsiteX29" fmla="*/ 510008 w 599144"/>
                <a:gd name="connsiteY29" fmla="*/ 279360 h 399429"/>
                <a:gd name="connsiteX30" fmla="*/ 550006 w 599144"/>
                <a:gd name="connsiteY30" fmla="*/ 299864 h 399429"/>
                <a:gd name="connsiteX31" fmla="*/ 586394 w 599144"/>
                <a:gd name="connsiteY31" fmla="*/ 299864 h 399429"/>
                <a:gd name="connsiteX32" fmla="*/ 598852 w 599144"/>
                <a:gd name="connsiteY32" fmla="*/ 287406 h 399429"/>
                <a:gd name="connsiteX33" fmla="*/ 598852 w 599144"/>
                <a:gd name="connsiteY33" fmla="*/ 38251 h 399429"/>
                <a:gd name="connsiteX34" fmla="*/ 593537 w 599144"/>
                <a:gd name="connsiteY34" fmla="*/ 28043 h 399429"/>
                <a:gd name="connsiteX35" fmla="*/ 446962 w 599144"/>
                <a:gd name="connsiteY35" fmla="*/ 314003 h 399429"/>
                <a:gd name="connsiteX36" fmla="*/ 434200 w 599144"/>
                <a:gd name="connsiteY36" fmla="*/ 316412 h 399429"/>
                <a:gd name="connsiteX37" fmla="*/ 433720 w 599144"/>
                <a:gd name="connsiteY37" fmla="*/ 316162 h 399429"/>
                <a:gd name="connsiteX38" fmla="*/ 433106 w 599144"/>
                <a:gd name="connsiteY38" fmla="*/ 315438 h 399429"/>
                <a:gd name="connsiteX39" fmla="*/ 359636 w 599144"/>
                <a:gd name="connsiteY39" fmla="*/ 241859 h 399429"/>
                <a:gd name="connsiteX40" fmla="*/ 342032 w 599144"/>
                <a:gd name="connsiteY40" fmla="*/ 241482 h 399429"/>
                <a:gd name="connsiteX41" fmla="*/ 341655 w 599144"/>
                <a:gd name="connsiteY41" fmla="*/ 259086 h 399429"/>
                <a:gd name="connsiteX42" fmla="*/ 412505 w 599144"/>
                <a:gd name="connsiteY42" fmla="*/ 330445 h 399429"/>
                <a:gd name="connsiteX43" fmla="*/ 403470 w 599144"/>
                <a:gd name="connsiteY43" fmla="*/ 340585 h 399429"/>
                <a:gd name="connsiteX44" fmla="*/ 384053 w 599144"/>
                <a:gd name="connsiteY44" fmla="*/ 341023 h 399429"/>
                <a:gd name="connsiteX45" fmla="*/ 383727 w 599144"/>
                <a:gd name="connsiteY45" fmla="*/ 340857 h 399429"/>
                <a:gd name="connsiteX46" fmla="*/ 383346 w 599144"/>
                <a:gd name="connsiteY46" fmla="*/ 340402 h 399429"/>
                <a:gd name="connsiteX47" fmla="*/ 322444 w 599144"/>
                <a:gd name="connsiteY47" fmla="*/ 279415 h 399429"/>
                <a:gd name="connsiteX48" fmla="*/ 304840 w 599144"/>
                <a:gd name="connsiteY48" fmla="*/ 278673 h 399429"/>
                <a:gd name="connsiteX49" fmla="*/ 304098 w 599144"/>
                <a:gd name="connsiteY49" fmla="*/ 296277 h 399429"/>
                <a:gd name="connsiteX50" fmla="*/ 361872 w 599144"/>
                <a:gd name="connsiteY50" fmla="*/ 354749 h 399429"/>
                <a:gd name="connsiteX51" fmla="*/ 350413 w 599144"/>
                <a:gd name="connsiteY51" fmla="*/ 367739 h 399429"/>
                <a:gd name="connsiteX52" fmla="*/ 333394 w 599144"/>
                <a:gd name="connsiteY52" fmla="*/ 365202 h 399429"/>
                <a:gd name="connsiteX53" fmla="*/ 272540 w 599144"/>
                <a:gd name="connsiteY53" fmla="*/ 304257 h 399429"/>
                <a:gd name="connsiteX54" fmla="*/ 254936 w 599144"/>
                <a:gd name="connsiteY54" fmla="*/ 303662 h 399429"/>
                <a:gd name="connsiteX55" fmla="*/ 254340 w 599144"/>
                <a:gd name="connsiteY55" fmla="*/ 321266 h 399429"/>
                <a:gd name="connsiteX56" fmla="*/ 306267 w 599144"/>
                <a:gd name="connsiteY56" fmla="*/ 374211 h 399429"/>
                <a:gd name="connsiteX57" fmla="*/ 299864 w 599144"/>
                <a:gd name="connsiteY57" fmla="*/ 374613 h 399429"/>
                <a:gd name="connsiteX58" fmla="*/ 270277 w 599144"/>
                <a:gd name="connsiteY58" fmla="*/ 364637 h 399429"/>
                <a:gd name="connsiteX59" fmla="*/ 159336 w 599144"/>
                <a:gd name="connsiteY59" fmla="*/ 278307 h 399429"/>
                <a:gd name="connsiteX60" fmla="*/ 120856 w 599144"/>
                <a:gd name="connsiteY60" fmla="*/ 248757 h 399429"/>
                <a:gd name="connsiteX61" fmla="*/ 100000 w 599144"/>
                <a:gd name="connsiteY61" fmla="*/ 232995 h 399429"/>
                <a:gd name="connsiteX62" fmla="*/ 146645 w 599144"/>
                <a:gd name="connsiteY62" fmla="*/ 108593 h 399429"/>
                <a:gd name="connsiteX63" fmla="*/ 191977 w 599144"/>
                <a:gd name="connsiteY63" fmla="*/ 105161 h 399429"/>
                <a:gd name="connsiteX64" fmla="*/ 220553 w 599144"/>
                <a:gd name="connsiteY64" fmla="*/ 102760 h 399429"/>
                <a:gd name="connsiteX65" fmla="*/ 188011 w 599144"/>
                <a:gd name="connsiteY65" fmla="*/ 167949 h 399429"/>
                <a:gd name="connsiteX66" fmla="*/ 205664 w 599144"/>
                <a:gd name="connsiteY66" fmla="*/ 194800 h 399429"/>
                <a:gd name="connsiteX67" fmla="*/ 227053 w 599144"/>
                <a:gd name="connsiteY67" fmla="*/ 200298 h 399429"/>
                <a:gd name="connsiteX68" fmla="*/ 281860 w 599144"/>
                <a:gd name="connsiteY68" fmla="*/ 174530 h 399429"/>
                <a:gd name="connsiteX69" fmla="*/ 310121 w 599144"/>
                <a:gd name="connsiteY69" fmla="*/ 165564 h 399429"/>
                <a:gd name="connsiteX70" fmla="*/ 364856 w 599144"/>
                <a:gd name="connsiteY70" fmla="*/ 212366 h 399429"/>
                <a:gd name="connsiteX71" fmla="*/ 451952 w 599144"/>
                <a:gd name="connsiteY71" fmla="*/ 294036 h 399429"/>
                <a:gd name="connsiteX72" fmla="*/ 446962 w 599144"/>
                <a:gd name="connsiteY72" fmla="*/ 314003 h 3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99144" h="399429">
                  <a:moveTo>
                    <a:pt x="593537" y="28043"/>
                  </a:moveTo>
                  <a:cubicBezTo>
                    <a:pt x="590215" y="25708"/>
                    <a:pt x="585957" y="25135"/>
                    <a:pt x="582138" y="26547"/>
                  </a:cubicBezTo>
                  <a:lnTo>
                    <a:pt x="480577" y="63483"/>
                  </a:lnTo>
                  <a:cubicBezTo>
                    <a:pt x="467986" y="68058"/>
                    <a:pt x="457960" y="77280"/>
                    <a:pt x="452352" y="89445"/>
                  </a:cubicBezTo>
                  <a:cubicBezTo>
                    <a:pt x="451301" y="91726"/>
                    <a:pt x="450611" y="94095"/>
                    <a:pt x="449919" y="96462"/>
                  </a:cubicBezTo>
                  <a:cubicBezTo>
                    <a:pt x="432480" y="91504"/>
                    <a:pt x="400070" y="81149"/>
                    <a:pt x="367861" y="64554"/>
                  </a:cubicBezTo>
                  <a:cubicBezTo>
                    <a:pt x="326304" y="43135"/>
                    <a:pt x="291130" y="45872"/>
                    <a:pt x="250836" y="76168"/>
                  </a:cubicBezTo>
                  <a:cubicBezTo>
                    <a:pt x="234636" y="76440"/>
                    <a:pt x="211999" y="78388"/>
                    <a:pt x="189789" y="80345"/>
                  </a:cubicBezTo>
                  <a:cubicBezTo>
                    <a:pt x="175823" y="81578"/>
                    <a:pt x="162624" y="82712"/>
                    <a:pt x="151921" y="83365"/>
                  </a:cubicBezTo>
                  <a:cubicBezTo>
                    <a:pt x="151658" y="76936"/>
                    <a:pt x="150154" y="70557"/>
                    <a:pt x="147379" y="64531"/>
                  </a:cubicBezTo>
                  <a:cubicBezTo>
                    <a:pt x="141771" y="52364"/>
                    <a:pt x="131746" y="43142"/>
                    <a:pt x="119154" y="38569"/>
                  </a:cubicBezTo>
                  <a:lnTo>
                    <a:pt x="17592" y="1631"/>
                  </a:lnTo>
                  <a:cubicBezTo>
                    <a:pt x="13785" y="232"/>
                    <a:pt x="9502" y="804"/>
                    <a:pt x="6194" y="3127"/>
                  </a:cubicBezTo>
                  <a:cubicBezTo>
                    <a:pt x="2859" y="5464"/>
                    <a:pt x="876" y="9271"/>
                    <a:pt x="876" y="13335"/>
                  </a:cubicBezTo>
                  <a:lnTo>
                    <a:pt x="876" y="262491"/>
                  </a:lnTo>
                  <a:cubicBezTo>
                    <a:pt x="876" y="269377"/>
                    <a:pt x="6448" y="274950"/>
                    <a:pt x="13334" y="274950"/>
                  </a:cubicBezTo>
                  <a:lnTo>
                    <a:pt x="49722" y="274950"/>
                  </a:lnTo>
                  <a:cubicBezTo>
                    <a:pt x="65198" y="274950"/>
                    <a:pt x="79596" y="267650"/>
                    <a:pt x="88904" y="255863"/>
                  </a:cubicBezTo>
                  <a:cubicBezTo>
                    <a:pt x="93861" y="259633"/>
                    <a:pt x="99734" y="264048"/>
                    <a:pt x="105892" y="268672"/>
                  </a:cubicBezTo>
                  <a:cubicBezTo>
                    <a:pt x="120430" y="279610"/>
                    <a:pt x="136343" y="291543"/>
                    <a:pt x="143326" y="297396"/>
                  </a:cubicBezTo>
                  <a:cubicBezTo>
                    <a:pt x="189715" y="336229"/>
                    <a:pt x="245484" y="378165"/>
                    <a:pt x="256591" y="385464"/>
                  </a:cubicBezTo>
                  <a:cubicBezTo>
                    <a:pt x="266968" y="392277"/>
                    <a:pt x="285654" y="399529"/>
                    <a:pt x="299864" y="399529"/>
                  </a:cubicBezTo>
                  <a:cubicBezTo>
                    <a:pt x="305424" y="399529"/>
                    <a:pt x="319427" y="399529"/>
                    <a:pt x="329258" y="391219"/>
                  </a:cubicBezTo>
                  <a:cubicBezTo>
                    <a:pt x="339392" y="395197"/>
                    <a:pt x="350316" y="395003"/>
                    <a:pt x="360475" y="390525"/>
                  </a:cubicBezTo>
                  <a:cubicBezTo>
                    <a:pt x="370609" y="386060"/>
                    <a:pt x="378809" y="377642"/>
                    <a:pt x="383578" y="367409"/>
                  </a:cubicBezTo>
                  <a:cubicBezTo>
                    <a:pt x="393310" y="369404"/>
                    <a:pt x="404491" y="367944"/>
                    <a:pt x="414625" y="362859"/>
                  </a:cubicBezTo>
                  <a:cubicBezTo>
                    <a:pt x="424126" y="358102"/>
                    <a:pt x="431122" y="350900"/>
                    <a:pt x="434868" y="342481"/>
                  </a:cubicBezTo>
                  <a:cubicBezTo>
                    <a:pt x="443871" y="343308"/>
                    <a:pt x="453483" y="340377"/>
                    <a:pt x="462083" y="333794"/>
                  </a:cubicBezTo>
                  <a:cubicBezTo>
                    <a:pt x="474372" y="324401"/>
                    <a:pt x="479999" y="310528"/>
                    <a:pt x="478407" y="296842"/>
                  </a:cubicBezTo>
                  <a:lnTo>
                    <a:pt x="510008" y="279360"/>
                  </a:lnTo>
                  <a:cubicBezTo>
                    <a:pt x="519262" y="291904"/>
                    <a:pt x="533971" y="299864"/>
                    <a:pt x="550006" y="299864"/>
                  </a:cubicBezTo>
                  <a:lnTo>
                    <a:pt x="586394" y="299864"/>
                  </a:lnTo>
                  <a:cubicBezTo>
                    <a:pt x="593280" y="299864"/>
                    <a:pt x="598852" y="294292"/>
                    <a:pt x="598852" y="287406"/>
                  </a:cubicBezTo>
                  <a:lnTo>
                    <a:pt x="598852" y="38251"/>
                  </a:lnTo>
                  <a:cubicBezTo>
                    <a:pt x="598853" y="34187"/>
                    <a:pt x="596870" y="30379"/>
                    <a:pt x="593537" y="28043"/>
                  </a:cubicBezTo>
                  <a:close/>
                  <a:moveTo>
                    <a:pt x="446962" y="314003"/>
                  </a:moveTo>
                  <a:cubicBezTo>
                    <a:pt x="442740" y="317239"/>
                    <a:pt x="436828" y="319040"/>
                    <a:pt x="434200" y="316412"/>
                  </a:cubicBezTo>
                  <a:cubicBezTo>
                    <a:pt x="434066" y="316278"/>
                    <a:pt x="433858" y="316291"/>
                    <a:pt x="433720" y="316162"/>
                  </a:cubicBezTo>
                  <a:cubicBezTo>
                    <a:pt x="433482" y="315941"/>
                    <a:pt x="433364" y="315644"/>
                    <a:pt x="433106" y="315438"/>
                  </a:cubicBezTo>
                  <a:cubicBezTo>
                    <a:pt x="424200" y="308406"/>
                    <a:pt x="384296" y="267578"/>
                    <a:pt x="359636" y="241859"/>
                  </a:cubicBezTo>
                  <a:cubicBezTo>
                    <a:pt x="354880" y="236883"/>
                    <a:pt x="346984" y="236700"/>
                    <a:pt x="342032" y="241482"/>
                  </a:cubicBezTo>
                  <a:cubicBezTo>
                    <a:pt x="337057" y="246239"/>
                    <a:pt x="336886" y="254122"/>
                    <a:pt x="341655" y="259086"/>
                  </a:cubicBezTo>
                  <a:cubicBezTo>
                    <a:pt x="347443" y="265127"/>
                    <a:pt x="393908" y="313520"/>
                    <a:pt x="412505" y="330445"/>
                  </a:cubicBezTo>
                  <a:cubicBezTo>
                    <a:pt x="411116" y="335915"/>
                    <a:pt x="406045" y="339293"/>
                    <a:pt x="403470" y="340585"/>
                  </a:cubicBezTo>
                  <a:cubicBezTo>
                    <a:pt x="395489" y="344587"/>
                    <a:pt x="387168" y="343918"/>
                    <a:pt x="384053" y="341023"/>
                  </a:cubicBezTo>
                  <a:cubicBezTo>
                    <a:pt x="383961" y="340936"/>
                    <a:pt x="383822" y="340941"/>
                    <a:pt x="383727" y="340857"/>
                  </a:cubicBezTo>
                  <a:cubicBezTo>
                    <a:pt x="383575" y="340721"/>
                    <a:pt x="383508" y="340531"/>
                    <a:pt x="383346" y="340402"/>
                  </a:cubicBezTo>
                  <a:cubicBezTo>
                    <a:pt x="368406" y="328467"/>
                    <a:pt x="330924" y="288636"/>
                    <a:pt x="322444" y="279415"/>
                  </a:cubicBezTo>
                  <a:cubicBezTo>
                    <a:pt x="317784" y="274341"/>
                    <a:pt x="309913" y="274025"/>
                    <a:pt x="304840" y="278673"/>
                  </a:cubicBezTo>
                  <a:cubicBezTo>
                    <a:pt x="299779" y="283333"/>
                    <a:pt x="299438" y="291216"/>
                    <a:pt x="304098" y="296277"/>
                  </a:cubicBezTo>
                  <a:cubicBezTo>
                    <a:pt x="304507" y="296720"/>
                    <a:pt x="341240" y="336344"/>
                    <a:pt x="361872" y="354749"/>
                  </a:cubicBezTo>
                  <a:cubicBezTo>
                    <a:pt x="359844" y="360575"/>
                    <a:pt x="355713" y="365399"/>
                    <a:pt x="350413" y="367739"/>
                  </a:cubicBezTo>
                  <a:cubicBezTo>
                    <a:pt x="346502" y="369477"/>
                    <a:pt x="340384" y="370368"/>
                    <a:pt x="333394" y="365202"/>
                  </a:cubicBezTo>
                  <a:cubicBezTo>
                    <a:pt x="315504" y="350033"/>
                    <a:pt x="279601" y="311815"/>
                    <a:pt x="272540" y="304257"/>
                  </a:cubicBezTo>
                  <a:cubicBezTo>
                    <a:pt x="267856" y="299220"/>
                    <a:pt x="259948" y="298966"/>
                    <a:pt x="254936" y="303662"/>
                  </a:cubicBezTo>
                  <a:cubicBezTo>
                    <a:pt x="249911" y="308358"/>
                    <a:pt x="249644" y="316242"/>
                    <a:pt x="254340" y="321266"/>
                  </a:cubicBezTo>
                  <a:cubicBezTo>
                    <a:pt x="262712" y="330226"/>
                    <a:pt x="287456" y="356453"/>
                    <a:pt x="306267" y="374211"/>
                  </a:cubicBezTo>
                  <a:cubicBezTo>
                    <a:pt x="304166" y="374467"/>
                    <a:pt x="301960" y="374613"/>
                    <a:pt x="299864" y="374613"/>
                  </a:cubicBezTo>
                  <a:cubicBezTo>
                    <a:pt x="291615" y="374613"/>
                    <a:pt x="277443" y="369346"/>
                    <a:pt x="270277" y="364637"/>
                  </a:cubicBezTo>
                  <a:cubicBezTo>
                    <a:pt x="261543" y="358894"/>
                    <a:pt x="206698" y="317969"/>
                    <a:pt x="159336" y="278307"/>
                  </a:cubicBezTo>
                  <a:cubicBezTo>
                    <a:pt x="152171" y="272297"/>
                    <a:pt x="135820" y="259998"/>
                    <a:pt x="120856" y="248757"/>
                  </a:cubicBezTo>
                  <a:cubicBezTo>
                    <a:pt x="112835" y="242736"/>
                    <a:pt x="105446" y="237185"/>
                    <a:pt x="100000" y="232995"/>
                  </a:cubicBezTo>
                  <a:lnTo>
                    <a:pt x="146645" y="108593"/>
                  </a:lnTo>
                  <a:cubicBezTo>
                    <a:pt x="158752" y="108064"/>
                    <a:pt x="174894" y="106668"/>
                    <a:pt x="191977" y="105161"/>
                  </a:cubicBezTo>
                  <a:cubicBezTo>
                    <a:pt x="201640" y="104310"/>
                    <a:pt x="211310" y="103480"/>
                    <a:pt x="220553" y="102760"/>
                  </a:cubicBezTo>
                  <a:cubicBezTo>
                    <a:pt x="206348" y="117336"/>
                    <a:pt x="185227" y="143465"/>
                    <a:pt x="188011" y="167949"/>
                  </a:cubicBezTo>
                  <a:cubicBezTo>
                    <a:pt x="189289" y="179093"/>
                    <a:pt x="195384" y="188376"/>
                    <a:pt x="205664" y="194800"/>
                  </a:cubicBezTo>
                  <a:cubicBezTo>
                    <a:pt x="211504" y="198449"/>
                    <a:pt x="218707" y="200298"/>
                    <a:pt x="227053" y="200298"/>
                  </a:cubicBezTo>
                  <a:cubicBezTo>
                    <a:pt x="244754" y="200298"/>
                    <a:pt x="268210" y="191478"/>
                    <a:pt x="281860" y="174530"/>
                  </a:cubicBezTo>
                  <a:cubicBezTo>
                    <a:pt x="293575" y="172839"/>
                    <a:pt x="301483" y="169847"/>
                    <a:pt x="310121" y="165564"/>
                  </a:cubicBezTo>
                  <a:cubicBezTo>
                    <a:pt x="324720" y="179287"/>
                    <a:pt x="344295" y="195420"/>
                    <a:pt x="364856" y="212366"/>
                  </a:cubicBezTo>
                  <a:cubicBezTo>
                    <a:pt x="400648" y="241856"/>
                    <a:pt x="441221" y="275288"/>
                    <a:pt x="451952" y="294036"/>
                  </a:cubicBezTo>
                  <a:cubicBezTo>
                    <a:pt x="457923" y="304464"/>
                    <a:pt x="449639" y="311959"/>
                    <a:pt x="446962" y="3140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357A13-2E1D-B641-BC09-0A6A7189BDCE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3" name="CuadroTexto 350">
              <a:extLst>
                <a:ext uri="{FF2B5EF4-FFF2-40B4-BE49-F238E27FC236}">
                  <a16:creationId xmlns:a16="http://schemas.microsoft.com/office/drawing/2014/main" id="{45E208CD-B876-7C48-9E62-0E077C7E9F5B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4" name="CuadroTexto 351">
              <a:extLst>
                <a:ext uri="{FF2B5EF4-FFF2-40B4-BE49-F238E27FC236}">
                  <a16:creationId xmlns:a16="http://schemas.microsoft.com/office/drawing/2014/main" id="{4E198CD8-2773-CA4B-AF89-58FCEB71BEE0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3E571F5-C554-174F-B8F1-4DCA6D41F249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81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E7BACC-A4C8-664D-9C01-C57B3D39337C}"/>
              </a:ext>
            </a:extLst>
          </p:cNvPr>
          <p:cNvCxnSpPr/>
          <p:nvPr/>
        </p:nvCxnSpPr>
        <p:spPr>
          <a:xfrm>
            <a:off x="0" y="10462952"/>
            <a:ext cx="24387175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 Same Side Corner Rectangle 9">
            <a:extLst>
              <a:ext uri="{FF2B5EF4-FFF2-40B4-BE49-F238E27FC236}">
                <a16:creationId xmlns:a16="http://schemas.microsoft.com/office/drawing/2014/main" id="{B1B830CA-5F82-264D-9675-DCA6B3E8BC1D}"/>
              </a:ext>
            </a:extLst>
          </p:cNvPr>
          <p:cNvSpPr/>
          <p:nvPr/>
        </p:nvSpPr>
        <p:spPr>
          <a:xfrm rot="5400000">
            <a:off x="907496" y="3289420"/>
            <a:ext cx="1290313" cy="311930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35" name="Round Same Side Corner Rectangle 11">
            <a:extLst>
              <a:ext uri="{FF2B5EF4-FFF2-40B4-BE49-F238E27FC236}">
                <a16:creationId xmlns:a16="http://schemas.microsoft.com/office/drawing/2014/main" id="{248845E8-4202-8F42-82AC-870C94A429B4}"/>
              </a:ext>
            </a:extLst>
          </p:cNvPr>
          <p:cNvSpPr/>
          <p:nvPr/>
        </p:nvSpPr>
        <p:spPr>
          <a:xfrm rot="5400000">
            <a:off x="975883" y="3391572"/>
            <a:ext cx="984404" cy="29149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36" name="Round Same Side Corner Rectangle 12">
            <a:extLst>
              <a:ext uri="{FF2B5EF4-FFF2-40B4-BE49-F238E27FC236}">
                <a16:creationId xmlns:a16="http://schemas.microsoft.com/office/drawing/2014/main" id="{1BED69E8-5913-C34A-AEE6-8C5EADE962A2}"/>
              </a:ext>
            </a:extLst>
          </p:cNvPr>
          <p:cNvSpPr/>
          <p:nvPr/>
        </p:nvSpPr>
        <p:spPr>
          <a:xfrm rot="5400000">
            <a:off x="2915569" y="4673738"/>
            <a:ext cx="492201" cy="3506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45437D1-59D0-3847-AB0C-038762BBEBD3}"/>
              </a:ext>
            </a:extLst>
          </p:cNvPr>
          <p:cNvGrpSpPr/>
          <p:nvPr/>
        </p:nvGrpSpPr>
        <p:grpSpPr>
          <a:xfrm>
            <a:off x="3337005" y="4772869"/>
            <a:ext cx="2743454" cy="152400"/>
            <a:chOff x="3275856" y="2518047"/>
            <a:chExt cx="1944192" cy="108001"/>
          </a:xfrm>
          <a:solidFill>
            <a:schemeClr val="bg1">
              <a:lumMod val="7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B4542F-67DE-2C4A-BB44-C1C716901731}"/>
                </a:ext>
              </a:extLst>
            </p:cNvPr>
            <p:cNvSpPr/>
            <p:nvPr/>
          </p:nvSpPr>
          <p:spPr>
            <a:xfrm>
              <a:off x="3275856" y="2518047"/>
              <a:ext cx="1728192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  <p:sp>
          <p:nvSpPr>
            <p:cNvPr id="40" name="Right Triangle 39">
              <a:extLst>
                <a:ext uri="{FF2B5EF4-FFF2-40B4-BE49-F238E27FC236}">
                  <a16:creationId xmlns:a16="http://schemas.microsoft.com/office/drawing/2014/main" id="{FD4F6EF2-8FAC-FF40-962E-7B1351AB64ED}"/>
                </a:ext>
              </a:extLst>
            </p:cNvPr>
            <p:cNvSpPr/>
            <p:nvPr/>
          </p:nvSpPr>
          <p:spPr>
            <a:xfrm rot="5400000">
              <a:off x="5058048" y="2464048"/>
              <a:ext cx="108000" cy="216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0"/>
            </a:p>
          </p:txBody>
        </p:sp>
      </p:grpSp>
      <p:sp>
        <p:nvSpPr>
          <p:cNvPr id="38" name="Round Same Side Corner Rectangle 16">
            <a:extLst>
              <a:ext uri="{FF2B5EF4-FFF2-40B4-BE49-F238E27FC236}">
                <a16:creationId xmlns:a16="http://schemas.microsoft.com/office/drawing/2014/main" id="{C231814B-08CA-B74C-890D-9981EA9CE4FC}"/>
              </a:ext>
            </a:extLst>
          </p:cNvPr>
          <p:cNvSpPr/>
          <p:nvPr/>
        </p:nvSpPr>
        <p:spPr>
          <a:xfrm rot="5400000">
            <a:off x="1252703" y="3701154"/>
            <a:ext cx="800817" cy="22958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1" name="Teardrop 40">
            <a:extLst>
              <a:ext uri="{FF2B5EF4-FFF2-40B4-BE49-F238E27FC236}">
                <a16:creationId xmlns:a16="http://schemas.microsoft.com/office/drawing/2014/main" id="{1396435C-D3D2-B04B-BF3C-BAA485171350}"/>
              </a:ext>
            </a:extLst>
          </p:cNvPr>
          <p:cNvSpPr/>
          <p:nvPr/>
        </p:nvSpPr>
        <p:spPr>
          <a:xfrm rot="18900000">
            <a:off x="4213681" y="6512579"/>
            <a:ext cx="3239660" cy="3239660"/>
          </a:xfrm>
          <a:prstGeom prst="teardrop">
            <a:avLst>
              <a:gd name="adj" fmla="val 133882"/>
            </a:avLst>
          </a:prstGeom>
          <a:solidFill>
            <a:schemeClr val="accent1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2" name="Teardrop 41">
            <a:extLst>
              <a:ext uri="{FF2B5EF4-FFF2-40B4-BE49-F238E27FC236}">
                <a16:creationId xmlns:a16="http://schemas.microsoft.com/office/drawing/2014/main" id="{8CA9C73A-3300-1241-872C-3124D120D8EA}"/>
              </a:ext>
            </a:extLst>
          </p:cNvPr>
          <p:cNvSpPr/>
          <p:nvPr/>
        </p:nvSpPr>
        <p:spPr>
          <a:xfrm rot="18900000">
            <a:off x="9445004" y="6854243"/>
            <a:ext cx="2879698" cy="2879698"/>
          </a:xfrm>
          <a:prstGeom prst="teardrop">
            <a:avLst>
              <a:gd name="adj" fmla="val 133882"/>
            </a:avLst>
          </a:prstGeom>
          <a:solidFill>
            <a:schemeClr val="accent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sp>
        <p:nvSpPr>
          <p:cNvPr id="43" name="Teardrop 42">
            <a:extLst>
              <a:ext uri="{FF2B5EF4-FFF2-40B4-BE49-F238E27FC236}">
                <a16:creationId xmlns:a16="http://schemas.microsoft.com/office/drawing/2014/main" id="{0258A442-CF5A-D042-9705-1AAA13728642}"/>
              </a:ext>
            </a:extLst>
          </p:cNvPr>
          <p:cNvSpPr/>
          <p:nvPr/>
        </p:nvSpPr>
        <p:spPr>
          <a:xfrm rot="18900000">
            <a:off x="14565700" y="7381606"/>
            <a:ext cx="2519735" cy="2519736"/>
          </a:xfrm>
          <a:prstGeom prst="teardrop">
            <a:avLst>
              <a:gd name="adj" fmla="val 133882"/>
            </a:avLst>
          </a:prstGeom>
          <a:solidFill>
            <a:schemeClr val="accent3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latin typeface="Century Gothic" panose="020B0502020202020204" pitchFamily="34" charset="0"/>
            </a:endParaRPr>
          </a:p>
        </p:txBody>
      </p:sp>
      <p:sp>
        <p:nvSpPr>
          <p:cNvPr id="44" name="Teardrop 43">
            <a:extLst>
              <a:ext uri="{FF2B5EF4-FFF2-40B4-BE49-F238E27FC236}">
                <a16:creationId xmlns:a16="http://schemas.microsoft.com/office/drawing/2014/main" id="{DCCB2D5A-1165-A147-8806-D3D9FFB35126}"/>
              </a:ext>
            </a:extLst>
          </p:cNvPr>
          <p:cNvSpPr/>
          <p:nvPr/>
        </p:nvSpPr>
        <p:spPr>
          <a:xfrm rot="18900000">
            <a:off x="19756133" y="7816118"/>
            <a:ext cx="2159773" cy="2159773"/>
          </a:xfrm>
          <a:prstGeom prst="teardrop">
            <a:avLst>
              <a:gd name="adj" fmla="val 133882"/>
            </a:avLst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b="1">
              <a:latin typeface="Century Gothic" panose="020B0502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5E7235-3A44-C745-8465-C4CED05E6356}"/>
              </a:ext>
            </a:extLst>
          </p:cNvPr>
          <p:cNvSpPr/>
          <p:nvPr/>
        </p:nvSpPr>
        <p:spPr>
          <a:xfrm>
            <a:off x="5537896" y="10189255"/>
            <a:ext cx="533540" cy="533540"/>
          </a:xfrm>
          <a:prstGeom prst="ellipse">
            <a:avLst/>
          </a:prstGeom>
          <a:solidFill>
            <a:schemeClr val="accent1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b="1">
              <a:latin typeface="Century Gothic" panose="020B0502020202020204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71FA6DE-D95C-8941-B8E5-4836356D542C}"/>
              </a:ext>
            </a:extLst>
          </p:cNvPr>
          <p:cNvSpPr/>
          <p:nvPr/>
        </p:nvSpPr>
        <p:spPr>
          <a:xfrm>
            <a:off x="10548348" y="10189255"/>
            <a:ext cx="533540" cy="533540"/>
          </a:xfrm>
          <a:prstGeom prst="ellipse">
            <a:avLst/>
          </a:prstGeom>
          <a:solidFill>
            <a:schemeClr val="accent2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b="1">
              <a:latin typeface="Century Gothic" panose="020B0502020202020204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445BDC2-579B-6E43-8DDF-44CFE009BCDD}"/>
              </a:ext>
            </a:extLst>
          </p:cNvPr>
          <p:cNvSpPr/>
          <p:nvPr/>
        </p:nvSpPr>
        <p:spPr>
          <a:xfrm>
            <a:off x="15558800" y="10189255"/>
            <a:ext cx="533540" cy="533540"/>
          </a:xfrm>
          <a:prstGeom prst="ellipse">
            <a:avLst/>
          </a:prstGeom>
          <a:solidFill>
            <a:schemeClr val="accent3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b="1">
              <a:latin typeface="Century Gothic" panose="020B0502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7941C6C-7440-F04A-B9A0-3A84646DFE68}"/>
              </a:ext>
            </a:extLst>
          </p:cNvPr>
          <p:cNvSpPr/>
          <p:nvPr/>
        </p:nvSpPr>
        <p:spPr>
          <a:xfrm>
            <a:off x="20569250" y="10189257"/>
            <a:ext cx="533540" cy="533540"/>
          </a:xfrm>
          <a:prstGeom prst="ellipse">
            <a:avLst/>
          </a:prstGeom>
          <a:solidFill>
            <a:schemeClr val="accent4"/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b="1">
              <a:latin typeface="Century Gothic" panose="020B0502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3EFD88-5589-4143-9F32-D45B37287B3A}"/>
              </a:ext>
            </a:extLst>
          </p:cNvPr>
          <p:cNvSpPr txBox="1"/>
          <p:nvPr/>
        </p:nvSpPr>
        <p:spPr>
          <a:xfrm>
            <a:off x="5042139" y="7553774"/>
            <a:ext cx="152505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BAC91F-3AA0-7C4A-A73E-453924C68D8F}"/>
              </a:ext>
            </a:extLst>
          </p:cNvPr>
          <p:cNvSpPr txBox="1"/>
          <p:nvPr/>
        </p:nvSpPr>
        <p:spPr>
          <a:xfrm>
            <a:off x="10162779" y="7797614"/>
            <a:ext cx="152505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880A8C-7528-014C-B9F2-9B370CCF82F6}"/>
              </a:ext>
            </a:extLst>
          </p:cNvPr>
          <p:cNvSpPr txBox="1"/>
          <p:nvPr/>
        </p:nvSpPr>
        <p:spPr>
          <a:xfrm>
            <a:off x="15039579" y="8163374"/>
            <a:ext cx="152505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20B919-749F-254B-BD90-D522AC11BAD5}"/>
              </a:ext>
            </a:extLst>
          </p:cNvPr>
          <p:cNvSpPr txBox="1"/>
          <p:nvPr/>
        </p:nvSpPr>
        <p:spPr>
          <a:xfrm>
            <a:off x="20083527" y="8458342"/>
            <a:ext cx="1525054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rPr>
              <a:t>04</a:t>
            </a:r>
          </a:p>
        </p:txBody>
      </p:sp>
      <p:sp>
        <p:nvSpPr>
          <p:cNvPr id="60" name="CuadroTexto 395">
            <a:extLst>
              <a:ext uri="{FF2B5EF4-FFF2-40B4-BE49-F238E27FC236}">
                <a16:creationId xmlns:a16="http://schemas.microsoft.com/office/drawing/2014/main" id="{271EB92E-0370-9C41-BAC2-C9273D893A4B}"/>
              </a:ext>
            </a:extLst>
          </p:cNvPr>
          <p:cNvSpPr txBox="1"/>
          <p:nvPr/>
        </p:nvSpPr>
        <p:spPr>
          <a:xfrm flipH="1">
            <a:off x="3493838" y="1097517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7A1823D-29FA-B240-A556-AF25BDEA7FFA}"/>
              </a:ext>
            </a:extLst>
          </p:cNvPr>
          <p:cNvSpPr txBox="1"/>
          <p:nvPr/>
        </p:nvSpPr>
        <p:spPr>
          <a:xfrm flipH="1">
            <a:off x="3849087" y="11659487"/>
            <a:ext cx="39111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83" name="CuadroTexto 395">
            <a:extLst>
              <a:ext uri="{FF2B5EF4-FFF2-40B4-BE49-F238E27FC236}">
                <a16:creationId xmlns:a16="http://schemas.microsoft.com/office/drawing/2014/main" id="{875C13E6-97A9-9040-BCF0-DD03C3382B62}"/>
              </a:ext>
            </a:extLst>
          </p:cNvPr>
          <p:cNvSpPr txBox="1"/>
          <p:nvPr/>
        </p:nvSpPr>
        <p:spPr>
          <a:xfrm flipH="1">
            <a:off x="8504291" y="1097517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112F66-B148-4B4A-A9E0-887C4D0A5D7E}"/>
              </a:ext>
            </a:extLst>
          </p:cNvPr>
          <p:cNvSpPr txBox="1"/>
          <p:nvPr/>
        </p:nvSpPr>
        <p:spPr>
          <a:xfrm flipH="1">
            <a:off x="8859540" y="11659487"/>
            <a:ext cx="39111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86" name="CuadroTexto 395">
            <a:extLst>
              <a:ext uri="{FF2B5EF4-FFF2-40B4-BE49-F238E27FC236}">
                <a16:creationId xmlns:a16="http://schemas.microsoft.com/office/drawing/2014/main" id="{03CA14F8-3855-8847-BC1E-43A59798D8EF}"/>
              </a:ext>
            </a:extLst>
          </p:cNvPr>
          <p:cNvSpPr txBox="1"/>
          <p:nvPr/>
        </p:nvSpPr>
        <p:spPr>
          <a:xfrm flipH="1">
            <a:off x="13491279" y="1097517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D1888FF-87C4-954B-B479-5381625F079E}"/>
              </a:ext>
            </a:extLst>
          </p:cNvPr>
          <p:cNvSpPr txBox="1"/>
          <p:nvPr/>
        </p:nvSpPr>
        <p:spPr>
          <a:xfrm flipH="1">
            <a:off x="13846528" y="11659487"/>
            <a:ext cx="39111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89" name="CuadroTexto 395">
            <a:extLst>
              <a:ext uri="{FF2B5EF4-FFF2-40B4-BE49-F238E27FC236}">
                <a16:creationId xmlns:a16="http://schemas.microsoft.com/office/drawing/2014/main" id="{D4D6F0D0-B635-9441-8C0E-C208E9179632}"/>
              </a:ext>
            </a:extLst>
          </p:cNvPr>
          <p:cNvSpPr txBox="1"/>
          <p:nvPr/>
        </p:nvSpPr>
        <p:spPr>
          <a:xfrm flipH="1">
            <a:off x="18535227" y="1097517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B3A3B9-85D2-F942-BB87-8C3B22AEC2C7}"/>
              </a:ext>
            </a:extLst>
          </p:cNvPr>
          <p:cNvSpPr txBox="1"/>
          <p:nvPr/>
        </p:nvSpPr>
        <p:spPr>
          <a:xfrm flipH="1">
            <a:off x="18890476" y="11659487"/>
            <a:ext cx="39111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77567E2-E48F-8444-970A-388B1A782F84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50" name="CuadroTexto 350">
              <a:extLst>
                <a:ext uri="{FF2B5EF4-FFF2-40B4-BE49-F238E27FC236}">
                  <a16:creationId xmlns:a16="http://schemas.microsoft.com/office/drawing/2014/main" id="{A950DE2B-E115-AB42-845D-3529DEA6890F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51" name="CuadroTexto 351">
              <a:extLst>
                <a:ext uri="{FF2B5EF4-FFF2-40B4-BE49-F238E27FC236}">
                  <a16:creationId xmlns:a16="http://schemas.microsoft.com/office/drawing/2014/main" id="{20C02713-5F9F-6640-8CD7-7A0770115BA9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306BE64-2214-084C-A737-E869E93D23E5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3879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756BF65-7DF9-B943-8C67-78876BBC3918}"/>
              </a:ext>
            </a:extLst>
          </p:cNvPr>
          <p:cNvGrpSpPr/>
          <p:nvPr/>
        </p:nvGrpSpPr>
        <p:grpSpPr>
          <a:xfrm>
            <a:off x="10678501" y="4125830"/>
            <a:ext cx="3030171" cy="8720674"/>
            <a:chOff x="10530184" y="3501380"/>
            <a:chExt cx="3229497" cy="9294324"/>
          </a:xfrm>
        </p:grpSpPr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4E636C60-B201-DE47-A98E-5087C9F2735F}"/>
                </a:ext>
              </a:extLst>
            </p:cNvPr>
            <p:cNvSpPr/>
            <p:nvPr/>
          </p:nvSpPr>
          <p:spPr>
            <a:xfrm rot="16200000">
              <a:off x="11953614" y="9447628"/>
              <a:ext cx="398240" cy="39824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grpSp>
          <p:nvGrpSpPr>
            <p:cNvPr id="518" name="그룹 247">
              <a:extLst>
                <a:ext uri="{FF2B5EF4-FFF2-40B4-BE49-F238E27FC236}">
                  <a16:creationId xmlns:a16="http://schemas.microsoft.com/office/drawing/2014/main" id="{42816D64-96D4-E04F-A9C6-14F1BC410CF8}"/>
                </a:ext>
              </a:extLst>
            </p:cNvPr>
            <p:cNvGrpSpPr/>
            <p:nvPr/>
          </p:nvGrpSpPr>
          <p:grpSpPr>
            <a:xfrm rot="5400000">
              <a:off x="11245872" y="8488993"/>
              <a:ext cx="987221" cy="829823"/>
              <a:chOff x="1835978" y="6129099"/>
              <a:chExt cx="539290" cy="453308"/>
            </a:xfrm>
            <a:solidFill>
              <a:schemeClr val="accent1"/>
            </a:solidFill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32BCAD08-1D05-6E42-B86A-16A370A51C3E}"/>
                  </a:ext>
                </a:extLst>
              </p:cNvPr>
              <p:cNvSpPr/>
              <p:nvPr/>
            </p:nvSpPr>
            <p:spPr>
              <a:xfrm rot="10800000">
                <a:off x="2197275" y="6293467"/>
                <a:ext cx="177993" cy="1779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412689E6-E7AC-A144-837F-C7A7CC531AAC}"/>
                  </a:ext>
                </a:extLst>
              </p:cNvPr>
              <p:cNvSpPr/>
              <p:nvPr/>
            </p:nvSpPr>
            <p:spPr>
              <a:xfrm>
                <a:off x="2256605" y="6129099"/>
                <a:ext cx="59331" cy="19964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3" name="Oval 562">
                <a:extLst>
                  <a:ext uri="{FF2B5EF4-FFF2-40B4-BE49-F238E27FC236}">
                    <a16:creationId xmlns:a16="http://schemas.microsoft.com/office/drawing/2014/main" id="{F01AAF27-D000-9F41-989C-4995BA2FDE6C}"/>
                  </a:ext>
                </a:extLst>
              </p:cNvPr>
              <p:cNvSpPr/>
              <p:nvPr/>
            </p:nvSpPr>
            <p:spPr>
              <a:xfrm rot="10800000">
                <a:off x="2011682" y="6417006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69A198A8-DDA2-0E47-A540-AFC515164D6B}"/>
                  </a:ext>
                </a:extLst>
              </p:cNvPr>
              <p:cNvSpPr/>
              <p:nvPr/>
            </p:nvSpPr>
            <p:spPr>
              <a:xfrm>
                <a:off x="2061124" y="6129099"/>
                <a:ext cx="59331" cy="2986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5" name="Oval 564">
                <a:extLst>
                  <a:ext uri="{FF2B5EF4-FFF2-40B4-BE49-F238E27FC236}">
                    <a16:creationId xmlns:a16="http://schemas.microsoft.com/office/drawing/2014/main" id="{B6E57F1E-EAF3-E247-997E-91E5C1F65FA8}"/>
                  </a:ext>
                </a:extLst>
              </p:cNvPr>
              <p:cNvSpPr/>
              <p:nvPr/>
            </p:nvSpPr>
            <p:spPr>
              <a:xfrm rot="10800000">
                <a:off x="1835978" y="6443968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9B5645D0-AD97-E44B-8E4D-2AEC23C0039A}"/>
                  </a:ext>
                </a:extLst>
              </p:cNvPr>
              <p:cNvSpPr/>
              <p:nvPr/>
            </p:nvSpPr>
            <p:spPr>
              <a:xfrm>
                <a:off x="1875531" y="6134265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19" name="그룹 246">
              <a:extLst>
                <a:ext uri="{FF2B5EF4-FFF2-40B4-BE49-F238E27FC236}">
                  <a16:creationId xmlns:a16="http://schemas.microsoft.com/office/drawing/2014/main" id="{530FB840-43C7-754A-B54B-B69CBAF2F3FA}"/>
                </a:ext>
              </a:extLst>
            </p:cNvPr>
            <p:cNvGrpSpPr/>
            <p:nvPr/>
          </p:nvGrpSpPr>
          <p:grpSpPr>
            <a:xfrm rot="5400000">
              <a:off x="11902497" y="10151882"/>
              <a:ext cx="1326966" cy="829826"/>
              <a:chOff x="2651571" y="5677604"/>
              <a:chExt cx="724883" cy="453308"/>
            </a:xfrm>
            <a:solidFill>
              <a:schemeClr val="accent1"/>
            </a:solidFill>
          </p:grpSpPr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2CBEA4D2-EAB5-8049-8487-2982902F3BE4}"/>
                  </a:ext>
                </a:extLst>
              </p:cNvPr>
              <p:cNvSpPr/>
              <p:nvPr/>
            </p:nvSpPr>
            <p:spPr>
              <a:xfrm>
                <a:off x="2651571" y="5788551"/>
                <a:ext cx="177993" cy="1779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B2156D75-AFED-D34E-9359-C69609DCC6F4}"/>
                  </a:ext>
                </a:extLst>
              </p:cNvPr>
              <p:cNvSpPr/>
              <p:nvPr/>
            </p:nvSpPr>
            <p:spPr>
              <a:xfrm rot="10800000">
                <a:off x="2710903" y="5931271"/>
                <a:ext cx="59331" cy="19964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5" name="Oval 554">
                <a:extLst>
                  <a:ext uri="{FF2B5EF4-FFF2-40B4-BE49-F238E27FC236}">
                    <a16:creationId xmlns:a16="http://schemas.microsoft.com/office/drawing/2014/main" id="{FE811140-5F6B-0C44-84B2-E809760B4819}"/>
                  </a:ext>
                </a:extLst>
              </p:cNvPr>
              <p:cNvSpPr/>
              <p:nvPr/>
            </p:nvSpPr>
            <p:spPr>
              <a:xfrm>
                <a:off x="2856940" y="5684789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54857E25-4106-DA49-899E-71497A507D7E}"/>
                  </a:ext>
                </a:extLst>
              </p:cNvPr>
              <p:cNvSpPr/>
              <p:nvPr/>
            </p:nvSpPr>
            <p:spPr>
              <a:xfrm rot="10800000">
                <a:off x="2906384" y="5832302"/>
                <a:ext cx="59331" cy="2986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E6EAAE42-828C-AF42-AF81-A8FF1B5501D1}"/>
                  </a:ext>
                </a:extLst>
              </p:cNvPr>
              <p:cNvSpPr/>
              <p:nvPr/>
            </p:nvSpPr>
            <p:spPr>
              <a:xfrm>
                <a:off x="3052422" y="5677604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E2BF7EEF-345C-7D42-8EBE-CF67A6470C6C}"/>
                  </a:ext>
                </a:extLst>
              </p:cNvPr>
              <p:cNvSpPr/>
              <p:nvPr/>
            </p:nvSpPr>
            <p:spPr>
              <a:xfrm rot="10800000">
                <a:off x="3091977" y="5809314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9" name="Oval 558">
                <a:extLst>
                  <a:ext uri="{FF2B5EF4-FFF2-40B4-BE49-F238E27FC236}">
                    <a16:creationId xmlns:a16="http://schemas.microsoft.com/office/drawing/2014/main" id="{386578C4-FEA9-9847-9970-5CACEF6AA70B}"/>
                  </a:ext>
                </a:extLst>
              </p:cNvPr>
              <p:cNvSpPr/>
              <p:nvPr/>
            </p:nvSpPr>
            <p:spPr>
              <a:xfrm>
                <a:off x="3257792" y="5786456"/>
                <a:ext cx="118662" cy="1186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78D9F42F-6AD0-2F42-B475-9C22639BD493}"/>
                  </a:ext>
                </a:extLst>
              </p:cNvPr>
              <p:cNvSpPr/>
              <p:nvPr/>
            </p:nvSpPr>
            <p:spPr>
              <a:xfrm rot="10800000">
                <a:off x="3287458" y="5898389"/>
                <a:ext cx="59331" cy="2316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20" name="그룹 243">
              <a:extLst>
                <a:ext uri="{FF2B5EF4-FFF2-40B4-BE49-F238E27FC236}">
                  <a16:creationId xmlns:a16="http://schemas.microsoft.com/office/drawing/2014/main" id="{0D0F0470-55DA-294D-A7B1-C52A22F3F8A1}"/>
                </a:ext>
              </a:extLst>
            </p:cNvPr>
            <p:cNvGrpSpPr/>
            <p:nvPr/>
          </p:nvGrpSpPr>
          <p:grpSpPr>
            <a:xfrm rot="5400000">
              <a:off x="11263976" y="11905283"/>
              <a:ext cx="951018" cy="829823"/>
              <a:chOff x="3712085" y="6129098"/>
              <a:chExt cx="519513" cy="453308"/>
            </a:xfrm>
            <a:solidFill>
              <a:schemeClr val="accent1"/>
            </a:solidFill>
          </p:grpSpPr>
          <p:sp>
            <p:nvSpPr>
              <p:cNvPr id="546" name="Oval 545">
                <a:extLst>
                  <a:ext uri="{FF2B5EF4-FFF2-40B4-BE49-F238E27FC236}">
                    <a16:creationId xmlns:a16="http://schemas.microsoft.com/office/drawing/2014/main" id="{841AA46B-F7B5-2749-9153-6130ED065155}"/>
                  </a:ext>
                </a:extLst>
              </p:cNvPr>
              <p:cNvSpPr/>
              <p:nvPr/>
            </p:nvSpPr>
            <p:spPr>
              <a:xfrm rot="10800000">
                <a:off x="4073382" y="6417005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425A8C4A-7C5D-2C44-8DEE-96CB512F0268}"/>
                  </a:ext>
                </a:extLst>
              </p:cNvPr>
              <p:cNvSpPr/>
              <p:nvPr/>
            </p:nvSpPr>
            <p:spPr>
              <a:xfrm>
                <a:off x="4122824" y="6129098"/>
                <a:ext cx="59331" cy="29861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7D3051B9-64A2-344F-9806-6C2C77015E81}"/>
                  </a:ext>
                </a:extLst>
              </p:cNvPr>
              <p:cNvSpPr/>
              <p:nvPr/>
            </p:nvSpPr>
            <p:spPr>
              <a:xfrm rot="10800000">
                <a:off x="3897678" y="6443967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7D571F8D-27AF-C14A-9E9E-37981580CC9E}"/>
                  </a:ext>
                </a:extLst>
              </p:cNvPr>
              <p:cNvSpPr/>
              <p:nvPr/>
            </p:nvSpPr>
            <p:spPr>
              <a:xfrm>
                <a:off x="3937231" y="6134264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A886B64F-CF35-F54C-8A24-601A6BE49774}"/>
                  </a:ext>
                </a:extLst>
              </p:cNvPr>
              <p:cNvSpPr/>
              <p:nvPr/>
            </p:nvSpPr>
            <p:spPr>
              <a:xfrm rot="10800000">
                <a:off x="3712085" y="6354892"/>
                <a:ext cx="118662" cy="1186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C84D252D-88E9-5A43-A027-27524BECE7AA}"/>
                  </a:ext>
                </a:extLst>
              </p:cNvPr>
              <p:cNvSpPr/>
              <p:nvPr/>
            </p:nvSpPr>
            <p:spPr>
              <a:xfrm>
                <a:off x="3741750" y="6130005"/>
                <a:ext cx="59331" cy="23161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21" name="그룹 259">
              <a:extLst>
                <a:ext uri="{FF2B5EF4-FFF2-40B4-BE49-F238E27FC236}">
                  <a16:creationId xmlns:a16="http://schemas.microsoft.com/office/drawing/2014/main" id="{5815FDF0-9142-EE4F-9CC5-F5CF21FD777A}"/>
                </a:ext>
              </a:extLst>
            </p:cNvPr>
            <p:cNvGrpSpPr/>
            <p:nvPr/>
          </p:nvGrpSpPr>
          <p:grpSpPr>
            <a:xfrm rot="5400000">
              <a:off x="12087405" y="8449720"/>
              <a:ext cx="951019" cy="835963"/>
              <a:chOff x="1826089" y="5677604"/>
              <a:chExt cx="519514" cy="456661"/>
            </a:xfrm>
            <a:solidFill>
              <a:schemeClr val="accent2"/>
            </a:solidFill>
          </p:grpSpPr>
          <p:sp>
            <p:nvSpPr>
              <p:cNvPr id="540" name="Rectangle 539">
                <a:extLst>
                  <a:ext uri="{FF2B5EF4-FFF2-40B4-BE49-F238E27FC236}">
                    <a16:creationId xmlns:a16="http://schemas.microsoft.com/office/drawing/2014/main" id="{E750CBB4-EED5-A34C-B634-6AC1E72EB258}"/>
                  </a:ext>
                </a:extLst>
              </p:cNvPr>
              <p:cNvSpPr/>
              <p:nvPr/>
            </p:nvSpPr>
            <p:spPr>
              <a:xfrm rot="10800000">
                <a:off x="2256606" y="5899323"/>
                <a:ext cx="59331" cy="2349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F812996F-1576-C840-A841-DFBD4DDD257C}"/>
                  </a:ext>
                </a:extLst>
              </p:cNvPr>
              <p:cNvSpPr/>
              <p:nvPr/>
            </p:nvSpPr>
            <p:spPr>
              <a:xfrm rot="10800000">
                <a:off x="2226941" y="5788551"/>
                <a:ext cx="118662" cy="1186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D15BE964-B1A6-BC41-9967-B96DC3867F90}"/>
                  </a:ext>
                </a:extLst>
              </p:cNvPr>
              <p:cNvSpPr/>
              <p:nvPr/>
            </p:nvSpPr>
            <p:spPr>
              <a:xfrm rot="10800000">
                <a:off x="2021571" y="5684790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97367BA8-787E-1349-AEED-E12B4D490C69}"/>
                  </a:ext>
                </a:extLst>
              </p:cNvPr>
              <p:cNvSpPr/>
              <p:nvPr/>
            </p:nvSpPr>
            <p:spPr>
              <a:xfrm rot="10800000">
                <a:off x="2061125" y="5794846"/>
                <a:ext cx="59331" cy="33425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4" name="Oval 543">
                <a:extLst>
                  <a:ext uri="{FF2B5EF4-FFF2-40B4-BE49-F238E27FC236}">
                    <a16:creationId xmlns:a16="http://schemas.microsoft.com/office/drawing/2014/main" id="{63B0A658-C031-5B47-8492-608BE6CE0F88}"/>
                  </a:ext>
                </a:extLst>
              </p:cNvPr>
              <p:cNvSpPr/>
              <p:nvPr/>
            </p:nvSpPr>
            <p:spPr>
              <a:xfrm rot="10800000">
                <a:off x="1826089" y="5677604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3E71CABF-AA76-3442-9C90-27648CEB65DB}"/>
                  </a:ext>
                </a:extLst>
              </p:cNvPr>
              <p:cNvSpPr/>
              <p:nvPr/>
            </p:nvSpPr>
            <p:spPr>
              <a:xfrm rot="10800000">
                <a:off x="1875532" y="5817833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22" name="그룹 245">
              <a:extLst>
                <a:ext uri="{FF2B5EF4-FFF2-40B4-BE49-F238E27FC236}">
                  <a16:creationId xmlns:a16="http://schemas.microsoft.com/office/drawing/2014/main" id="{901B401D-243C-094E-9C30-628760DDA47B}"/>
                </a:ext>
              </a:extLst>
            </p:cNvPr>
            <p:cNvGrpSpPr/>
            <p:nvPr/>
          </p:nvGrpSpPr>
          <p:grpSpPr>
            <a:xfrm rot="5400000">
              <a:off x="11079071" y="10203118"/>
              <a:ext cx="1326965" cy="835963"/>
              <a:chOff x="2681237" y="6125745"/>
              <a:chExt cx="724882" cy="456662"/>
            </a:xfrm>
            <a:solidFill>
              <a:schemeClr val="accent2"/>
            </a:solidFill>
          </p:grpSpPr>
          <p:sp>
            <p:nvSpPr>
              <p:cNvPr id="532" name="Rectangle 531">
                <a:extLst>
                  <a:ext uri="{FF2B5EF4-FFF2-40B4-BE49-F238E27FC236}">
                    <a16:creationId xmlns:a16="http://schemas.microsoft.com/office/drawing/2014/main" id="{E4608401-CF08-3244-99BA-7E77E1EA0218}"/>
                  </a:ext>
                </a:extLst>
              </p:cNvPr>
              <p:cNvSpPr/>
              <p:nvPr/>
            </p:nvSpPr>
            <p:spPr>
              <a:xfrm>
                <a:off x="2710902" y="6125746"/>
                <a:ext cx="59331" cy="23494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3" name="Oval 532">
                <a:extLst>
                  <a:ext uri="{FF2B5EF4-FFF2-40B4-BE49-F238E27FC236}">
                    <a16:creationId xmlns:a16="http://schemas.microsoft.com/office/drawing/2014/main" id="{2C0B3DA9-5DF4-3244-A46D-6291C1588B23}"/>
                  </a:ext>
                </a:extLst>
              </p:cNvPr>
              <p:cNvSpPr/>
              <p:nvPr/>
            </p:nvSpPr>
            <p:spPr>
              <a:xfrm>
                <a:off x="2681237" y="6352798"/>
                <a:ext cx="118662" cy="11866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BDB643D4-19B7-8342-96E6-E6D94B9971AC}"/>
                  </a:ext>
                </a:extLst>
              </p:cNvPr>
              <p:cNvSpPr/>
              <p:nvPr/>
            </p:nvSpPr>
            <p:spPr>
              <a:xfrm>
                <a:off x="2866829" y="6436782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5" name="Rectangle 534">
                <a:extLst>
                  <a:ext uri="{FF2B5EF4-FFF2-40B4-BE49-F238E27FC236}">
                    <a16:creationId xmlns:a16="http://schemas.microsoft.com/office/drawing/2014/main" id="{D0DE55CC-3578-BA49-B540-C02DB44B1D66}"/>
                  </a:ext>
                </a:extLst>
              </p:cNvPr>
              <p:cNvSpPr/>
              <p:nvPr/>
            </p:nvSpPr>
            <p:spPr>
              <a:xfrm>
                <a:off x="2906383" y="6130912"/>
                <a:ext cx="59331" cy="33425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A96CD17-EE74-4B42-9D9C-1631B1C3A488}"/>
                  </a:ext>
                </a:extLst>
              </p:cNvPr>
              <p:cNvSpPr/>
              <p:nvPr/>
            </p:nvSpPr>
            <p:spPr>
              <a:xfrm>
                <a:off x="3042533" y="6424191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6CD4CC3F-BB5F-B940-B7A4-C6A5238A28D3}"/>
                  </a:ext>
                </a:extLst>
              </p:cNvPr>
              <p:cNvSpPr/>
              <p:nvPr/>
            </p:nvSpPr>
            <p:spPr>
              <a:xfrm>
                <a:off x="3091976" y="6125746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8" name="Oval 537">
                <a:extLst>
                  <a:ext uri="{FF2B5EF4-FFF2-40B4-BE49-F238E27FC236}">
                    <a16:creationId xmlns:a16="http://schemas.microsoft.com/office/drawing/2014/main" id="{E150381E-8BB4-DC40-93A7-94FDEA0CFEC5}"/>
                  </a:ext>
                </a:extLst>
              </p:cNvPr>
              <p:cNvSpPr/>
              <p:nvPr/>
            </p:nvSpPr>
            <p:spPr>
              <a:xfrm>
                <a:off x="3228126" y="6295562"/>
                <a:ext cx="177993" cy="1779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9" name="Rectangle 538">
                <a:extLst>
                  <a:ext uri="{FF2B5EF4-FFF2-40B4-BE49-F238E27FC236}">
                    <a16:creationId xmlns:a16="http://schemas.microsoft.com/office/drawing/2014/main" id="{C342DA32-C4F7-094B-ACD9-595B10DFC3EF}"/>
                  </a:ext>
                </a:extLst>
              </p:cNvPr>
              <p:cNvSpPr/>
              <p:nvPr/>
            </p:nvSpPr>
            <p:spPr>
              <a:xfrm>
                <a:off x="3287457" y="6125745"/>
                <a:ext cx="59331" cy="18120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grpSp>
          <p:nvGrpSpPr>
            <p:cNvPr id="523" name="그룹 244">
              <a:extLst>
                <a:ext uri="{FF2B5EF4-FFF2-40B4-BE49-F238E27FC236}">
                  <a16:creationId xmlns:a16="http://schemas.microsoft.com/office/drawing/2014/main" id="{7B844835-99D1-CC4D-B3B8-E2F4F5E62369}"/>
                </a:ext>
              </a:extLst>
            </p:cNvPr>
            <p:cNvGrpSpPr/>
            <p:nvPr/>
          </p:nvGrpSpPr>
          <p:grpSpPr>
            <a:xfrm rot="5400000">
              <a:off x="11745808" y="11542505"/>
              <a:ext cx="1442904" cy="1027288"/>
              <a:chOff x="3433494" y="5677603"/>
              <a:chExt cx="788216" cy="561176"/>
            </a:xfrm>
            <a:solidFill>
              <a:schemeClr val="accent2"/>
            </a:solidFill>
          </p:grpSpPr>
          <p:sp>
            <p:nvSpPr>
              <p:cNvPr id="524" name="Oval 523">
                <a:extLst>
                  <a:ext uri="{FF2B5EF4-FFF2-40B4-BE49-F238E27FC236}">
                    <a16:creationId xmlns:a16="http://schemas.microsoft.com/office/drawing/2014/main" id="{22121BD9-E020-A542-B0E7-5CDEC3AD848A}"/>
                  </a:ext>
                </a:extLst>
              </p:cNvPr>
              <p:cNvSpPr/>
              <p:nvPr/>
            </p:nvSpPr>
            <p:spPr>
              <a:xfrm>
                <a:off x="3433494" y="6021232"/>
                <a:ext cx="217547" cy="2175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E280D389-19B6-0D43-ACFB-4EFC362F277B}"/>
                  </a:ext>
                </a:extLst>
              </p:cNvPr>
              <p:cNvSpPr/>
              <p:nvPr/>
            </p:nvSpPr>
            <p:spPr>
              <a:xfrm rot="10800000">
                <a:off x="4083271" y="5684789"/>
                <a:ext cx="138439" cy="13843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ADF237C3-59DF-174F-8F70-503F42C529F1}"/>
                  </a:ext>
                </a:extLst>
              </p:cNvPr>
              <p:cNvSpPr/>
              <p:nvPr/>
            </p:nvSpPr>
            <p:spPr>
              <a:xfrm rot="10800000">
                <a:off x="4122825" y="5794845"/>
                <a:ext cx="59331" cy="33425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28" name="Oval 527">
                <a:extLst>
                  <a:ext uri="{FF2B5EF4-FFF2-40B4-BE49-F238E27FC236}">
                    <a16:creationId xmlns:a16="http://schemas.microsoft.com/office/drawing/2014/main" id="{98B1BB76-014E-274D-843C-8A5FD3BAA8B2}"/>
                  </a:ext>
                </a:extLst>
              </p:cNvPr>
              <p:cNvSpPr/>
              <p:nvPr/>
            </p:nvSpPr>
            <p:spPr>
              <a:xfrm rot="10800000">
                <a:off x="3887789" y="5677603"/>
                <a:ext cx="158216" cy="1582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DE8C6C1D-31E0-724A-BE53-264CBD819B26}"/>
                  </a:ext>
                </a:extLst>
              </p:cNvPr>
              <p:cNvSpPr/>
              <p:nvPr/>
            </p:nvSpPr>
            <p:spPr>
              <a:xfrm rot="10800000">
                <a:off x="3937232" y="5817832"/>
                <a:ext cx="59331" cy="3164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0327CD1D-6E38-F648-A426-F30230414148}"/>
                  </a:ext>
                </a:extLst>
              </p:cNvPr>
              <p:cNvSpPr/>
              <p:nvPr/>
            </p:nvSpPr>
            <p:spPr>
              <a:xfrm rot="10800000">
                <a:off x="3682420" y="5786455"/>
                <a:ext cx="177993" cy="1779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  <p:sp>
            <p:nvSpPr>
              <p:cNvPr id="531" name="Rectangle 530">
                <a:extLst>
                  <a:ext uri="{FF2B5EF4-FFF2-40B4-BE49-F238E27FC236}">
                    <a16:creationId xmlns:a16="http://schemas.microsoft.com/office/drawing/2014/main" id="{A2F8DC5B-8DFF-E14B-B1F4-FCCE2A29EC03}"/>
                  </a:ext>
                </a:extLst>
              </p:cNvPr>
              <p:cNvSpPr/>
              <p:nvPr/>
            </p:nvSpPr>
            <p:spPr>
              <a:xfrm rot="10800000">
                <a:off x="3741751" y="5953061"/>
                <a:ext cx="59331" cy="18120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1"/>
              </a:p>
            </p:txBody>
          </p:sp>
        </p:grp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299AD669-93FF-3E45-B523-86E07CF15FB4}"/>
                </a:ext>
              </a:extLst>
            </p:cNvPr>
            <p:cNvSpPr/>
            <p:nvPr/>
          </p:nvSpPr>
          <p:spPr>
            <a:xfrm>
              <a:off x="10530184" y="3501380"/>
              <a:ext cx="3229497" cy="4782665"/>
            </a:xfrm>
            <a:custGeom>
              <a:avLst/>
              <a:gdLst>
                <a:gd name="connsiteX0" fmla="*/ 1601549 w 3229497"/>
                <a:gd name="connsiteY0" fmla="*/ 0 h 4782665"/>
                <a:gd name="connsiteX1" fmla="*/ 2231328 w 3229497"/>
                <a:gd name="connsiteY1" fmla="*/ 679560 h 4782665"/>
                <a:gd name="connsiteX2" fmla="*/ 1922098 w 3229497"/>
                <a:gd name="connsiteY2" fmla="*/ 1264091 h 4782665"/>
                <a:gd name="connsiteX3" fmla="*/ 2112157 w 3229497"/>
                <a:gd name="connsiteY3" fmla="*/ 1485081 h 4782665"/>
                <a:gd name="connsiteX4" fmla="*/ 2230576 w 3229497"/>
                <a:gd name="connsiteY4" fmla="*/ 1531840 h 4782665"/>
                <a:gd name="connsiteX5" fmla="*/ 2827159 w 3229497"/>
                <a:gd name="connsiteY5" fmla="*/ 1975334 h 4782665"/>
                <a:gd name="connsiteX6" fmla="*/ 3129607 w 3229497"/>
                <a:gd name="connsiteY6" fmla="*/ 3440050 h 4782665"/>
                <a:gd name="connsiteX7" fmla="*/ 3134886 w 3229497"/>
                <a:gd name="connsiteY7" fmla="*/ 4560079 h 4782665"/>
                <a:gd name="connsiteX8" fmla="*/ 2790207 w 3229497"/>
                <a:gd name="connsiteY8" fmla="*/ 4215401 h 4782665"/>
                <a:gd name="connsiteX9" fmla="*/ 2604665 w 3229497"/>
                <a:gd name="connsiteY9" fmla="*/ 3318617 h 4782665"/>
                <a:gd name="connsiteX10" fmla="*/ 2515665 w 3229497"/>
                <a:gd name="connsiteY10" fmla="*/ 2982232 h 4782665"/>
                <a:gd name="connsiteX11" fmla="*/ 2472673 w 3229497"/>
                <a:gd name="connsiteY11" fmla="*/ 3473987 h 4782665"/>
                <a:gd name="connsiteX12" fmla="*/ 2549624 w 3229497"/>
                <a:gd name="connsiteY12" fmla="*/ 4649725 h 4782665"/>
                <a:gd name="connsiteX13" fmla="*/ 2550276 w 3229497"/>
                <a:gd name="connsiteY13" fmla="*/ 4782665 h 4782665"/>
                <a:gd name="connsiteX14" fmla="*/ 676250 w 3229497"/>
                <a:gd name="connsiteY14" fmla="*/ 4782665 h 4782665"/>
                <a:gd name="connsiteX15" fmla="*/ 679161 w 3229497"/>
                <a:gd name="connsiteY15" fmla="*/ 4607693 h 4782665"/>
                <a:gd name="connsiteX16" fmla="*/ 741744 w 3229497"/>
                <a:gd name="connsiteY16" fmla="*/ 3547901 h 4782665"/>
                <a:gd name="connsiteX17" fmla="*/ 745511 w 3229497"/>
                <a:gd name="connsiteY17" fmla="*/ 2881163 h 4782665"/>
                <a:gd name="connsiteX18" fmla="*/ 624828 w 3229497"/>
                <a:gd name="connsiteY18" fmla="*/ 3338981 h 4782665"/>
                <a:gd name="connsiteX19" fmla="*/ 439296 w 3229497"/>
                <a:gd name="connsiteY19" fmla="*/ 4235765 h 4782665"/>
                <a:gd name="connsiteX20" fmla="*/ 94617 w 3229497"/>
                <a:gd name="connsiteY20" fmla="*/ 4580443 h 4782665"/>
                <a:gd name="connsiteX21" fmla="*/ 99895 w 3229497"/>
                <a:gd name="connsiteY21" fmla="*/ 3460415 h 4782665"/>
                <a:gd name="connsiteX22" fmla="*/ 402344 w 3229497"/>
                <a:gd name="connsiteY22" fmla="*/ 1995698 h 4782665"/>
                <a:gd name="connsiteX23" fmla="*/ 1170134 w 3229497"/>
                <a:gd name="connsiteY23" fmla="*/ 1483579 h 4782665"/>
                <a:gd name="connsiteX24" fmla="*/ 1308156 w 3229497"/>
                <a:gd name="connsiteY24" fmla="*/ 1280688 h 4782665"/>
                <a:gd name="connsiteX25" fmla="*/ 971781 w 3229497"/>
                <a:gd name="connsiteY25" fmla="*/ 679560 h 4782665"/>
                <a:gd name="connsiteX26" fmla="*/ 1601549 w 3229497"/>
                <a:gd name="connsiteY26" fmla="*/ 0 h 4782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229497" h="4782665">
                  <a:moveTo>
                    <a:pt x="1601549" y="0"/>
                  </a:moveTo>
                  <a:cubicBezTo>
                    <a:pt x="1949244" y="0"/>
                    <a:pt x="2231328" y="303960"/>
                    <a:pt x="2231328" y="679560"/>
                  </a:cubicBezTo>
                  <a:cubicBezTo>
                    <a:pt x="2231328" y="928458"/>
                    <a:pt x="2106879" y="1145682"/>
                    <a:pt x="1922098" y="1264091"/>
                  </a:cubicBezTo>
                  <a:cubicBezTo>
                    <a:pt x="1916058" y="1441338"/>
                    <a:pt x="2039756" y="1451144"/>
                    <a:pt x="2112157" y="1485081"/>
                  </a:cubicBezTo>
                  <a:cubicBezTo>
                    <a:pt x="2133273" y="1494888"/>
                    <a:pt x="2189838" y="1511476"/>
                    <a:pt x="2230576" y="1531840"/>
                  </a:cubicBezTo>
                  <a:cubicBezTo>
                    <a:pt x="2425153" y="1629143"/>
                    <a:pt x="2729865" y="1766413"/>
                    <a:pt x="2827159" y="1975334"/>
                  </a:cubicBezTo>
                  <a:cubicBezTo>
                    <a:pt x="2975739" y="2293617"/>
                    <a:pt x="3044374" y="2840435"/>
                    <a:pt x="3129607" y="3440050"/>
                  </a:cubicBezTo>
                  <a:cubicBezTo>
                    <a:pt x="3168823" y="3719118"/>
                    <a:pt x="3330225" y="4477120"/>
                    <a:pt x="3134886" y="4560079"/>
                  </a:cubicBezTo>
                  <a:cubicBezTo>
                    <a:pt x="2959902" y="4634754"/>
                    <a:pt x="2827159" y="4409988"/>
                    <a:pt x="2790207" y="4215401"/>
                  </a:cubicBezTo>
                  <a:cubicBezTo>
                    <a:pt x="2721571" y="3849597"/>
                    <a:pt x="2604665" y="3318617"/>
                    <a:pt x="2604665" y="3318617"/>
                  </a:cubicBezTo>
                  <a:lnTo>
                    <a:pt x="2515665" y="2982232"/>
                  </a:lnTo>
                  <a:cubicBezTo>
                    <a:pt x="2501331" y="3201711"/>
                    <a:pt x="2477201" y="3402337"/>
                    <a:pt x="2472673" y="3473987"/>
                  </a:cubicBezTo>
                  <a:cubicBezTo>
                    <a:pt x="2463435" y="3613241"/>
                    <a:pt x="2537928" y="4256608"/>
                    <a:pt x="2549624" y="4649725"/>
                  </a:cubicBezTo>
                  <a:lnTo>
                    <a:pt x="2550276" y="4782665"/>
                  </a:lnTo>
                  <a:lnTo>
                    <a:pt x="676250" y="4782665"/>
                  </a:lnTo>
                  <a:lnTo>
                    <a:pt x="679161" y="4607693"/>
                  </a:lnTo>
                  <a:cubicBezTo>
                    <a:pt x="688141" y="4182731"/>
                    <a:pt x="710063" y="3683098"/>
                    <a:pt x="741744" y="3547901"/>
                  </a:cubicBezTo>
                  <a:cubicBezTo>
                    <a:pt x="762098" y="3458902"/>
                    <a:pt x="756820" y="3160982"/>
                    <a:pt x="745511" y="2881163"/>
                  </a:cubicBezTo>
                  <a:lnTo>
                    <a:pt x="624828" y="3338981"/>
                  </a:lnTo>
                  <a:cubicBezTo>
                    <a:pt x="624828" y="3338981"/>
                    <a:pt x="507931" y="3869210"/>
                    <a:pt x="439296" y="4235765"/>
                  </a:cubicBezTo>
                  <a:cubicBezTo>
                    <a:pt x="403095" y="4430352"/>
                    <a:pt x="269601" y="4655119"/>
                    <a:pt x="94617" y="4580443"/>
                  </a:cubicBezTo>
                  <a:cubicBezTo>
                    <a:pt x="-100732" y="4497484"/>
                    <a:pt x="60679" y="3739483"/>
                    <a:pt x="99895" y="3460415"/>
                  </a:cubicBezTo>
                  <a:cubicBezTo>
                    <a:pt x="184367" y="2860799"/>
                    <a:pt x="253754" y="2313982"/>
                    <a:pt x="402344" y="1995698"/>
                  </a:cubicBezTo>
                  <a:cubicBezTo>
                    <a:pt x="536589" y="1707584"/>
                    <a:pt x="1069825" y="1517516"/>
                    <a:pt x="1170134" y="1483579"/>
                  </a:cubicBezTo>
                  <a:cubicBezTo>
                    <a:pt x="1290807" y="1426253"/>
                    <a:pt x="1324754" y="1353090"/>
                    <a:pt x="1308156" y="1280688"/>
                  </a:cubicBezTo>
                  <a:cubicBezTo>
                    <a:pt x="1108290" y="1166797"/>
                    <a:pt x="971781" y="940528"/>
                    <a:pt x="971781" y="679560"/>
                  </a:cubicBezTo>
                  <a:cubicBezTo>
                    <a:pt x="971781" y="304711"/>
                    <a:pt x="1253855" y="0"/>
                    <a:pt x="1601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72" name="CuadroTexto 395">
            <a:extLst>
              <a:ext uri="{FF2B5EF4-FFF2-40B4-BE49-F238E27FC236}">
                <a16:creationId xmlns:a16="http://schemas.microsoft.com/office/drawing/2014/main" id="{7CB57FD9-1390-834E-B565-18A8B21FAFD4}"/>
              </a:ext>
            </a:extLst>
          </p:cNvPr>
          <p:cNvSpPr txBox="1"/>
          <p:nvPr/>
        </p:nvSpPr>
        <p:spPr>
          <a:xfrm flipH="1">
            <a:off x="5384734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88FD0967-0961-9D4C-89C1-2DEB62EA777F}"/>
              </a:ext>
            </a:extLst>
          </p:cNvPr>
          <p:cNvSpPr txBox="1"/>
          <p:nvPr/>
        </p:nvSpPr>
        <p:spPr>
          <a:xfrm flipH="1">
            <a:off x="2315764" y="6723104"/>
            <a:ext cx="7690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75" name="CuadroTexto 395">
            <a:extLst>
              <a:ext uri="{FF2B5EF4-FFF2-40B4-BE49-F238E27FC236}">
                <a16:creationId xmlns:a16="http://schemas.microsoft.com/office/drawing/2014/main" id="{1A2FF0C1-B35B-A04C-B5CD-E5C27ABB787F}"/>
              </a:ext>
            </a:extLst>
          </p:cNvPr>
          <p:cNvSpPr txBox="1"/>
          <p:nvPr/>
        </p:nvSpPr>
        <p:spPr>
          <a:xfrm flipH="1">
            <a:off x="5999739" y="90797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76" name="TextBox 575">
            <a:extLst>
              <a:ext uri="{FF2B5EF4-FFF2-40B4-BE49-F238E27FC236}">
                <a16:creationId xmlns:a16="http://schemas.microsoft.com/office/drawing/2014/main" id="{2B54C7E5-0382-0A43-99D6-C4462AE67050}"/>
              </a:ext>
            </a:extLst>
          </p:cNvPr>
          <p:cNvSpPr txBox="1"/>
          <p:nvPr/>
        </p:nvSpPr>
        <p:spPr>
          <a:xfrm flipH="1">
            <a:off x="2930769" y="9764077"/>
            <a:ext cx="76906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78" name="CuadroTexto 395">
            <a:extLst>
              <a:ext uri="{FF2B5EF4-FFF2-40B4-BE49-F238E27FC236}">
                <a16:creationId xmlns:a16="http://schemas.microsoft.com/office/drawing/2014/main" id="{404CB92A-F5F1-0545-AEDD-FD126CF08BD5}"/>
              </a:ext>
            </a:extLst>
          </p:cNvPr>
          <p:cNvSpPr txBox="1"/>
          <p:nvPr/>
        </p:nvSpPr>
        <p:spPr>
          <a:xfrm>
            <a:off x="14395420" y="603878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F474CF44-3ECA-F94C-83D4-0A09ED23A366}"/>
              </a:ext>
            </a:extLst>
          </p:cNvPr>
          <p:cNvSpPr txBox="1"/>
          <p:nvPr/>
        </p:nvSpPr>
        <p:spPr>
          <a:xfrm>
            <a:off x="14395421" y="6723104"/>
            <a:ext cx="7675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581" name="CuadroTexto 395">
            <a:extLst>
              <a:ext uri="{FF2B5EF4-FFF2-40B4-BE49-F238E27FC236}">
                <a16:creationId xmlns:a16="http://schemas.microsoft.com/office/drawing/2014/main" id="{2B3BE899-4AAD-074F-9652-79699B66F64B}"/>
              </a:ext>
            </a:extLst>
          </p:cNvPr>
          <p:cNvSpPr txBox="1"/>
          <p:nvPr/>
        </p:nvSpPr>
        <p:spPr>
          <a:xfrm>
            <a:off x="13780415" y="913127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0626C81A-DA79-CD41-9DDA-F0A4C6D52934}"/>
              </a:ext>
            </a:extLst>
          </p:cNvPr>
          <p:cNvSpPr txBox="1"/>
          <p:nvPr/>
        </p:nvSpPr>
        <p:spPr>
          <a:xfrm>
            <a:off x="13780416" y="9815589"/>
            <a:ext cx="76759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4AF0DCA-7747-A348-980F-D18AE54D6330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69" name="CuadroTexto 350">
              <a:extLst>
                <a:ext uri="{FF2B5EF4-FFF2-40B4-BE49-F238E27FC236}">
                  <a16:creationId xmlns:a16="http://schemas.microsoft.com/office/drawing/2014/main" id="{B5A83234-CBFD-9947-B2B0-F712404FCBC9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70" name="CuadroTexto 351">
              <a:extLst>
                <a:ext uri="{FF2B5EF4-FFF2-40B4-BE49-F238E27FC236}">
                  <a16:creationId xmlns:a16="http://schemas.microsoft.com/office/drawing/2014/main" id="{87EEDDE5-C343-5A44-A2B9-A82162166978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A0FC19F-BC0E-984C-8701-122B423571E1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6955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o 663">
            <a:extLst>
              <a:ext uri="{FF2B5EF4-FFF2-40B4-BE49-F238E27FC236}">
                <a16:creationId xmlns:a16="http://schemas.microsoft.com/office/drawing/2014/main" id="{83B72A05-9741-0D42-B526-3B0DEEBF4621}"/>
              </a:ext>
            </a:extLst>
          </p:cNvPr>
          <p:cNvGrpSpPr/>
          <p:nvPr/>
        </p:nvGrpSpPr>
        <p:grpSpPr>
          <a:xfrm>
            <a:off x="2248917" y="4850672"/>
            <a:ext cx="5893376" cy="7683425"/>
            <a:chOff x="1135920" y="6848779"/>
            <a:chExt cx="869668" cy="1133820"/>
          </a:xfrm>
        </p:grpSpPr>
        <p:sp>
          <p:nvSpPr>
            <p:cNvPr id="69" name="Forma libre 445">
              <a:extLst>
                <a:ext uri="{FF2B5EF4-FFF2-40B4-BE49-F238E27FC236}">
                  <a16:creationId xmlns:a16="http://schemas.microsoft.com/office/drawing/2014/main" id="{F2F0A09C-E1A7-864D-80E9-D10D34BD1A69}"/>
                </a:ext>
              </a:extLst>
            </p:cNvPr>
            <p:cNvSpPr/>
            <p:nvPr/>
          </p:nvSpPr>
          <p:spPr>
            <a:xfrm>
              <a:off x="1397623" y="6904528"/>
              <a:ext cx="334488" cy="735292"/>
            </a:xfrm>
            <a:custGeom>
              <a:avLst/>
              <a:gdLst>
                <a:gd name="connsiteX0" fmla="*/ 76531 w 334487"/>
                <a:gd name="connsiteY0" fmla="*/ 434223 h 735291"/>
                <a:gd name="connsiteX1" fmla="*/ 66764 w 334487"/>
                <a:gd name="connsiteY1" fmla="*/ 457886 h 735291"/>
                <a:gd name="connsiteX2" fmla="*/ 48300 w 334487"/>
                <a:gd name="connsiteY2" fmla="*/ 481282 h 735291"/>
                <a:gd name="connsiteX3" fmla="*/ 48166 w 334487"/>
                <a:gd name="connsiteY3" fmla="*/ 481416 h 735291"/>
                <a:gd name="connsiteX4" fmla="*/ 17527 w 334487"/>
                <a:gd name="connsiteY4" fmla="*/ 507618 h 735291"/>
                <a:gd name="connsiteX5" fmla="*/ 0 w 334487"/>
                <a:gd name="connsiteY5" fmla="*/ 547458 h 735291"/>
                <a:gd name="connsiteX6" fmla="*/ 347733 w 334487"/>
                <a:gd name="connsiteY6" fmla="*/ 735560 h 735291"/>
                <a:gd name="connsiteX7" fmla="*/ 314017 w 334487"/>
                <a:gd name="connsiteY7" fmla="*/ 494249 h 735291"/>
                <a:gd name="connsiteX8" fmla="*/ 299032 w 334487"/>
                <a:gd name="connsiteY8" fmla="*/ 481282 h 735291"/>
                <a:gd name="connsiteX9" fmla="*/ 290469 w 334487"/>
                <a:gd name="connsiteY9" fmla="*/ 472458 h 735291"/>
                <a:gd name="connsiteX10" fmla="*/ 282174 w 334487"/>
                <a:gd name="connsiteY10" fmla="*/ 461229 h 735291"/>
                <a:gd name="connsiteX11" fmla="*/ 270935 w 334487"/>
                <a:gd name="connsiteY11" fmla="*/ 434758 h 735291"/>
                <a:gd name="connsiteX12" fmla="*/ 277892 w 334487"/>
                <a:gd name="connsiteY12" fmla="*/ 372860 h 735291"/>
                <a:gd name="connsiteX13" fmla="*/ 335826 w 334487"/>
                <a:gd name="connsiteY13" fmla="*/ 146523 h 735291"/>
                <a:gd name="connsiteX14" fmla="*/ 200425 w 334487"/>
                <a:gd name="connsiteY14" fmla="*/ 0 h 735291"/>
                <a:gd name="connsiteX15" fmla="*/ 401 w 334487"/>
                <a:gd name="connsiteY15" fmla="*/ 130347 h 735291"/>
                <a:gd name="connsiteX16" fmla="*/ 69841 w 334487"/>
                <a:gd name="connsiteY16" fmla="*/ 372726 h 735291"/>
                <a:gd name="connsiteX17" fmla="*/ 76531 w 334487"/>
                <a:gd name="connsiteY17" fmla="*/ 434223 h 73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4487" h="735291">
                  <a:moveTo>
                    <a:pt x="76531" y="434223"/>
                  </a:moveTo>
                  <a:cubicBezTo>
                    <a:pt x="74658" y="441843"/>
                    <a:pt x="71447" y="449864"/>
                    <a:pt x="66764" y="457886"/>
                  </a:cubicBezTo>
                  <a:cubicBezTo>
                    <a:pt x="62215" y="465774"/>
                    <a:pt x="56328" y="473528"/>
                    <a:pt x="48300" y="481282"/>
                  </a:cubicBezTo>
                  <a:cubicBezTo>
                    <a:pt x="48300" y="481282"/>
                    <a:pt x="48166" y="481416"/>
                    <a:pt x="48166" y="481416"/>
                  </a:cubicBezTo>
                  <a:cubicBezTo>
                    <a:pt x="39470" y="489704"/>
                    <a:pt x="28900" y="498661"/>
                    <a:pt x="17527" y="507618"/>
                  </a:cubicBezTo>
                  <a:cubicBezTo>
                    <a:pt x="9767" y="520185"/>
                    <a:pt x="4014" y="533688"/>
                    <a:pt x="0" y="547458"/>
                  </a:cubicBezTo>
                  <a:lnTo>
                    <a:pt x="347733" y="735560"/>
                  </a:lnTo>
                  <a:cubicBezTo>
                    <a:pt x="343987" y="716441"/>
                    <a:pt x="325256" y="510426"/>
                    <a:pt x="314017" y="494249"/>
                  </a:cubicBezTo>
                  <a:cubicBezTo>
                    <a:pt x="308665" y="489838"/>
                    <a:pt x="303581" y="485426"/>
                    <a:pt x="299032" y="481282"/>
                  </a:cubicBezTo>
                  <a:cubicBezTo>
                    <a:pt x="295821" y="478340"/>
                    <a:pt x="293011" y="475400"/>
                    <a:pt x="290469" y="472458"/>
                  </a:cubicBezTo>
                  <a:cubicBezTo>
                    <a:pt x="287258" y="468715"/>
                    <a:pt x="284582" y="464971"/>
                    <a:pt x="282174" y="461229"/>
                  </a:cubicBezTo>
                  <a:cubicBezTo>
                    <a:pt x="276421" y="452272"/>
                    <a:pt x="272942" y="443314"/>
                    <a:pt x="270935" y="434758"/>
                  </a:cubicBezTo>
                  <a:cubicBezTo>
                    <a:pt x="263175" y="401469"/>
                    <a:pt x="277759" y="372993"/>
                    <a:pt x="277892" y="372860"/>
                  </a:cubicBezTo>
                  <a:cubicBezTo>
                    <a:pt x="308665" y="331951"/>
                    <a:pt x="333551" y="206015"/>
                    <a:pt x="335826" y="146523"/>
                  </a:cubicBezTo>
                  <a:cubicBezTo>
                    <a:pt x="267724" y="122727"/>
                    <a:pt x="219558" y="35160"/>
                    <a:pt x="200425" y="0"/>
                  </a:cubicBezTo>
                  <a:cubicBezTo>
                    <a:pt x="184370" y="45321"/>
                    <a:pt x="55391" y="104010"/>
                    <a:pt x="401" y="130347"/>
                  </a:cubicBezTo>
                  <a:cubicBezTo>
                    <a:pt x="8028" y="183021"/>
                    <a:pt x="44019" y="338502"/>
                    <a:pt x="69841" y="372726"/>
                  </a:cubicBezTo>
                  <a:cubicBezTo>
                    <a:pt x="69707" y="372993"/>
                    <a:pt x="84558" y="400533"/>
                    <a:pt x="76531" y="434223"/>
                  </a:cubicBezTo>
                  <a:close/>
                </a:path>
              </a:pathLst>
            </a:custGeom>
            <a:solidFill>
              <a:srgbClr val="EAB998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0" name="Forma libre 446">
              <a:extLst>
                <a:ext uri="{FF2B5EF4-FFF2-40B4-BE49-F238E27FC236}">
                  <a16:creationId xmlns:a16="http://schemas.microsoft.com/office/drawing/2014/main" id="{4AA1EA6B-67C3-2C40-BA9D-085A8A2C082B}"/>
                </a:ext>
              </a:extLst>
            </p:cNvPr>
            <p:cNvSpPr/>
            <p:nvPr/>
          </p:nvSpPr>
          <p:spPr>
            <a:xfrm>
              <a:off x="1135920" y="7374847"/>
              <a:ext cx="869668" cy="588234"/>
            </a:xfrm>
            <a:custGeom>
              <a:avLst/>
              <a:gdLst>
                <a:gd name="connsiteX0" fmla="*/ 302109 w 869667"/>
                <a:gd name="connsiteY0" fmla="*/ 1872 h 588233"/>
                <a:gd name="connsiteX1" fmla="*/ 108106 w 869667"/>
                <a:gd name="connsiteY1" fmla="*/ 120053 h 588233"/>
                <a:gd name="connsiteX2" fmla="*/ 0 w 869667"/>
                <a:gd name="connsiteY2" fmla="*/ 589303 h 588233"/>
                <a:gd name="connsiteX3" fmla="*/ 137943 w 869667"/>
                <a:gd name="connsiteY3" fmla="*/ 589303 h 588233"/>
                <a:gd name="connsiteX4" fmla="*/ 159618 w 869667"/>
                <a:gd name="connsiteY4" fmla="*/ 487833 h 588233"/>
                <a:gd name="connsiteX5" fmla="*/ 159618 w 869667"/>
                <a:gd name="connsiteY5" fmla="*/ 592110 h 588233"/>
                <a:gd name="connsiteX6" fmla="*/ 713930 w 869667"/>
                <a:gd name="connsiteY6" fmla="*/ 592110 h 588233"/>
                <a:gd name="connsiteX7" fmla="*/ 715803 w 869667"/>
                <a:gd name="connsiteY7" fmla="*/ 495319 h 588233"/>
                <a:gd name="connsiteX8" fmla="*/ 744703 w 869667"/>
                <a:gd name="connsiteY8" fmla="*/ 591174 h 588233"/>
                <a:gd name="connsiteX9" fmla="*/ 877696 w 869667"/>
                <a:gd name="connsiteY9" fmla="*/ 591174 h 588233"/>
                <a:gd name="connsiteX10" fmla="*/ 741626 w 869667"/>
                <a:gd name="connsiteY10" fmla="*/ 105080 h 588233"/>
                <a:gd name="connsiteX11" fmla="*/ 555517 w 869667"/>
                <a:gd name="connsiteY11" fmla="*/ 0 h 588233"/>
                <a:gd name="connsiteX12" fmla="*/ 439115 w 869667"/>
                <a:gd name="connsiteY12" fmla="*/ 134090 h 588233"/>
                <a:gd name="connsiteX13" fmla="*/ 306792 w 869667"/>
                <a:gd name="connsiteY13" fmla="*/ 0 h 58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9667" h="588233">
                  <a:moveTo>
                    <a:pt x="302109" y="1872"/>
                  </a:moveTo>
                  <a:cubicBezTo>
                    <a:pt x="302109" y="1872"/>
                    <a:pt x="129514" y="93983"/>
                    <a:pt x="108106" y="120053"/>
                  </a:cubicBezTo>
                  <a:cubicBezTo>
                    <a:pt x="86699" y="146122"/>
                    <a:pt x="25689" y="210293"/>
                    <a:pt x="0" y="589303"/>
                  </a:cubicBezTo>
                  <a:cubicBezTo>
                    <a:pt x="82418" y="589303"/>
                    <a:pt x="137943" y="589303"/>
                    <a:pt x="137943" y="589303"/>
                  </a:cubicBezTo>
                  <a:lnTo>
                    <a:pt x="159618" y="487833"/>
                  </a:lnTo>
                  <a:lnTo>
                    <a:pt x="159618" y="592110"/>
                  </a:lnTo>
                  <a:lnTo>
                    <a:pt x="713930" y="592110"/>
                  </a:lnTo>
                  <a:lnTo>
                    <a:pt x="715803" y="495319"/>
                  </a:lnTo>
                  <a:lnTo>
                    <a:pt x="744703" y="591174"/>
                  </a:lnTo>
                  <a:lnTo>
                    <a:pt x="877696" y="591174"/>
                  </a:lnTo>
                  <a:cubicBezTo>
                    <a:pt x="877696" y="591174"/>
                    <a:pt x="854950" y="162566"/>
                    <a:pt x="741626" y="105080"/>
                  </a:cubicBezTo>
                  <a:cubicBezTo>
                    <a:pt x="627900" y="47326"/>
                    <a:pt x="555517" y="0"/>
                    <a:pt x="555517" y="0"/>
                  </a:cubicBezTo>
                  <a:lnTo>
                    <a:pt x="439115" y="134090"/>
                  </a:lnTo>
                  <a:lnTo>
                    <a:pt x="306792" y="0"/>
                  </a:lnTo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1" name="Forma libre 447">
              <a:extLst>
                <a:ext uri="{FF2B5EF4-FFF2-40B4-BE49-F238E27FC236}">
                  <a16:creationId xmlns:a16="http://schemas.microsoft.com/office/drawing/2014/main" id="{6257A4D8-F34D-9745-9470-B7E822952CF6}"/>
                </a:ext>
              </a:extLst>
            </p:cNvPr>
            <p:cNvSpPr/>
            <p:nvPr/>
          </p:nvSpPr>
          <p:spPr>
            <a:xfrm>
              <a:off x="1415150" y="7362414"/>
              <a:ext cx="40139" cy="40107"/>
            </a:xfrm>
            <a:custGeom>
              <a:avLst/>
              <a:gdLst>
                <a:gd name="connsiteX0" fmla="*/ 0 w 40138"/>
                <a:gd name="connsiteY0" fmla="*/ 49732 h 40106"/>
                <a:gd name="connsiteX1" fmla="*/ 30639 w 40138"/>
                <a:gd name="connsiteY1" fmla="*/ 23529 h 40106"/>
                <a:gd name="connsiteX2" fmla="*/ 30773 w 40138"/>
                <a:gd name="connsiteY2" fmla="*/ 23396 h 40106"/>
                <a:gd name="connsiteX3" fmla="*/ 49237 w 40138"/>
                <a:gd name="connsiteY3" fmla="*/ 0 h 40106"/>
                <a:gd name="connsiteX4" fmla="*/ 0 w 40138"/>
                <a:gd name="connsiteY4" fmla="*/ 49732 h 40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138" h="40106">
                  <a:moveTo>
                    <a:pt x="0" y="49732"/>
                  </a:moveTo>
                  <a:cubicBezTo>
                    <a:pt x="11506" y="40775"/>
                    <a:pt x="22076" y="31818"/>
                    <a:pt x="30639" y="23529"/>
                  </a:cubicBezTo>
                  <a:cubicBezTo>
                    <a:pt x="30639" y="23529"/>
                    <a:pt x="30773" y="23396"/>
                    <a:pt x="30773" y="23396"/>
                  </a:cubicBezTo>
                  <a:cubicBezTo>
                    <a:pt x="38801" y="15641"/>
                    <a:pt x="44688" y="7754"/>
                    <a:pt x="49237" y="0"/>
                  </a:cubicBezTo>
                  <a:cubicBezTo>
                    <a:pt x="27562" y="13903"/>
                    <a:pt x="11640" y="30882"/>
                    <a:pt x="0" y="49732"/>
                  </a:cubicBezTo>
                  <a:close/>
                </a:path>
              </a:pathLst>
            </a:custGeom>
            <a:noFill/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2" name="Forma libre 448">
              <a:extLst>
                <a:ext uri="{FF2B5EF4-FFF2-40B4-BE49-F238E27FC236}">
                  <a16:creationId xmlns:a16="http://schemas.microsoft.com/office/drawing/2014/main" id="{DE970A20-B5B2-014E-B7BB-B51D253F60A5}"/>
                </a:ext>
              </a:extLst>
            </p:cNvPr>
            <p:cNvSpPr/>
            <p:nvPr/>
          </p:nvSpPr>
          <p:spPr>
            <a:xfrm>
              <a:off x="1679663" y="7365756"/>
              <a:ext cx="26759" cy="26738"/>
            </a:xfrm>
            <a:custGeom>
              <a:avLst/>
              <a:gdLst>
                <a:gd name="connsiteX0" fmla="*/ 0 w 26759"/>
                <a:gd name="connsiteY0" fmla="*/ 0 h 26737"/>
                <a:gd name="connsiteX1" fmla="*/ 8295 w 26759"/>
                <a:gd name="connsiteY1" fmla="*/ 11229 h 26737"/>
                <a:gd name="connsiteX2" fmla="*/ 16858 w 26759"/>
                <a:gd name="connsiteY2" fmla="*/ 20053 h 26737"/>
                <a:gd name="connsiteX3" fmla="*/ 31843 w 26759"/>
                <a:gd name="connsiteY3" fmla="*/ 33021 h 26737"/>
                <a:gd name="connsiteX4" fmla="*/ 0 w 26759"/>
                <a:gd name="connsiteY4" fmla="*/ 0 h 2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59" h="26737">
                  <a:moveTo>
                    <a:pt x="0" y="0"/>
                  </a:moveTo>
                  <a:cubicBezTo>
                    <a:pt x="2408" y="3743"/>
                    <a:pt x="5084" y="7487"/>
                    <a:pt x="8295" y="11229"/>
                  </a:cubicBezTo>
                  <a:cubicBezTo>
                    <a:pt x="10837" y="14171"/>
                    <a:pt x="13781" y="17112"/>
                    <a:pt x="16858" y="20053"/>
                  </a:cubicBezTo>
                  <a:cubicBezTo>
                    <a:pt x="21407" y="24198"/>
                    <a:pt x="26491" y="28610"/>
                    <a:pt x="31843" y="33021"/>
                  </a:cubicBezTo>
                  <a:cubicBezTo>
                    <a:pt x="23280" y="20856"/>
                    <a:pt x="12577" y="9759"/>
                    <a:pt x="0" y="0"/>
                  </a:cubicBezTo>
                  <a:close/>
                </a:path>
              </a:pathLst>
            </a:custGeom>
            <a:noFill/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3" name="Forma libre 449">
              <a:extLst>
                <a:ext uri="{FF2B5EF4-FFF2-40B4-BE49-F238E27FC236}">
                  <a16:creationId xmlns:a16="http://schemas.microsoft.com/office/drawing/2014/main" id="{5AEA5A33-E24F-3746-82E1-EEB228D7ECD5}"/>
                </a:ext>
              </a:extLst>
            </p:cNvPr>
            <p:cNvSpPr/>
            <p:nvPr/>
          </p:nvSpPr>
          <p:spPr>
            <a:xfrm>
              <a:off x="1448733" y="7380462"/>
              <a:ext cx="120416" cy="200534"/>
            </a:xfrm>
            <a:custGeom>
              <a:avLst/>
              <a:gdLst>
                <a:gd name="connsiteX0" fmla="*/ 0 w 120415"/>
                <a:gd name="connsiteY0" fmla="*/ 0 h 200534"/>
                <a:gd name="connsiteX1" fmla="*/ 46828 w 120415"/>
                <a:gd name="connsiteY1" fmla="*/ 211631 h 200534"/>
                <a:gd name="connsiteX2" fmla="*/ 126303 w 120415"/>
                <a:gd name="connsiteY2" fmla="*/ 128475 h 200534"/>
                <a:gd name="connsiteX3" fmla="*/ 0 w 120415"/>
                <a:gd name="connsiteY3" fmla="*/ 0 h 20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15" h="200534">
                  <a:moveTo>
                    <a:pt x="0" y="0"/>
                  </a:moveTo>
                  <a:cubicBezTo>
                    <a:pt x="0" y="0"/>
                    <a:pt x="43082" y="212834"/>
                    <a:pt x="46828" y="211631"/>
                  </a:cubicBezTo>
                  <a:cubicBezTo>
                    <a:pt x="50575" y="210427"/>
                    <a:pt x="126303" y="128475"/>
                    <a:pt x="126303" y="1284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4" name="Forma libre 450">
              <a:extLst>
                <a:ext uri="{FF2B5EF4-FFF2-40B4-BE49-F238E27FC236}">
                  <a16:creationId xmlns:a16="http://schemas.microsoft.com/office/drawing/2014/main" id="{C42502DA-CF2E-744B-83A3-E8E89E4CA899}"/>
                </a:ext>
              </a:extLst>
            </p:cNvPr>
            <p:cNvSpPr/>
            <p:nvPr/>
          </p:nvSpPr>
          <p:spPr>
            <a:xfrm>
              <a:off x="1574768" y="7377387"/>
              <a:ext cx="107036" cy="213903"/>
            </a:xfrm>
            <a:custGeom>
              <a:avLst/>
              <a:gdLst>
                <a:gd name="connsiteX0" fmla="*/ 114796 w 107036"/>
                <a:gd name="connsiteY0" fmla="*/ 0 h 213903"/>
                <a:gd name="connsiteX1" fmla="*/ 79474 w 107036"/>
                <a:gd name="connsiteY1" fmla="*/ 214705 h 213903"/>
                <a:gd name="connsiteX2" fmla="*/ 0 w 107036"/>
                <a:gd name="connsiteY2" fmla="*/ 131550 h 213903"/>
                <a:gd name="connsiteX3" fmla="*/ 114796 w 107036"/>
                <a:gd name="connsiteY3" fmla="*/ 0 h 21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036" h="213903">
                  <a:moveTo>
                    <a:pt x="114796" y="0"/>
                  </a:moveTo>
                  <a:cubicBezTo>
                    <a:pt x="114796" y="0"/>
                    <a:pt x="83087" y="215909"/>
                    <a:pt x="79474" y="214705"/>
                  </a:cubicBezTo>
                  <a:cubicBezTo>
                    <a:pt x="75728" y="213502"/>
                    <a:pt x="0" y="131550"/>
                    <a:pt x="0" y="131550"/>
                  </a:cubicBezTo>
                  <a:lnTo>
                    <a:pt x="11479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5" name="Forma libre 451">
              <a:extLst>
                <a:ext uri="{FF2B5EF4-FFF2-40B4-BE49-F238E27FC236}">
                  <a16:creationId xmlns:a16="http://schemas.microsoft.com/office/drawing/2014/main" id="{703A6EFD-9C14-6E49-A703-A160BC7A515B}"/>
                </a:ext>
              </a:extLst>
            </p:cNvPr>
            <p:cNvSpPr/>
            <p:nvPr/>
          </p:nvSpPr>
          <p:spPr>
            <a:xfrm>
              <a:off x="1373005" y="6878460"/>
              <a:ext cx="401385" cy="494651"/>
            </a:xfrm>
            <a:custGeom>
              <a:avLst/>
              <a:gdLst>
                <a:gd name="connsiteX0" fmla="*/ 208185 w 401385"/>
                <a:gd name="connsiteY0" fmla="*/ 7618 h 494650"/>
                <a:gd name="connsiteX1" fmla="*/ 78671 w 401385"/>
                <a:gd name="connsiteY1" fmla="*/ 26201 h 494650"/>
                <a:gd name="connsiteX2" fmla="*/ 16189 w 401385"/>
                <a:gd name="connsiteY2" fmla="*/ 316708 h 494650"/>
                <a:gd name="connsiteX3" fmla="*/ 0 w 401385"/>
                <a:gd name="connsiteY3" fmla="*/ 474328 h 494650"/>
                <a:gd name="connsiteX4" fmla="*/ 91382 w 401385"/>
                <a:gd name="connsiteY4" fmla="*/ 499195 h 494650"/>
                <a:gd name="connsiteX5" fmla="*/ 116803 w 401385"/>
                <a:gd name="connsiteY5" fmla="*/ 408553 h 494650"/>
                <a:gd name="connsiteX6" fmla="*/ 70510 w 401385"/>
                <a:gd name="connsiteY6" fmla="*/ 203072 h 494650"/>
                <a:gd name="connsiteX7" fmla="*/ 216213 w 401385"/>
                <a:gd name="connsiteY7" fmla="*/ 11228 h 494650"/>
                <a:gd name="connsiteX8" fmla="*/ 337030 w 401385"/>
                <a:gd name="connsiteY8" fmla="*/ 197458 h 494650"/>
                <a:gd name="connsiteX9" fmla="*/ 290469 w 401385"/>
                <a:gd name="connsiteY9" fmla="*/ 401066 h 494650"/>
                <a:gd name="connsiteX10" fmla="*/ 308799 w 401385"/>
                <a:gd name="connsiteY10" fmla="*/ 498927 h 494650"/>
                <a:gd name="connsiteX11" fmla="*/ 393358 w 401385"/>
                <a:gd name="connsiteY11" fmla="*/ 474328 h 494650"/>
                <a:gd name="connsiteX12" fmla="*/ 382922 w 401385"/>
                <a:gd name="connsiteY12" fmla="*/ 346521 h 494650"/>
                <a:gd name="connsiteX13" fmla="*/ 337833 w 401385"/>
                <a:gd name="connsiteY13" fmla="*/ 26201 h 494650"/>
                <a:gd name="connsiteX14" fmla="*/ 208185 w 401385"/>
                <a:gd name="connsiteY14" fmla="*/ 7618 h 49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1385" h="494650">
                  <a:moveTo>
                    <a:pt x="208185" y="7618"/>
                  </a:moveTo>
                  <a:cubicBezTo>
                    <a:pt x="208185" y="7618"/>
                    <a:pt x="150386" y="-15911"/>
                    <a:pt x="78671" y="26201"/>
                  </a:cubicBezTo>
                  <a:cubicBezTo>
                    <a:pt x="6957" y="68447"/>
                    <a:pt x="4683" y="247190"/>
                    <a:pt x="16189" y="316708"/>
                  </a:cubicBezTo>
                  <a:cubicBezTo>
                    <a:pt x="27696" y="386227"/>
                    <a:pt x="26625" y="449462"/>
                    <a:pt x="0" y="474328"/>
                  </a:cubicBezTo>
                  <a:cubicBezTo>
                    <a:pt x="17393" y="502938"/>
                    <a:pt x="72918" y="518980"/>
                    <a:pt x="91382" y="499195"/>
                  </a:cubicBezTo>
                  <a:cubicBezTo>
                    <a:pt x="109846" y="479274"/>
                    <a:pt x="126035" y="430879"/>
                    <a:pt x="116803" y="408553"/>
                  </a:cubicBezTo>
                  <a:cubicBezTo>
                    <a:pt x="107571" y="386227"/>
                    <a:pt x="41476" y="273927"/>
                    <a:pt x="70510" y="203072"/>
                  </a:cubicBezTo>
                  <a:cubicBezTo>
                    <a:pt x="99410" y="132351"/>
                    <a:pt x="208051" y="32351"/>
                    <a:pt x="216213" y="11228"/>
                  </a:cubicBezTo>
                  <a:cubicBezTo>
                    <a:pt x="235881" y="49731"/>
                    <a:pt x="327664" y="151468"/>
                    <a:pt x="337030" y="197458"/>
                  </a:cubicBezTo>
                  <a:cubicBezTo>
                    <a:pt x="359373" y="307350"/>
                    <a:pt x="326326" y="341440"/>
                    <a:pt x="290469" y="401066"/>
                  </a:cubicBezTo>
                  <a:cubicBezTo>
                    <a:pt x="254612" y="460692"/>
                    <a:pt x="308799" y="498927"/>
                    <a:pt x="308799" y="498927"/>
                  </a:cubicBezTo>
                  <a:cubicBezTo>
                    <a:pt x="308799" y="498927"/>
                    <a:pt x="356430" y="512697"/>
                    <a:pt x="393358" y="474328"/>
                  </a:cubicBezTo>
                  <a:cubicBezTo>
                    <a:pt x="369007" y="435825"/>
                    <a:pt x="362585" y="398794"/>
                    <a:pt x="382922" y="346521"/>
                  </a:cubicBezTo>
                  <a:cubicBezTo>
                    <a:pt x="411821" y="272056"/>
                    <a:pt x="423461" y="70987"/>
                    <a:pt x="337833" y="26201"/>
                  </a:cubicBezTo>
                  <a:cubicBezTo>
                    <a:pt x="252204" y="-18585"/>
                    <a:pt x="208185" y="7618"/>
                    <a:pt x="208185" y="7618"/>
                  </a:cubicBezTo>
                  <a:close/>
                </a:path>
              </a:pathLst>
            </a:custGeom>
            <a:solidFill>
              <a:schemeClr val="tx2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6" name="Forma libre 452">
              <a:extLst>
                <a:ext uri="{FF2B5EF4-FFF2-40B4-BE49-F238E27FC236}">
                  <a16:creationId xmlns:a16="http://schemas.microsoft.com/office/drawing/2014/main" id="{620597A4-CA9D-EF46-A064-30C3D5A0DC33}"/>
                </a:ext>
              </a:extLst>
            </p:cNvPr>
            <p:cNvSpPr/>
            <p:nvPr/>
          </p:nvSpPr>
          <p:spPr>
            <a:xfrm>
              <a:off x="1351865" y="6848779"/>
              <a:ext cx="468283" cy="173796"/>
            </a:xfrm>
            <a:custGeom>
              <a:avLst/>
              <a:gdLst>
                <a:gd name="connsiteX0" fmla="*/ 30505 w 468282"/>
                <a:gd name="connsiteY0" fmla="*/ 176871 h 173796"/>
                <a:gd name="connsiteX1" fmla="*/ 0 w 468282"/>
                <a:gd name="connsiteY1" fmla="*/ 64571 h 173796"/>
                <a:gd name="connsiteX2" fmla="*/ 245113 w 468282"/>
                <a:gd name="connsiteY2" fmla="*/ 0 h 173796"/>
                <a:gd name="connsiteX3" fmla="*/ 470825 w 468282"/>
                <a:gd name="connsiteY3" fmla="*/ 65775 h 173796"/>
                <a:gd name="connsiteX4" fmla="*/ 430151 w 468282"/>
                <a:gd name="connsiteY4" fmla="*/ 172860 h 17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282" h="173796">
                  <a:moveTo>
                    <a:pt x="30505" y="176871"/>
                  </a:moveTo>
                  <a:lnTo>
                    <a:pt x="0" y="64571"/>
                  </a:lnTo>
                  <a:lnTo>
                    <a:pt x="245113" y="0"/>
                  </a:lnTo>
                  <a:lnTo>
                    <a:pt x="470825" y="65775"/>
                  </a:lnTo>
                  <a:lnTo>
                    <a:pt x="430151" y="172860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7" name="Forma libre 453">
              <a:extLst>
                <a:ext uri="{FF2B5EF4-FFF2-40B4-BE49-F238E27FC236}">
                  <a16:creationId xmlns:a16="http://schemas.microsoft.com/office/drawing/2014/main" id="{DBF64D8C-1893-B74F-9CF6-F66A6CD15632}"/>
                </a:ext>
              </a:extLst>
            </p:cNvPr>
            <p:cNvSpPr/>
            <p:nvPr/>
          </p:nvSpPr>
          <p:spPr>
            <a:xfrm>
              <a:off x="1539446" y="6891426"/>
              <a:ext cx="80277" cy="80214"/>
            </a:xfrm>
            <a:custGeom>
              <a:avLst/>
              <a:gdLst>
                <a:gd name="connsiteX0" fmla="*/ 91650 w 80277"/>
                <a:gd name="connsiteY0" fmla="*/ 33823 h 80213"/>
                <a:gd name="connsiteX1" fmla="*/ 57666 w 80277"/>
                <a:gd name="connsiteY1" fmla="*/ 33823 h 80213"/>
                <a:gd name="connsiteX2" fmla="*/ 57666 w 80277"/>
                <a:gd name="connsiteY2" fmla="*/ 0 h 80213"/>
                <a:gd name="connsiteX3" fmla="*/ 33984 w 80277"/>
                <a:gd name="connsiteY3" fmla="*/ 0 h 80213"/>
                <a:gd name="connsiteX4" fmla="*/ 33984 w 80277"/>
                <a:gd name="connsiteY4" fmla="*/ 33823 h 80213"/>
                <a:gd name="connsiteX5" fmla="*/ 0 w 80277"/>
                <a:gd name="connsiteY5" fmla="*/ 33823 h 80213"/>
                <a:gd name="connsiteX6" fmla="*/ 0 w 80277"/>
                <a:gd name="connsiteY6" fmla="*/ 57620 h 80213"/>
                <a:gd name="connsiteX7" fmla="*/ 33984 w 80277"/>
                <a:gd name="connsiteY7" fmla="*/ 57620 h 80213"/>
                <a:gd name="connsiteX8" fmla="*/ 33984 w 80277"/>
                <a:gd name="connsiteY8" fmla="*/ 91443 h 80213"/>
                <a:gd name="connsiteX9" fmla="*/ 57666 w 80277"/>
                <a:gd name="connsiteY9" fmla="*/ 91443 h 80213"/>
                <a:gd name="connsiteX10" fmla="*/ 57666 w 80277"/>
                <a:gd name="connsiteY10" fmla="*/ 57620 h 80213"/>
                <a:gd name="connsiteX11" fmla="*/ 91650 w 80277"/>
                <a:gd name="connsiteY11" fmla="*/ 57620 h 8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277" h="80213">
                  <a:moveTo>
                    <a:pt x="91650" y="33823"/>
                  </a:moveTo>
                  <a:lnTo>
                    <a:pt x="57666" y="33823"/>
                  </a:lnTo>
                  <a:lnTo>
                    <a:pt x="57666" y="0"/>
                  </a:lnTo>
                  <a:lnTo>
                    <a:pt x="33984" y="0"/>
                  </a:lnTo>
                  <a:lnTo>
                    <a:pt x="33984" y="33823"/>
                  </a:lnTo>
                  <a:lnTo>
                    <a:pt x="0" y="33823"/>
                  </a:lnTo>
                  <a:lnTo>
                    <a:pt x="0" y="57620"/>
                  </a:lnTo>
                  <a:lnTo>
                    <a:pt x="33984" y="57620"/>
                  </a:lnTo>
                  <a:lnTo>
                    <a:pt x="33984" y="91443"/>
                  </a:lnTo>
                  <a:lnTo>
                    <a:pt x="57666" y="91443"/>
                  </a:lnTo>
                  <a:lnTo>
                    <a:pt x="57666" y="57620"/>
                  </a:lnTo>
                  <a:lnTo>
                    <a:pt x="91650" y="57620"/>
                  </a:lnTo>
                  <a:close/>
                </a:path>
              </a:pathLst>
            </a:custGeom>
            <a:solidFill>
              <a:srgbClr val="FFFFFF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8" name="Forma libre 454">
              <a:extLst>
                <a:ext uri="{FF2B5EF4-FFF2-40B4-BE49-F238E27FC236}">
                  <a16:creationId xmlns:a16="http://schemas.microsoft.com/office/drawing/2014/main" id="{2F4E4C3A-D84A-AA46-BEAA-10233B683EB4}"/>
                </a:ext>
              </a:extLst>
            </p:cNvPr>
            <p:cNvSpPr/>
            <p:nvPr/>
          </p:nvSpPr>
          <p:spPr>
            <a:xfrm>
              <a:off x="1635339" y="7341558"/>
              <a:ext cx="147175" cy="614971"/>
            </a:xfrm>
            <a:custGeom>
              <a:avLst/>
              <a:gdLst>
                <a:gd name="connsiteX0" fmla="*/ 101589 w 147174"/>
                <a:gd name="connsiteY0" fmla="*/ 480480 h 614971"/>
                <a:gd name="connsiteX1" fmla="*/ 65999 w 147174"/>
                <a:gd name="connsiteY1" fmla="*/ 476870 h 614971"/>
                <a:gd name="connsiteX2" fmla="*/ 96906 w 147174"/>
                <a:gd name="connsiteY2" fmla="*/ 288234 h 614971"/>
                <a:gd name="connsiteX3" fmla="*/ 120855 w 147174"/>
                <a:gd name="connsiteY3" fmla="*/ 193582 h 614971"/>
                <a:gd name="connsiteX4" fmla="*/ 114299 w 147174"/>
                <a:gd name="connsiteY4" fmla="*/ 90507 h 614971"/>
                <a:gd name="connsiteX5" fmla="*/ 48472 w 147174"/>
                <a:gd name="connsiteY5" fmla="*/ 9091 h 614971"/>
                <a:gd name="connsiteX6" fmla="*/ 33754 w 147174"/>
                <a:gd name="connsiteY6" fmla="*/ 0 h 614971"/>
                <a:gd name="connsiteX7" fmla="*/ 45930 w 147174"/>
                <a:gd name="connsiteY7" fmla="*/ 28610 h 614971"/>
                <a:gd name="connsiteX8" fmla="*/ 80181 w 147174"/>
                <a:gd name="connsiteY8" fmla="*/ 64171 h 614971"/>
                <a:gd name="connsiteX9" fmla="*/ 103328 w 147174"/>
                <a:gd name="connsiteY9" fmla="*/ 190106 h 614971"/>
                <a:gd name="connsiteX10" fmla="*/ 79512 w 147174"/>
                <a:gd name="connsiteY10" fmla="*/ 284090 h 614971"/>
                <a:gd name="connsiteX11" fmla="*/ 48338 w 147174"/>
                <a:gd name="connsiteY11" fmla="*/ 481148 h 614971"/>
                <a:gd name="connsiteX12" fmla="*/ 4587 w 147174"/>
                <a:gd name="connsiteY12" fmla="*/ 522993 h 614971"/>
                <a:gd name="connsiteX13" fmla="*/ 49676 w 147174"/>
                <a:gd name="connsiteY13" fmla="*/ 613902 h 614971"/>
                <a:gd name="connsiteX14" fmla="*/ 146544 w 147174"/>
                <a:gd name="connsiteY14" fmla="*/ 571522 h 614971"/>
                <a:gd name="connsiteX15" fmla="*/ 101589 w 147174"/>
                <a:gd name="connsiteY15" fmla="*/ 480480 h 61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174" h="614971">
                  <a:moveTo>
                    <a:pt x="101589" y="480480"/>
                  </a:moveTo>
                  <a:cubicBezTo>
                    <a:pt x="89815" y="476469"/>
                    <a:pt x="77639" y="475400"/>
                    <a:pt x="65999" y="476870"/>
                  </a:cubicBezTo>
                  <a:cubicBezTo>
                    <a:pt x="58774" y="431282"/>
                    <a:pt x="77372" y="361362"/>
                    <a:pt x="96906" y="288234"/>
                  </a:cubicBezTo>
                  <a:cubicBezTo>
                    <a:pt x="105201" y="257486"/>
                    <a:pt x="113630" y="225668"/>
                    <a:pt x="120855" y="193582"/>
                  </a:cubicBezTo>
                  <a:cubicBezTo>
                    <a:pt x="129017" y="157219"/>
                    <a:pt x="126474" y="122059"/>
                    <a:pt x="114299" y="90507"/>
                  </a:cubicBezTo>
                  <a:cubicBezTo>
                    <a:pt x="101990" y="58556"/>
                    <a:pt x="79646" y="30481"/>
                    <a:pt x="48472" y="9091"/>
                  </a:cubicBezTo>
                  <a:cubicBezTo>
                    <a:pt x="43655" y="5882"/>
                    <a:pt x="38839" y="2807"/>
                    <a:pt x="33754" y="0"/>
                  </a:cubicBezTo>
                  <a:cubicBezTo>
                    <a:pt x="35895" y="9358"/>
                    <a:pt x="39775" y="18984"/>
                    <a:pt x="45930" y="28610"/>
                  </a:cubicBezTo>
                  <a:cubicBezTo>
                    <a:pt x="59443" y="39037"/>
                    <a:pt x="70949" y="51069"/>
                    <a:pt x="80181" y="64171"/>
                  </a:cubicBezTo>
                  <a:cubicBezTo>
                    <a:pt x="105067" y="99732"/>
                    <a:pt x="113764" y="143983"/>
                    <a:pt x="103328" y="190106"/>
                  </a:cubicBezTo>
                  <a:cubicBezTo>
                    <a:pt x="96103" y="221924"/>
                    <a:pt x="87674" y="253475"/>
                    <a:pt x="79512" y="284090"/>
                  </a:cubicBezTo>
                  <a:cubicBezTo>
                    <a:pt x="58507" y="362566"/>
                    <a:pt x="39775" y="432351"/>
                    <a:pt x="48338" y="481148"/>
                  </a:cubicBezTo>
                  <a:cubicBezTo>
                    <a:pt x="28670" y="488233"/>
                    <a:pt x="12347" y="502940"/>
                    <a:pt x="4587" y="522993"/>
                  </a:cubicBezTo>
                  <a:cubicBezTo>
                    <a:pt x="-9729" y="559758"/>
                    <a:pt x="10608" y="600533"/>
                    <a:pt x="49676" y="613902"/>
                  </a:cubicBezTo>
                  <a:cubicBezTo>
                    <a:pt x="88744" y="627271"/>
                    <a:pt x="132228" y="608287"/>
                    <a:pt x="146544" y="571522"/>
                  </a:cubicBezTo>
                  <a:cubicBezTo>
                    <a:pt x="160860" y="534624"/>
                    <a:pt x="140657" y="493849"/>
                    <a:pt x="101589" y="480480"/>
                  </a:cubicBez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79" name="Forma libre 455">
              <a:extLst>
                <a:ext uri="{FF2B5EF4-FFF2-40B4-BE49-F238E27FC236}">
                  <a16:creationId xmlns:a16="http://schemas.microsoft.com/office/drawing/2014/main" id="{3AE24FFF-3C49-F34A-A8D2-38AB42BB3FAA}"/>
                </a:ext>
              </a:extLst>
            </p:cNvPr>
            <p:cNvSpPr/>
            <p:nvPr/>
          </p:nvSpPr>
          <p:spPr>
            <a:xfrm>
              <a:off x="1317097" y="7340890"/>
              <a:ext cx="173934" cy="641709"/>
            </a:xfrm>
            <a:custGeom>
              <a:avLst/>
              <a:gdLst>
                <a:gd name="connsiteX0" fmla="*/ 95645 w 173933"/>
                <a:gd name="connsiteY0" fmla="*/ 372859 h 641709"/>
                <a:gd name="connsiteX1" fmla="*/ 92300 w 173933"/>
                <a:gd name="connsiteY1" fmla="*/ 373127 h 641709"/>
                <a:gd name="connsiteX2" fmla="*/ 79723 w 173933"/>
                <a:gd name="connsiteY2" fmla="*/ 79010 h 641709"/>
                <a:gd name="connsiteX3" fmla="*/ 132706 w 173933"/>
                <a:gd name="connsiteY3" fmla="*/ 25534 h 641709"/>
                <a:gd name="connsiteX4" fmla="*/ 143142 w 173933"/>
                <a:gd name="connsiteY4" fmla="*/ 0 h 641709"/>
                <a:gd name="connsiteX5" fmla="*/ 136452 w 173933"/>
                <a:gd name="connsiteY5" fmla="*/ 3342 h 641709"/>
                <a:gd name="connsiteX6" fmla="*/ 48683 w 173933"/>
                <a:gd name="connsiteY6" fmla="*/ 101604 h 641709"/>
                <a:gd name="connsiteX7" fmla="*/ 35571 w 173933"/>
                <a:gd name="connsiteY7" fmla="*/ 234223 h 641709"/>
                <a:gd name="connsiteX8" fmla="*/ 74639 w 173933"/>
                <a:gd name="connsiteY8" fmla="*/ 377004 h 641709"/>
                <a:gd name="connsiteX9" fmla="*/ 115 w 173933"/>
                <a:gd name="connsiteY9" fmla="*/ 512565 h 641709"/>
                <a:gd name="connsiteX10" fmla="*/ 8009 w 173933"/>
                <a:gd name="connsiteY10" fmla="*/ 524864 h 641709"/>
                <a:gd name="connsiteX11" fmla="*/ 10685 w 173933"/>
                <a:gd name="connsiteY11" fmla="*/ 630345 h 641709"/>
                <a:gd name="connsiteX12" fmla="*/ 17776 w 173933"/>
                <a:gd name="connsiteY12" fmla="*/ 634757 h 641709"/>
                <a:gd name="connsiteX13" fmla="*/ 24867 w 173933"/>
                <a:gd name="connsiteY13" fmla="*/ 635693 h 641709"/>
                <a:gd name="connsiteX14" fmla="*/ 28480 w 173933"/>
                <a:gd name="connsiteY14" fmla="*/ 649864 h 641709"/>
                <a:gd name="connsiteX15" fmla="*/ 33162 w 173933"/>
                <a:gd name="connsiteY15" fmla="*/ 652805 h 641709"/>
                <a:gd name="connsiteX16" fmla="*/ 40387 w 173933"/>
                <a:gd name="connsiteY16" fmla="*/ 649597 h 641709"/>
                <a:gd name="connsiteX17" fmla="*/ 46943 w 173933"/>
                <a:gd name="connsiteY17" fmla="*/ 634623 h 641709"/>
                <a:gd name="connsiteX18" fmla="*/ 38916 w 173933"/>
                <a:gd name="connsiteY18" fmla="*/ 613500 h 641709"/>
                <a:gd name="connsiteX19" fmla="*/ 25804 w 173933"/>
                <a:gd name="connsiteY19" fmla="*/ 627805 h 641709"/>
                <a:gd name="connsiteX20" fmla="*/ 16438 w 173933"/>
                <a:gd name="connsiteY20" fmla="*/ 624998 h 641709"/>
                <a:gd name="connsiteX21" fmla="*/ 16171 w 173933"/>
                <a:gd name="connsiteY21" fmla="*/ 524731 h 641709"/>
                <a:gd name="connsiteX22" fmla="*/ 24332 w 173933"/>
                <a:gd name="connsiteY22" fmla="*/ 515506 h 641709"/>
                <a:gd name="connsiteX23" fmla="*/ 95912 w 173933"/>
                <a:gd name="connsiteY23" fmla="*/ 395854 h 641709"/>
                <a:gd name="connsiteX24" fmla="*/ 162810 w 173933"/>
                <a:gd name="connsiteY24" fmla="*/ 503206 h 641709"/>
                <a:gd name="connsiteX25" fmla="*/ 172978 w 173933"/>
                <a:gd name="connsiteY25" fmla="*/ 513100 h 641709"/>
                <a:gd name="connsiteX26" fmla="*/ 161740 w 173933"/>
                <a:gd name="connsiteY26" fmla="*/ 613902 h 641709"/>
                <a:gd name="connsiteX27" fmla="*/ 152106 w 173933"/>
                <a:gd name="connsiteY27" fmla="*/ 615907 h 641709"/>
                <a:gd name="connsiteX28" fmla="*/ 140734 w 173933"/>
                <a:gd name="connsiteY28" fmla="*/ 600399 h 641709"/>
                <a:gd name="connsiteX29" fmla="*/ 130432 w 173933"/>
                <a:gd name="connsiteY29" fmla="*/ 620586 h 641709"/>
                <a:gd name="connsiteX30" fmla="*/ 142205 w 173933"/>
                <a:gd name="connsiteY30" fmla="*/ 639971 h 641709"/>
                <a:gd name="connsiteX31" fmla="*/ 152374 w 173933"/>
                <a:gd name="connsiteY31" fmla="*/ 623661 h 641709"/>
                <a:gd name="connsiteX32" fmla="*/ 166958 w 173933"/>
                <a:gd name="connsiteY32" fmla="*/ 619650 h 641709"/>
                <a:gd name="connsiteX33" fmla="*/ 180872 w 173933"/>
                <a:gd name="connsiteY33" fmla="*/ 511897 h 641709"/>
                <a:gd name="connsiteX34" fmla="*/ 186893 w 173933"/>
                <a:gd name="connsiteY34" fmla="*/ 500666 h 641709"/>
                <a:gd name="connsiteX35" fmla="*/ 95645 w 173933"/>
                <a:gd name="connsiteY35" fmla="*/ 372859 h 64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933" h="641709">
                  <a:moveTo>
                    <a:pt x="95645" y="372859"/>
                  </a:moveTo>
                  <a:cubicBezTo>
                    <a:pt x="94574" y="372859"/>
                    <a:pt x="93504" y="372993"/>
                    <a:pt x="92300" y="373127"/>
                  </a:cubicBezTo>
                  <a:cubicBezTo>
                    <a:pt x="79456" y="343715"/>
                    <a:pt x="14966" y="184357"/>
                    <a:pt x="79723" y="79010"/>
                  </a:cubicBezTo>
                  <a:cubicBezTo>
                    <a:pt x="92166" y="58689"/>
                    <a:pt x="109426" y="40507"/>
                    <a:pt x="132706" y="25534"/>
                  </a:cubicBezTo>
                  <a:cubicBezTo>
                    <a:pt x="137790" y="16844"/>
                    <a:pt x="141135" y="8289"/>
                    <a:pt x="143142" y="0"/>
                  </a:cubicBezTo>
                  <a:cubicBezTo>
                    <a:pt x="140868" y="1069"/>
                    <a:pt x="138593" y="2139"/>
                    <a:pt x="136452" y="3342"/>
                  </a:cubicBezTo>
                  <a:cubicBezTo>
                    <a:pt x="94574" y="25936"/>
                    <a:pt x="65139" y="59224"/>
                    <a:pt x="48683" y="101604"/>
                  </a:cubicBezTo>
                  <a:cubicBezTo>
                    <a:pt x="34233" y="138903"/>
                    <a:pt x="29550" y="183422"/>
                    <a:pt x="35571" y="234223"/>
                  </a:cubicBezTo>
                  <a:cubicBezTo>
                    <a:pt x="43331" y="299999"/>
                    <a:pt x="65808" y="356683"/>
                    <a:pt x="74639" y="377004"/>
                  </a:cubicBezTo>
                  <a:cubicBezTo>
                    <a:pt x="16572" y="399597"/>
                    <a:pt x="918" y="507485"/>
                    <a:pt x="115" y="512565"/>
                  </a:cubicBezTo>
                  <a:cubicBezTo>
                    <a:pt x="-688" y="517913"/>
                    <a:pt x="2791" y="522993"/>
                    <a:pt x="8009" y="524864"/>
                  </a:cubicBezTo>
                  <a:cubicBezTo>
                    <a:pt x="3995" y="543982"/>
                    <a:pt x="-8715" y="611094"/>
                    <a:pt x="10685" y="630345"/>
                  </a:cubicBezTo>
                  <a:cubicBezTo>
                    <a:pt x="12692" y="632351"/>
                    <a:pt x="15100" y="633821"/>
                    <a:pt x="17776" y="634757"/>
                  </a:cubicBezTo>
                  <a:cubicBezTo>
                    <a:pt x="19917" y="635559"/>
                    <a:pt x="22325" y="635693"/>
                    <a:pt x="24867" y="635693"/>
                  </a:cubicBezTo>
                  <a:cubicBezTo>
                    <a:pt x="24600" y="641709"/>
                    <a:pt x="26071" y="646790"/>
                    <a:pt x="28480" y="649864"/>
                  </a:cubicBezTo>
                  <a:cubicBezTo>
                    <a:pt x="29818" y="651468"/>
                    <a:pt x="31423" y="652671"/>
                    <a:pt x="33162" y="652805"/>
                  </a:cubicBezTo>
                  <a:cubicBezTo>
                    <a:pt x="35705" y="653073"/>
                    <a:pt x="38113" y="651869"/>
                    <a:pt x="40387" y="649597"/>
                  </a:cubicBezTo>
                  <a:cubicBezTo>
                    <a:pt x="43465" y="646388"/>
                    <a:pt x="46007" y="641040"/>
                    <a:pt x="46943" y="634623"/>
                  </a:cubicBezTo>
                  <a:cubicBezTo>
                    <a:pt x="48549" y="623795"/>
                    <a:pt x="44936" y="614302"/>
                    <a:pt x="38916" y="613500"/>
                  </a:cubicBezTo>
                  <a:cubicBezTo>
                    <a:pt x="33564" y="612832"/>
                    <a:pt x="28212" y="618982"/>
                    <a:pt x="25804" y="627805"/>
                  </a:cubicBezTo>
                  <a:cubicBezTo>
                    <a:pt x="21924" y="628207"/>
                    <a:pt x="18980" y="627404"/>
                    <a:pt x="16438" y="624998"/>
                  </a:cubicBezTo>
                  <a:cubicBezTo>
                    <a:pt x="1319" y="610025"/>
                    <a:pt x="10685" y="549998"/>
                    <a:pt x="16171" y="524731"/>
                  </a:cubicBezTo>
                  <a:cubicBezTo>
                    <a:pt x="20318" y="523260"/>
                    <a:pt x="23663" y="519918"/>
                    <a:pt x="24332" y="515506"/>
                  </a:cubicBezTo>
                  <a:cubicBezTo>
                    <a:pt x="28881" y="482485"/>
                    <a:pt x="50690" y="396656"/>
                    <a:pt x="95912" y="395854"/>
                  </a:cubicBezTo>
                  <a:cubicBezTo>
                    <a:pt x="148895" y="394918"/>
                    <a:pt x="162676" y="502137"/>
                    <a:pt x="162810" y="503206"/>
                  </a:cubicBezTo>
                  <a:cubicBezTo>
                    <a:pt x="163479" y="508421"/>
                    <a:pt x="167760" y="512297"/>
                    <a:pt x="172978" y="513100"/>
                  </a:cubicBezTo>
                  <a:cubicBezTo>
                    <a:pt x="175788" y="538100"/>
                    <a:pt x="178732" y="600265"/>
                    <a:pt x="161740" y="613902"/>
                  </a:cubicBezTo>
                  <a:cubicBezTo>
                    <a:pt x="159064" y="616040"/>
                    <a:pt x="155853" y="616576"/>
                    <a:pt x="152106" y="615907"/>
                  </a:cubicBezTo>
                  <a:cubicBezTo>
                    <a:pt x="150768" y="606950"/>
                    <a:pt x="146086" y="600265"/>
                    <a:pt x="140734" y="600399"/>
                  </a:cubicBezTo>
                  <a:cubicBezTo>
                    <a:pt x="134579" y="600667"/>
                    <a:pt x="130030" y="609624"/>
                    <a:pt x="130432" y="620586"/>
                  </a:cubicBezTo>
                  <a:cubicBezTo>
                    <a:pt x="130833" y="631549"/>
                    <a:pt x="136051" y="640238"/>
                    <a:pt x="142205" y="639971"/>
                  </a:cubicBezTo>
                  <a:cubicBezTo>
                    <a:pt x="147557" y="639837"/>
                    <a:pt x="151705" y="632752"/>
                    <a:pt x="152374" y="623661"/>
                  </a:cubicBezTo>
                  <a:cubicBezTo>
                    <a:pt x="157859" y="624329"/>
                    <a:pt x="162810" y="622992"/>
                    <a:pt x="166958" y="619650"/>
                  </a:cubicBezTo>
                  <a:cubicBezTo>
                    <a:pt x="189836" y="601201"/>
                    <a:pt x="182478" y="525266"/>
                    <a:pt x="180872" y="511897"/>
                  </a:cubicBezTo>
                  <a:cubicBezTo>
                    <a:pt x="184886" y="509624"/>
                    <a:pt x="187428" y="505346"/>
                    <a:pt x="186893" y="500666"/>
                  </a:cubicBezTo>
                  <a:cubicBezTo>
                    <a:pt x="186759" y="495453"/>
                    <a:pt x="171640" y="371523"/>
                    <a:pt x="95645" y="372859"/>
                  </a:cubicBez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46F00C0-6334-6347-84F7-C707F974DB3C}"/>
              </a:ext>
            </a:extLst>
          </p:cNvPr>
          <p:cNvSpPr/>
          <p:nvPr/>
        </p:nvSpPr>
        <p:spPr>
          <a:xfrm>
            <a:off x="9636962" y="5398421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F41D81E-C765-A54A-BBF9-77836DEB7725}"/>
              </a:ext>
            </a:extLst>
          </p:cNvPr>
          <p:cNvSpPr/>
          <p:nvPr/>
        </p:nvSpPr>
        <p:spPr>
          <a:xfrm>
            <a:off x="9636962" y="7926542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F51F863-C78B-D143-9B8E-255A0387F8AD}"/>
              </a:ext>
            </a:extLst>
          </p:cNvPr>
          <p:cNvSpPr/>
          <p:nvPr/>
        </p:nvSpPr>
        <p:spPr>
          <a:xfrm>
            <a:off x="9636962" y="10402503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27" name="CuadroTexto 395">
            <a:extLst>
              <a:ext uri="{FF2B5EF4-FFF2-40B4-BE49-F238E27FC236}">
                <a16:creationId xmlns:a16="http://schemas.microsoft.com/office/drawing/2014/main" id="{B8FB88BE-2B06-A546-80B5-C2C672BEAF21}"/>
              </a:ext>
            </a:extLst>
          </p:cNvPr>
          <p:cNvSpPr txBox="1"/>
          <p:nvPr/>
        </p:nvSpPr>
        <p:spPr>
          <a:xfrm>
            <a:off x="10524388" y="5279269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346DEC9-E575-2542-8659-033ADACA090E}"/>
              </a:ext>
            </a:extLst>
          </p:cNvPr>
          <p:cNvSpPr txBox="1"/>
          <p:nvPr/>
        </p:nvSpPr>
        <p:spPr>
          <a:xfrm>
            <a:off x="10524390" y="5963585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130" name="CuadroTexto 395">
            <a:extLst>
              <a:ext uri="{FF2B5EF4-FFF2-40B4-BE49-F238E27FC236}">
                <a16:creationId xmlns:a16="http://schemas.microsoft.com/office/drawing/2014/main" id="{DD3DEE38-C419-DE47-A565-C8C1509BBA3A}"/>
              </a:ext>
            </a:extLst>
          </p:cNvPr>
          <p:cNvSpPr txBox="1"/>
          <p:nvPr/>
        </p:nvSpPr>
        <p:spPr>
          <a:xfrm>
            <a:off x="10524388" y="7808982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ED25FE3-9C3D-4D4F-AD95-874717C27A3F}"/>
              </a:ext>
            </a:extLst>
          </p:cNvPr>
          <p:cNvSpPr txBox="1"/>
          <p:nvPr/>
        </p:nvSpPr>
        <p:spPr>
          <a:xfrm>
            <a:off x="10524390" y="8493298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133" name="CuadroTexto 395">
            <a:extLst>
              <a:ext uri="{FF2B5EF4-FFF2-40B4-BE49-F238E27FC236}">
                <a16:creationId xmlns:a16="http://schemas.microsoft.com/office/drawing/2014/main" id="{E6EF592A-B58A-DB4D-9A29-0BE257E3C132}"/>
              </a:ext>
            </a:extLst>
          </p:cNvPr>
          <p:cNvSpPr txBox="1"/>
          <p:nvPr/>
        </p:nvSpPr>
        <p:spPr>
          <a:xfrm>
            <a:off x="10524388" y="1028860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72CBE5B5-871E-AB40-9BA3-3C0C399A7D02}"/>
              </a:ext>
            </a:extLst>
          </p:cNvPr>
          <p:cNvSpPr txBox="1"/>
          <p:nvPr/>
        </p:nvSpPr>
        <p:spPr>
          <a:xfrm>
            <a:off x="10524390" y="10972924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7C9005-B27E-B74F-9CD2-72C6F85565D0}"/>
              </a:ext>
            </a:extLst>
          </p:cNvPr>
          <p:cNvSpPr/>
          <p:nvPr/>
        </p:nvSpPr>
        <p:spPr>
          <a:xfrm>
            <a:off x="16619653" y="5398421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D334880-F25D-2246-91F5-A79163BBB434}"/>
              </a:ext>
            </a:extLst>
          </p:cNvPr>
          <p:cNvSpPr/>
          <p:nvPr/>
        </p:nvSpPr>
        <p:spPr>
          <a:xfrm>
            <a:off x="16619653" y="7926542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963B839-4EE0-CC4B-9DFC-6D2FDF205A87}"/>
              </a:ext>
            </a:extLst>
          </p:cNvPr>
          <p:cNvSpPr/>
          <p:nvPr/>
        </p:nvSpPr>
        <p:spPr>
          <a:xfrm>
            <a:off x="16619653" y="10402503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146" name="CuadroTexto 395">
            <a:extLst>
              <a:ext uri="{FF2B5EF4-FFF2-40B4-BE49-F238E27FC236}">
                <a16:creationId xmlns:a16="http://schemas.microsoft.com/office/drawing/2014/main" id="{5F7C9CA8-C86A-1840-89CB-D8C3EA76E5BA}"/>
              </a:ext>
            </a:extLst>
          </p:cNvPr>
          <p:cNvSpPr txBox="1"/>
          <p:nvPr/>
        </p:nvSpPr>
        <p:spPr>
          <a:xfrm>
            <a:off x="17507079" y="5279269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3F6618-1DDB-4342-A5B4-CB6C68CAEB65}"/>
              </a:ext>
            </a:extLst>
          </p:cNvPr>
          <p:cNvSpPr txBox="1"/>
          <p:nvPr/>
        </p:nvSpPr>
        <p:spPr>
          <a:xfrm>
            <a:off x="17507081" y="5963585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144" name="CuadroTexto 395">
            <a:extLst>
              <a:ext uri="{FF2B5EF4-FFF2-40B4-BE49-F238E27FC236}">
                <a16:creationId xmlns:a16="http://schemas.microsoft.com/office/drawing/2014/main" id="{7FAF7B32-7970-E74E-9CEA-5661F56DBE62}"/>
              </a:ext>
            </a:extLst>
          </p:cNvPr>
          <p:cNvSpPr txBox="1"/>
          <p:nvPr/>
        </p:nvSpPr>
        <p:spPr>
          <a:xfrm>
            <a:off x="17507079" y="7808982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6934A69-1785-B04C-8841-901FFC5658FE}"/>
              </a:ext>
            </a:extLst>
          </p:cNvPr>
          <p:cNvSpPr txBox="1"/>
          <p:nvPr/>
        </p:nvSpPr>
        <p:spPr>
          <a:xfrm>
            <a:off x="17507081" y="8493298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142" name="CuadroTexto 395">
            <a:extLst>
              <a:ext uri="{FF2B5EF4-FFF2-40B4-BE49-F238E27FC236}">
                <a16:creationId xmlns:a16="http://schemas.microsoft.com/office/drawing/2014/main" id="{2B271E1B-1087-B946-9C76-9261F2B0FD4A}"/>
              </a:ext>
            </a:extLst>
          </p:cNvPr>
          <p:cNvSpPr txBox="1"/>
          <p:nvPr/>
        </p:nvSpPr>
        <p:spPr>
          <a:xfrm>
            <a:off x="17507079" y="1028860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91B5EE7-25F0-0C4B-B969-466091DE88D8}"/>
              </a:ext>
            </a:extLst>
          </p:cNvPr>
          <p:cNvSpPr txBox="1"/>
          <p:nvPr/>
        </p:nvSpPr>
        <p:spPr>
          <a:xfrm>
            <a:off x="17507081" y="10972924"/>
            <a:ext cx="5091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749CFE-AD4A-5C4F-B1FB-EC783E1A29A4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6" name="CuadroTexto 350">
              <a:extLst>
                <a:ext uri="{FF2B5EF4-FFF2-40B4-BE49-F238E27FC236}">
                  <a16:creationId xmlns:a16="http://schemas.microsoft.com/office/drawing/2014/main" id="{05D4C362-5B4B-DB4B-879B-64A7AA288D9C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7" name="CuadroTexto 351">
              <a:extLst>
                <a:ext uri="{FF2B5EF4-FFF2-40B4-BE49-F238E27FC236}">
                  <a16:creationId xmlns:a16="http://schemas.microsoft.com/office/drawing/2014/main" id="{F57CBA2E-C411-C245-ADF4-C9F3EC125906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9AF4AD0-F5F3-6641-AC93-822D76EE9F06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09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orma libre 70">
            <a:extLst>
              <a:ext uri="{FF2B5EF4-FFF2-40B4-BE49-F238E27FC236}">
                <a16:creationId xmlns:a16="http://schemas.microsoft.com/office/drawing/2014/main" id="{D869F3D1-A8CA-3648-9660-AAE47FEB5B5E}"/>
              </a:ext>
            </a:extLst>
          </p:cNvPr>
          <p:cNvSpPr/>
          <p:nvPr/>
        </p:nvSpPr>
        <p:spPr>
          <a:xfrm>
            <a:off x="10951132" y="5541292"/>
            <a:ext cx="2449970" cy="907418"/>
          </a:xfrm>
          <a:custGeom>
            <a:avLst/>
            <a:gdLst>
              <a:gd name="connsiteX0" fmla="*/ 26093 w 205997"/>
              <a:gd name="connsiteY0" fmla="*/ 83621 h 76296"/>
              <a:gd name="connsiteX1" fmla="*/ 26093 w 205997"/>
              <a:gd name="connsiteY1" fmla="*/ 49516 h 76296"/>
              <a:gd name="connsiteX2" fmla="*/ 49516 w 205997"/>
              <a:gd name="connsiteY2" fmla="*/ 26094 h 76296"/>
              <a:gd name="connsiteX3" fmla="*/ 160679 w 205997"/>
              <a:gd name="connsiteY3" fmla="*/ 26094 h 76296"/>
              <a:gd name="connsiteX4" fmla="*/ 184101 w 205997"/>
              <a:gd name="connsiteY4" fmla="*/ 49516 h 76296"/>
              <a:gd name="connsiteX5" fmla="*/ 184101 w 205997"/>
              <a:gd name="connsiteY5" fmla="*/ 83621 h 76296"/>
              <a:gd name="connsiteX6" fmla="*/ 210194 w 205997"/>
              <a:gd name="connsiteY6" fmla="*/ 83621 h 76296"/>
              <a:gd name="connsiteX7" fmla="*/ 210194 w 205997"/>
              <a:gd name="connsiteY7" fmla="*/ 49516 h 76296"/>
              <a:gd name="connsiteX8" fmla="*/ 160679 w 205997"/>
              <a:gd name="connsiteY8" fmla="*/ 0 h 76296"/>
              <a:gd name="connsiteX9" fmla="*/ 49516 w 205997"/>
              <a:gd name="connsiteY9" fmla="*/ 0 h 76296"/>
              <a:gd name="connsiteX10" fmla="*/ 0 w 205997"/>
              <a:gd name="connsiteY10" fmla="*/ 49516 h 76296"/>
              <a:gd name="connsiteX11" fmla="*/ 0 w 205997"/>
              <a:gd name="connsiteY11" fmla="*/ 83621 h 76296"/>
              <a:gd name="connsiteX12" fmla="*/ 26093 w 205997"/>
              <a:gd name="connsiteY12" fmla="*/ 83621 h 7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5997" h="76296">
                <a:moveTo>
                  <a:pt x="26093" y="83621"/>
                </a:moveTo>
                <a:lnTo>
                  <a:pt x="26093" y="49516"/>
                </a:lnTo>
                <a:cubicBezTo>
                  <a:pt x="26093" y="36546"/>
                  <a:pt x="36622" y="26094"/>
                  <a:pt x="49516" y="26094"/>
                </a:cubicBezTo>
                <a:lnTo>
                  <a:pt x="160679" y="26094"/>
                </a:lnTo>
                <a:cubicBezTo>
                  <a:pt x="173648" y="26094"/>
                  <a:pt x="184101" y="36623"/>
                  <a:pt x="184101" y="49516"/>
                </a:cubicBezTo>
                <a:lnTo>
                  <a:pt x="184101" y="83621"/>
                </a:lnTo>
                <a:lnTo>
                  <a:pt x="210194" y="83621"/>
                </a:lnTo>
                <a:lnTo>
                  <a:pt x="210194" y="49516"/>
                </a:lnTo>
                <a:cubicBezTo>
                  <a:pt x="210194" y="22202"/>
                  <a:pt x="187992" y="0"/>
                  <a:pt x="160679" y="0"/>
                </a:cubicBezTo>
                <a:lnTo>
                  <a:pt x="49516" y="0"/>
                </a:lnTo>
                <a:cubicBezTo>
                  <a:pt x="22202" y="0"/>
                  <a:pt x="0" y="22202"/>
                  <a:pt x="0" y="49516"/>
                </a:cubicBezTo>
                <a:lnTo>
                  <a:pt x="0" y="83621"/>
                </a:lnTo>
                <a:lnTo>
                  <a:pt x="26093" y="83621"/>
                </a:lnTo>
                <a:close/>
              </a:path>
            </a:pathLst>
          </a:custGeom>
          <a:solidFill>
            <a:schemeClr val="accent3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8" name="Forma libre 71">
            <a:extLst>
              <a:ext uri="{FF2B5EF4-FFF2-40B4-BE49-F238E27FC236}">
                <a16:creationId xmlns:a16="http://schemas.microsoft.com/office/drawing/2014/main" id="{1A2C4BCF-A939-E043-9933-61552F4C3323}"/>
              </a:ext>
            </a:extLst>
          </p:cNvPr>
          <p:cNvSpPr/>
          <p:nvPr/>
        </p:nvSpPr>
        <p:spPr>
          <a:xfrm>
            <a:off x="9436684" y="6116591"/>
            <a:ext cx="998140" cy="635194"/>
          </a:xfrm>
          <a:custGeom>
            <a:avLst/>
            <a:gdLst>
              <a:gd name="connsiteX0" fmla="*/ 55009 w 83924"/>
              <a:gd name="connsiteY0" fmla="*/ 58748 h 53407"/>
              <a:gd name="connsiteX1" fmla="*/ 29374 w 83924"/>
              <a:gd name="connsiteY1" fmla="*/ 58748 h 53407"/>
              <a:gd name="connsiteX2" fmla="*/ 0 w 83924"/>
              <a:gd name="connsiteY2" fmla="*/ 29374 h 53407"/>
              <a:gd name="connsiteX3" fmla="*/ 0 w 83924"/>
              <a:gd name="connsiteY3" fmla="*/ 29374 h 53407"/>
              <a:gd name="connsiteX4" fmla="*/ 29374 w 83924"/>
              <a:gd name="connsiteY4" fmla="*/ 0 h 53407"/>
              <a:gd name="connsiteX5" fmla="*/ 55009 w 83924"/>
              <a:gd name="connsiteY5" fmla="*/ 0 h 53407"/>
              <a:gd name="connsiteX6" fmla="*/ 84382 w 83924"/>
              <a:gd name="connsiteY6" fmla="*/ 29374 h 53407"/>
              <a:gd name="connsiteX7" fmla="*/ 84382 w 83924"/>
              <a:gd name="connsiteY7" fmla="*/ 29374 h 53407"/>
              <a:gd name="connsiteX8" fmla="*/ 55009 w 83924"/>
              <a:gd name="connsiteY8" fmla="*/ 58748 h 53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924" h="53407">
                <a:moveTo>
                  <a:pt x="55009" y="58748"/>
                </a:moveTo>
                <a:lnTo>
                  <a:pt x="29374" y="58748"/>
                </a:lnTo>
                <a:cubicBezTo>
                  <a:pt x="13199" y="58748"/>
                  <a:pt x="0" y="45549"/>
                  <a:pt x="0" y="29374"/>
                </a:cubicBezTo>
                <a:lnTo>
                  <a:pt x="0" y="29374"/>
                </a:lnTo>
                <a:cubicBezTo>
                  <a:pt x="0" y="13199"/>
                  <a:pt x="13199" y="0"/>
                  <a:pt x="29374" y="0"/>
                </a:cubicBezTo>
                <a:lnTo>
                  <a:pt x="55009" y="0"/>
                </a:lnTo>
                <a:cubicBezTo>
                  <a:pt x="71183" y="0"/>
                  <a:pt x="84382" y="13199"/>
                  <a:pt x="84382" y="29374"/>
                </a:cubicBezTo>
                <a:lnTo>
                  <a:pt x="84382" y="29374"/>
                </a:lnTo>
                <a:cubicBezTo>
                  <a:pt x="84382" y="45473"/>
                  <a:pt x="71107" y="58748"/>
                  <a:pt x="55009" y="58748"/>
                </a:cubicBezTo>
                <a:close/>
              </a:path>
            </a:pathLst>
          </a:custGeom>
          <a:solidFill>
            <a:schemeClr val="accent3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49" name="Forma libre 72">
            <a:extLst>
              <a:ext uri="{FF2B5EF4-FFF2-40B4-BE49-F238E27FC236}">
                <a16:creationId xmlns:a16="http://schemas.microsoft.com/office/drawing/2014/main" id="{35BD39BB-8013-8849-8985-94E480168E08}"/>
              </a:ext>
            </a:extLst>
          </p:cNvPr>
          <p:cNvSpPr/>
          <p:nvPr/>
        </p:nvSpPr>
        <p:spPr>
          <a:xfrm>
            <a:off x="14029945" y="6116591"/>
            <a:ext cx="998140" cy="635194"/>
          </a:xfrm>
          <a:custGeom>
            <a:avLst/>
            <a:gdLst>
              <a:gd name="connsiteX0" fmla="*/ 55009 w 83924"/>
              <a:gd name="connsiteY0" fmla="*/ 58748 h 53407"/>
              <a:gd name="connsiteX1" fmla="*/ 29374 w 83924"/>
              <a:gd name="connsiteY1" fmla="*/ 58748 h 53407"/>
              <a:gd name="connsiteX2" fmla="*/ 0 w 83924"/>
              <a:gd name="connsiteY2" fmla="*/ 29374 h 53407"/>
              <a:gd name="connsiteX3" fmla="*/ 0 w 83924"/>
              <a:gd name="connsiteY3" fmla="*/ 29374 h 53407"/>
              <a:gd name="connsiteX4" fmla="*/ 29374 w 83924"/>
              <a:gd name="connsiteY4" fmla="*/ 0 h 53407"/>
              <a:gd name="connsiteX5" fmla="*/ 55009 w 83924"/>
              <a:gd name="connsiteY5" fmla="*/ 0 h 53407"/>
              <a:gd name="connsiteX6" fmla="*/ 84382 w 83924"/>
              <a:gd name="connsiteY6" fmla="*/ 29374 h 53407"/>
              <a:gd name="connsiteX7" fmla="*/ 84382 w 83924"/>
              <a:gd name="connsiteY7" fmla="*/ 29374 h 53407"/>
              <a:gd name="connsiteX8" fmla="*/ 55009 w 83924"/>
              <a:gd name="connsiteY8" fmla="*/ 58748 h 53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924" h="53407">
                <a:moveTo>
                  <a:pt x="55009" y="58748"/>
                </a:moveTo>
                <a:lnTo>
                  <a:pt x="29374" y="58748"/>
                </a:lnTo>
                <a:cubicBezTo>
                  <a:pt x="13199" y="58748"/>
                  <a:pt x="0" y="45549"/>
                  <a:pt x="0" y="29374"/>
                </a:cubicBezTo>
                <a:lnTo>
                  <a:pt x="0" y="29374"/>
                </a:lnTo>
                <a:cubicBezTo>
                  <a:pt x="0" y="13199"/>
                  <a:pt x="13199" y="0"/>
                  <a:pt x="29374" y="0"/>
                </a:cubicBezTo>
                <a:lnTo>
                  <a:pt x="55009" y="0"/>
                </a:lnTo>
                <a:cubicBezTo>
                  <a:pt x="71183" y="0"/>
                  <a:pt x="84382" y="13199"/>
                  <a:pt x="84382" y="29374"/>
                </a:cubicBezTo>
                <a:lnTo>
                  <a:pt x="84382" y="29374"/>
                </a:lnTo>
                <a:cubicBezTo>
                  <a:pt x="84382" y="45473"/>
                  <a:pt x="71183" y="58748"/>
                  <a:pt x="55009" y="58748"/>
                </a:cubicBezTo>
                <a:close/>
              </a:path>
            </a:pathLst>
          </a:custGeom>
          <a:solidFill>
            <a:schemeClr val="accent3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50" name="Forma libre 73">
            <a:extLst>
              <a:ext uri="{FF2B5EF4-FFF2-40B4-BE49-F238E27FC236}">
                <a16:creationId xmlns:a16="http://schemas.microsoft.com/office/drawing/2014/main" id="{6EE78C30-B8C0-7843-BFA5-41BE1D9D6372}"/>
              </a:ext>
            </a:extLst>
          </p:cNvPr>
          <p:cNvSpPr/>
          <p:nvPr/>
        </p:nvSpPr>
        <p:spPr>
          <a:xfrm>
            <a:off x="8649970" y="6312592"/>
            <a:ext cx="7077710" cy="4537064"/>
          </a:xfrm>
          <a:custGeom>
            <a:avLst/>
            <a:gdLst>
              <a:gd name="connsiteX0" fmla="*/ 544826 w 595103"/>
              <a:gd name="connsiteY0" fmla="*/ 386519 h 381482"/>
              <a:gd name="connsiteX1" fmla="*/ 53407 w 595103"/>
              <a:gd name="connsiteY1" fmla="*/ 386519 h 381482"/>
              <a:gd name="connsiteX2" fmla="*/ 0 w 595103"/>
              <a:gd name="connsiteY2" fmla="*/ 333111 h 381482"/>
              <a:gd name="connsiteX3" fmla="*/ 0 w 595103"/>
              <a:gd name="connsiteY3" fmla="*/ 53408 h 381482"/>
              <a:gd name="connsiteX4" fmla="*/ 53407 w 595103"/>
              <a:gd name="connsiteY4" fmla="*/ 0 h 381482"/>
              <a:gd name="connsiteX5" fmla="*/ 544826 w 595103"/>
              <a:gd name="connsiteY5" fmla="*/ 0 h 381482"/>
              <a:gd name="connsiteX6" fmla="*/ 598232 w 595103"/>
              <a:gd name="connsiteY6" fmla="*/ 53408 h 381482"/>
              <a:gd name="connsiteX7" fmla="*/ 598232 w 595103"/>
              <a:gd name="connsiteY7" fmla="*/ 333111 h 381482"/>
              <a:gd name="connsiteX8" fmla="*/ 544826 w 595103"/>
              <a:gd name="connsiteY8" fmla="*/ 386519 h 38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5103" h="381482">
                <a:moveTo>
                  <a:pt x="544826" y="386519"/>
                </a:moveTo>
                <a:lnTo>
                  <a:pt x="53407" y="386519"/>
                </a:lnTo>
                <a:cubicBezTo>
                  <a:pt x="24033" y="386519"/>
                  <a:pt x="0" y="362485"/>
                  <a:pt x="0" y="333111"/>
                </a:cubicBezTo>
                <a:lnTo>
                  <a:pt x="0" y="53408"/>
                </a:lnTo>
                <a:cubicBezTo>
                  <a:pt x="0" y="24033"/>
                  <a:pt x="24033" y="0"/>
                  <a:pt x="53407" y="0"/>
                </a:cubicBezTo>
                <a:lnTo>
                  <a:pt x="544826" y="0"/>
                </a:lnTo>
                <a:cubicBezTo>
                  <a:pt x="574199" y="0"/>
                  <a:pt x="598232" y="24033"/>
                  <a:pt x="598232" y="53408"/>
                </a:cubicBezTo>
                <a:lnTo>
                  <a:pt x="598232" y="333111"/>
                </a:lnTo>
                <a:cubicBezTo>
                  <a:pt x="598232" y="362485"/>
                  <a:pt x="574199" y="386519"/>
                  <a:pt x="544826" y="386519"/>
                </a:cubicBezTo>
                <a:close/>
              </a:path>
            </a:pathLst>
          </a:custGeom>
          <a:solidFill>
            <a:schemeClr val="accent1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51" name="Forma libre 74">
            <a:extLst>
              <a:ext uri="{FF2B5EF4-FFF2-40B4-BE49-F238E27FC236}">
                <a16:creationId xmlns:a16="http://schemas.microsoft.com/office/drawing/2014/main" id="{782B4BF0-9D38-D547-8A69-D6B3DA0E3FE9}"/>
              </a:ext>
            </a:extLst>
          </p:cNvPr>
          <p:cNvSpPr/>
          <p:nvPr/>
        </p:nvSpPr>
        <p:spPr>
          <a:xfrm>
            <a:off x="10834983" y="7238158"/>
            <a:ext cx="2722194" cy="2722241"/>
          </a:xfrm>
          <a:custGeom>
            <a:avLst/>
            <a:gdLst>
              <a:gd name="connsiteX0" fmla="*/ 230870 w 228886"/>
              <a:gd name="connsiteY0" fmla="*/ 115437 h 228889"/>
              <a:gd name="connsiteX1" fmla="*/ 115435 w 228886"/>
              <a:gd name="connsiteY1" fmla="*/ 230874 h 228889"/>
              <a:gd name="connsiteX2" fmla="*/ 0 w 228886"/>
              <a:gd name="connsiteY2" fmla="*/ 115437 h 228889"/>
              <a:gd name="connsiteX3" fmla="*/ 115435 w 228886"/>
              <a:gd name="connsiteY3" fmla="*/ 0 h 228889"/>
              <a:gd name="connsiteX4" fmla="*/ 230870 w 228886"/>
              <a:gd name="connsiteY4" fmla="*/ 115437 h 22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886" h="228889">
                <a:moveTo>
                  <a:pt x="230870" y="115437"/>
                </a:moveTo>
                <a:cubicBezTo>
                  <a:pt x="230870" y="179191"/>
                  <a:pt x="179188" y="230874"/>
                  <a:pt x="115435" y="230874"/>
                </a:cubicBezTo>
                <a:cubicBezTo>
                  <a:pt x="51682" y="230874"/>
                  <a:pt x="0" y="179191"/>
                  <a:pt x="0" y="115437"/>
                </a:cubicBezTo>
                <a:cubicBezTo>
                  <a:pt x="0" y="51683"/>
                  <a:pt x="51682" y="0"/>
                  <a:pt x="115435" y="0"/>
                </a:cubicBezTo>
                <a:cubicBezTo>
                  <a:pt x="179188" y="0"/>
                  <a:pt x="230870" y="51683"/>
                  <a:pt x="230870" y="115437"/>
                </a:cubicBezTo>
                <a:close/>
              </a:path>
            </a:pathLst>
          </a:custGeom>
          <a:solidFill>
            <a:srgbClr val="FFFFFF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52" name="Forma libre 75">
            <a:extLst>
              <a:ext uri="{FF2B5EF4-FFF2-40B4-BE49-F238E27FC236}">
                <a16:creationId xmlns:a16="http://schemas.microsoft.com/office/drawing/2014/main" id="{4729C556-AB0F-0D4C-840D-68DD96127A51}"/>
              </a:ext>
            </a:extLst>
          </p:cNvPr>
          <p:cNvSpPr/>
          <p:nvPr/>
        </p:nvSpPr>
        <p:spPr>
          <a:xfrm>
            <a:off x="12026399" y="8042129"/>
            <a:ext cx="362958" cy="1088896"/>
          </a:xfrm>
          <a:custGeom>
            <a:avLst/>
            <a:gdLst>
              <a:gd name="connsiteX0" fmla="*/ 0 w 30518"/>
              <a:gd name="connsiteY0" fmla="*/ 0 h 91555"/>
              <a:gd name="connsiteX1" fmla="*/ 30518 w 30518"/>
              <a:gd name="connsiteY1" fmla="*/ 0 h 91555"/>
              <a:gd name="connsiteX2" fmla="*/ 30518 w 30518"/>
              <a:gd name="connsiteY2" fmla="*/ 95676 h 91555"/>
              <a:gd name="connsiteX3" fmla="*/ 0 w 30518"/>
              <a:gd name="connsiteY3" fmla="*/ 95676 h 91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18" h="91555">
                <a:moveTo>
                  <a:pt x="0" y="0"/>
                </a:moveTo>
                <a:lnTo>
                  <a:pt x="30518" y="0"/>
                </a:lnTo>
                <a:lnTo>
                  <a:pt x="30518" y="95676"/>
                </a:lnTo>
                <a:lnTo>
                  <a:pt x="0" y="95676"/>
                </a:lnTo>
                <a:close/>
              </a:path>
            </a:pathLst>
          </a:custGeom>
          <a:solidFill>
            <a:schemeClr val="accent4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53" name="Forma libre 76">
            <a:extLst>
              <a:ext uri="{FF2B5EF4-FFF2-40B4-BE49-F238E27FC236}">
                <a16:creationId xmlns:a16="http://schemas.microsoft.com/office/drawing/2014/main" id="{591A7588-E394-7043-AD11-D3468FF87B16}"/>
              </a:ext>
            </a:extLst>
          </p:cNvPr>
          <p:cNvSpPr/>
          <p:nvPr/>
        </p:nvSpPr>
        <p:spPr>
          <a:xfrm>
            <a:off x="11638466" y="8429717"/>
            <a:ext cx="1088873" cy="362969"/>
          </a:xfrm>
          <a:custGeom>
            <a:avLst/>
            <a:gdLst>
              <a:gd name="connsiteX0" fmla="*/ 0 w 91554"/>
              <a:gd name="connsiteY0" fmla="*/ 30519 h 30518"/>
              <a:gd name="connsiteX1" fmla="*/ 0 w 91554"/>
              <a:gd name="connsiteY1" fmla="*/ 0 h 30518"/>
              <a:gd name="connsiteX2" fmla="*/ 95674 w 91554"/>
              <a:gd name="connsiteY2" fmla="*/ 0 h 30518"/>
              <a:gd name="connsiteX3" fmla="*/ 95674 w 91554"/>
              <a:gd name="connsiteY3" fmla="*/ 30519 h 30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554" h="30518">
                <a:moveTo>
                  <a:pt x="0" y="30519"/>
                </a:moveTo>
                <a:lnTo>
                  <a:pt x="0" y="0"/>
                </a:lnTo>
                <a:lnTo>
                  <a:pt x="95674" y="0"/>
                </a:lnTo>
                <a:lnTo>
                  <a:pt x="95674" y="30519"/>
                </a:lnTo>
                <a:close/>
              </a:path>
            </a:pathLst>
          </a:custGeom>
          <a:solidFill>
            <a:schemeClr val="accent4"/>
          </a:solidFill>
          <a:ln w="7630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5D19CB-C30B-7645-AE94-6305F8487CC5}"/>
              </a:ext>
            </a:extLst>
          </p:cNvPr>
          <p:cNvGrpSpPr/>
          <p:nvPr/>
        </p:nvGrpSpPr>
        <p:grpSpPr>
          <a:xfrm>
            <a:off x="15734351" y="6168732"/>
            <a:ext cx="1704563" cy="4776077"/>
            <a:chOff x="15734351" y="6168732"/>
            <a:chExt cx="1704563" cy="4776077"/>
          </a:xfrm>
        </p:grpSpPr>
        <p:cxnSp>
          <p:nvCxnSpPr>
            <p:cNvPr id="5" name="Elbow Connector 4">
              <a:extLst>
                <a:ext uri="{FF2B5EF4-FFF2-40B4-BE49-F238E27FC236}">
                  <a16:creationId xmlns:a16="http://schemas.microsoft.com/office/drawing/2014/main" id="{FFD89015-CC46-EB48-B7E0-43EF1AFC9D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34351" y="6168732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lbow Connector 57">
              <a:extLst>
                <a:ext uri="{FF2B5EF4-FFF2-40B4-BE49-F238E27FC236}">
                  <a16:creationId xmlns:a16="http://schemas.microsoft.com/office/drawing/2014/main" id="{E4D6D4BF-2EC5-1543-83AE-885D9213CBE8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351" y="9778209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AFE2A7A-F833-E84C-AFCB-BF57230C9BA6}"/>
              </a:ext>
            </a:extLst>
          </p:cNvPr>
          <p:cNvGrpSpPr/>
          <p:nvPr/>
        </p:nvGrpSpPr>
        <p:grpSpPr>
          <a:xfrm flipH="1">
            <a:off x="6959632" y="6168732"/>
            <a:ext cx="1704563" cy="4776077"/>
            <a:chOff x="15734351" y="6168732"/>
            <a:chExt cx="1704563" cy="4776077"/>
          </a:xfrm>
        </p:grpSpPr>
        <p:cxnSp>
          <p:nvCxnSpPr>
            <p:cNvPr id="61" name="Elbow Connector 60">
              <a:extLst>
                <a:ext uri="{FF2B5EF4-FFF2-40B4-BE49-F238E27FC236}">
                  <a16:creationId xmlns:a16="http://schemas.microsoft.com/office/drawing/2014/main" id="{AAEEFC00-6001-784E-A1DA-8444413B42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34351" y="6168732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61">
              <a:extLst>
                <a:ext uri="{FF2B5EF4-FFF2-40B4-BE49-F238E27FC236}">
                  <a16:creationId xmlns:a16="http://schemas.microsoft.com/office/drawing/2014/main" id="{E847E650-B051-6C49-8D70-17E2029F655E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351" y="9778209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CuadroTexto 395">
            <a:extLst>
              <a:ext uri="{FF2B5EF4-FFF2-40B4-BE49-F238E27FC236}">
                <a16:creationId xmlns:a16="http://schemas.microsoft.com/office/drawing/2014/main" id="{EAA8EDB7-4A15-9345-B432-4D811FC65CA5}"/>
              </a:ext>
            </a:extLst>
          </p:cNvPr>
          <p:cNvSpPr txBox="1"/>
          <p:nvPr/>
        </p:nvSpPr>
        <p:spPr>
          <a:xfrm flipH="1">
            <a:off x="2654295" y="5200229"/>
            <a:ext cx="382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EE2D6E-273B-C24F-9EA2-057F088A84CA}"/>
              </a:ext>
            </a:extLst>
          </p:cNvPr>
          <p:cNvSpPr txBox="1"/>
          <p:nvPr/>
        </p:nvSpPr>
        <p:spPr>
          <a:xfrm flipH="1">
            <a:off x="1861456" y="5884545"/>
            <a:ext cx="46133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7" name="CuadroTexto 395">
            <a:extLst>
              <a:ext uri="{FF2B5EF4-FFF2-40B4-BE49-F238E27FC236}">
                <a16:creationId xmlns:a16="http://schemas.microsoft.com/office/drawing/2014/main" id="{38BFFC90-3E3A-D844-AAF6-2113B857C4C8}"/>
              </a:ext>
            </a:extLst>
          </p:cNvPr>
          <p:cNvSpPr txBox="1"/>
          <p:nvPr/>
        </p:nvSpPr>
        <p:spPr>
          <a:xfrm>
            <a:off x="17912371" y="5154509"/>
            <a:ext cx="382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0C8CA7-56CC-E24C-B2D7-7CD0C1A98911}"/>
              </a:ext>
            </a:extLst>
          </p:cNvPr>
          <p:cNvSpPr txBox="1"/>
          <p:nvPr/>
        </p:nvSpPr>
        <p:spPr>
          <a:xfrm>
            <a:off x="17912372" y="5838825"/>
            <a:ext cx="43271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82" name="CuadroTexto 395">
            <a:extLst>
              <a:ext uri="{FF2B5EF4-FFF2-40B4-BE49-F238E27FC236}">
                <a16:creationId xmlns:a16="http://schemas.microsoft.com/office/drawing/2014/main" id="{A5A23B96-CFCD-3B45-B1E9-B1719D3CF366}"/>
              </a:ext>
            </a:extLst>
          </p:cNvPr>
          <p:cNvSpPr txBox="1"/>
          <p:nvPr/>
        </p:nvSpPr>
        <p:spPr>
          <a:xfrm flipH="1">
            <a:off x="2654295" y="9501296"/>
            <a:ext cx="382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F2E4A2-5DEA-134F-B535-2917D41A2177}"/>
              </a:ext>
            </a:extLst>
          </p:cNvPr>
          <p:cNvSpPr txBox="1"/>
          <p:nvPr/>
        </p:nvSpPr>
        <p:spPr>
          <a:xfrm flipH="1">
            <a:off x="1861456" y="10185612"/>
            <a:ext cx="46133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85" name="CuadroTexto 395">
            <a:extLst>
              <a:ext uri="{FF2B5EF4-FFF2-40B4-BE49-F238E27FC236}">
                <a16:creationId xmlns:a16="http://schemas.microsoft.com/office/drawing/2014/main" id="{ADA6FBE2-ADFD-864E-9404-250EC98CD732}"/>
              </a:ext>
            </a:extLst>
          </p:cNvPr>
          <p:cNvSpPr txBox="1"/>
          <p:nvPr/>
        </p:nvSpPr>
        <p:spPr>
          <a:xfrm>
            <a:off x="17912371" y="9455576"/>
            <a:ext cx="382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51BE82-3118-514D-8BB5-E06C08927D26}"/>
              </a:ext>
            </a:extLst>
          </p:cNvPr>
          <p:cNvSpPr txBox="1"/>
          <p:nvPr/>
        </p:nvSpPr>
        <p:spPr>
          <a:xfrm>
            <a:off x="17912372" y="10139892"/>
            <a:ext cx="43271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2952A11-531F-D949-9038-FFD9BF32FCCF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2" name="CuadroTexto 350">
              <a:extLst>
                <a:ext uri="{FF2B5EF4-FFF2-40B4-BE49-F238E27FC236}">
                  <a16:creationId xmlns:a16="http://schemas.microsoft.com/office/drawing/2014/main" id="{28608EBF-2D7E-1E47-9815-F2BB522DD40A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3" name="CuadroTexto 351">
              <a:extLst>
                <a:ext uri="{FF2B5EF4-FFF2-40B4-BE49-F238E27FC236}">
                  <a16:creationId xmlns:a16="http://schemas.microsoft.com/office/drawing/2014/main" id="{1A8C7961-942F-C642-AF54-1B94AAD4099D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DC85D0C-19DB-2941-AC76-1772AAAF0582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40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20F89D-28B9-2144-BC78-3FE9EF734543}"/>
              </a:ext>
            </a:extLst>
          </p:cNvPr>
          <p:cNvGrpSpPr/>
          <p:nvPr/>
        </p:nvGrpSpPr>
        <p:grpSpPr>
          <a:xfrm>
            <a:off x="7477454" y="5285064"/>
            <a:ext cx="4877467" cy="8430936"/>
            <a:chOff x="2174430" y="2389192"/>
            <a:chExt cx="5140770" cy="888606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6178107-4EEB-7649-8C77-94F3BDFFED35}"/>
                </a:ext>
              </a:extLst>
            </p:cNvPr>
            <p:cNvGrpSpPr/>
            <p:nvPr/>
          </p:nvGrpSpPr>
          <p:grpSpPr>
            <a:xfrm>
              <a:off x="2174430" y="2389192"/>
              <a:ext cx="5140770" cy="8886068"/>
              <a:chOff x="4079430" y="651954"/>
              <a:chExt cx="3570605" cy="6171962"/>
            </a:xfrm>
          </p:grpSpPr>
          <p:sp>
            <p:nvSpPr>
              <p:cNvPr id="33" name="Forma libre 8">
                <a:extLst>
                  <a:ext uri="{FF2B5EF4-FFF2-40B4-BE49-F238E27FC236}">
                    <a16:creationId xmlns:a16="http://schemas.microsoft.com/office/drawing/2014/main" id="{BE015D7C-A89F-9940-8D98-9E5B0211D379}"/>
                  </a:ext>
                </a:extLst>
              </p:cNvPr>
              <p:cNvSpPr/>
              <p:nvPr/>
            </p:nvSpPr>
            <p:spPr>
              <a:xfrm>
                <a:off x="4079430" y="652018"/>
                <a:ext cx="3556000" cy="4311650"/>
              </a:xfrm>
              <a:custGeom>
                <a:avLst/>
                <a:gdLst>
                  <a:gd name="connsiteX0" fmla="*/ 2667127 w 3556000"/>
                  <a:gd name="connsiteY0" fmla="*/ 3175 h 4311650"/>
                  <a:gd name="connsiteX1" fmla="*/ 894588 w 3556000"/>
                  <a:gd name="connsiteY1" fmla="*/ 3175 h 4311650"/>
                  <a:gd name="connsiteX2" fmla="*/ 3175 w 3556000"/>
                  <a:gd name="connsiteY2" fmla="*/ 894525 h 4311650"/>
                  <a:gd name="connsiteX3" fmla="*/ 3175 w 3556000"/>
                  <a:gd name="connsiteY3" fmla="*/ 3418840 h 4311650"/>
                  <a:gd name="connsiteX4" fmla="*/ 894588 w 3556000"/>
                  <a:gd name="connsiteY4" fmla="*/ 4310190 h 4311650"/>
                  <a:gd name="connsiteX5" fmla="*/ 2667127 w 3556000"/>
                  <a:gd name="connsiteY5" fmla="*/ 4310190 h 4311650"/>
                  <a:gd name="connsiteX6" fmla="*/ 3558540 w 3556000"/>
                  <a:gd name="connsiteY6" fmla="*/ 3418840 h 4311650"/>
                  <a:gd name="connsiteX7" fmla="*/ 3558540 w 3556000"/>
                  <a:gd name="connsiteY7" fmla="*/ 894525 h 4311650"/>
                  <a:gd name="connsiteX8" fmla="*/ 2667127 w 3556000"/>
                  <a:gd name="connsiteY8" fmla="*/ 3175 h 431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56000" h="4311650">
                    <a:moveTo>
                      <a:pt x="2667127" y="3175"/>
                    </a:moveTo>
                    <a:lnTo>
                      <a:pt x="894588" y="3175"/>
                    </a:lnTo>
                    <a:cubicBezTo>
                      <a:pt x="404304" y="3175"/>
                      <a:pt x="3175" y="404305"/>
                      <a:pt x="3175" y="894525"/>
                    </a:cubicBezTo>
                    <a:lnTo>
                      <a:pt x="3175" y="3418840"/>
                    </a:lnTo>
                    <a:cubicBezTo>
                      <a:pt x="3175" y="3909123"/>
                      <a:pt x="404304" y="4310190"/>
                      <a:pt x="894588" y="4310190"/>
                    </a:cubicBezTo>
                    <a:lnTo>
                      <a:pt x="2667127" y="4310190"/>
                    </a:lnTo>
                    <a:cubicBezTo>
                      <a:pt x="3157411" y="4310190"/>
                      <a:pt x="3558540" y="3909123"/>
                      <a:pt x="3558540" y="3418840"/>
                    </a:cubicBezTo>
                    <a:lnTo>
                      <a:pt x="3558540" y="894525"/>
                    </a:lnTo>
                    <a:cubicBezTo>
                      <a:pt x="3558540" y="404305"/>
                      <a:pt x="3157411" y="3175"/>
                      <a:pt x="2667127" y="317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 dirty="0"/>
              </a:p>
            </p:txBody>
          </p:sp>
          <p:sp>
            <p:nvSpPr>
              <p:cNvPr id="34" name="Forma libre 9">
                <a:extLst>
                  <a:ext uri="{FF2B5EF4-FFF2-40B4-BE49-F238E27FC236}">
                    <a16:creationId xmlns:a16="http://schemas.microsoft.com/office/drawing/2014/main" id="{449E18F4-A528-9C4C-89EC-693D1571BF12}"/>
                  </a:ext>
                </a:extLst>
              </p:cNvPr>
              <p:cNvSpPr/>
              <p:nvPr/>
            </p:nvSpPr>
            <p:spPr>
              <a:xfrm>
                <a:off x="6008270" y="5103066"/>
                <a:ext cx="1485900" cy="1720850"/>
              </a:xfrm>
              <a:custGeom>
                <a:avLst/>
                <a:gdLst>
                  <a:gd name="connsiteX0" fmla="*/ 1390369 w 1485900"/>
                  <a:gd name="connsiteY0" fmla="*/ 1722613 h 1720850"/>
                  <a:gd name="connsiteX1" fmla="*/ 3212 w 1485900"/>
                  <a:gd name="connsiteY1" fmla="*/ 54595 h 1720850"/>
                  <a:gd name="connsiteX2" fmla="*/ 50817 w 1485900"/>
                  <a:gd name="connsiteY2" fmla="*/ 3212 h 1720850"/>
                  <a:gd name="connsiteX3" fmla="*/ 102145 w 1485900"/>
                  <a:gd name="connsiteY3" fmla="*/ 49705 h 1720850"/>
                  <a:gd name="connsiteX4" fmla="*/ 1432724 w 1485900"/>
                  <a:gd name="connsiteY4" fmla="*/ 1622918 h 1720850"/>
                  <a:gd name="connsiteX5" fmla="*/ 1483524 w 1485900"/>
                  <a:gd name="connsiteY5" fmla="*/ 1670987 h 1720850"/>
                  <a:gd name="connsiteX6" fmla="*/ 1435391 w 1485900"/>
                  <a:gd name="connsiteY6" fmla="*/ 1721787 h 1720850"/>
                  <a:gd name="connsiteX7" fmla="*/ 1390369 w 1485900"/>
                  <a:gd name="connsiteY7" fmla="*/ 1722613 h 1720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85900" h="1720850">
                    <a:moveTo>
                      <a:pt x="1390369" y="1722613"/>
                    </a:moveTo>
                    <a:cubicBezTo>
                      <a:pt x="99922" y="1722613"/>
                      <a:pt x="3974" y="71613"/>
                      <a:pt x="3212" y="54595"/>
                    </a:cubicBezTo>
                    <a:cubicBezTo>
                      <a:pt x="2168" y="27260"/>
                      <a:pt x="23482" y="4255"/>
                      <a:pt x="50817" y="3212"/>
                    </a:cubicBezTo>
                    <a:cubicBezTo>
                      <a:pt x="77718" y="2185"/>
                      <a:pt x="100514" y="22834"/>
                      <a:pt x="102145" y="49705"/>
                    </a:cubicBezTo>
                    <a:cubicBezTo>
                      <a:pt x="105447" y="115428"/>
                      <a:pt x="197395" y="1658351"/>
                      <a:pt x="1432724" y="1622918"/>
                    </a:cubicBezTo>
                    <a:cubicBezTo>
                      <a:pt x="1459747" y="1622879"/>
                      <a:pt x="1482072" y="1644002"/>
                      <a:pt x="1483524" y="1670987"/>
                    </a:cubicBezTo>
                    <a:cubicBezTo>
                      <a:pt x="1484200" y="1698283"/>
                      <a:pt x="1462684" y="1720991"/>
                      <a:pt x="1435391" y="1721787"/>
                    </a:cubicBezTo>
                    <a:cubicBezTo>
                      <a:pt x="1420405" y="1722359"/>
                      <a:pt x="1405292" y="1722613"/>
                      <a:pt x="1390369" y="1722613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36" name="Forma libre 11">
                <a:extLst>
                  <a:ext uri="{FF2B5EF4-FFF2-40B4-BE49-F238E27FC236}">
                    <a16:creationId xmlns:a16="http://schemas.microsoft.com/office/drawing/2014/main" id="{D538CFFC-265C-1E4A-91D2-2AFB3D5BA8CA}"/>
                  </a:ext>
                </a:extLst>
              </p:cNvPr>
              <p:cNvSpPr/>
              <p:nvPr/>
            </p:nvSpPr>
            <p:spPr>
              <a:xfrm>
                <a:off x="4222623" y="4528376"/>
                <a:ext cx="3302000" cy="431800"/>
              </a:xfrm>
              <a:custGeom>
                <a:avLst/>
                <a:gdLst>
                  <a:gd name="connsiteX0" fmla="*/ 3300222 w 3302000"/>
                  <a:gd name="connsiteY0" fmla="*/ 3175 h 431800"/>
                  <a:gd name="connsiteX1" fmla="*/ 3175 w 3302000"/>
                  <a:gd name="connsiteY1" fmla="*/ 3175 h 431800"/>
                  <a:gd name="connsiteX2" fmla="*/ 765175 w 3302000"/>
                  <a:gd name="connsiteY2" fmla="*/ 433832 h 431800"/>
                  <a:gd name="connsiteX3" fmla="*/ 2537714 w 3302000"/>
                  <a:gd name="connsiteY3" fmla="*/ 433832 h 431800"/>
                  <a:gd name="connsiteX4" fmla="*/ 3300222 w 3302000"/>
                  <a:gd name="connsiteY4" fmla="*/ 3175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02000" h="431800">
                    <a:moveTo>
                      <a:pt x="3300222" y="3175"/>
                    </a:moveTo>
                    <a:lnTo>
                      <a:pt x="3175" y="3175"/>
                    </a:lnTo>
                    <a:cubicBezTo>
                      <a:pt x="164595" y="269890"/>
                      <a:pt x="453417" y="433122"/>
                      <a:pt x="765175" y="433832"/>
                    </a:cubicBezTo>
                    <a:lnTo>
                      <a:pt x="2537714" y="433832"/>
                    </a:lnTo>
                    <a:cubicBezTo>
                      <a:pt x="2849653" y="433300"/>
                      <a:pt x="3138708" y="270044"/>
                      <a:pt x="3300222" y="317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37" name="Forma libre 12">
                <a:extLst>
                  <a:ext uri="{FF2B5EF4-FFF2-40B4-BE49-F238E27FC236}">
                    <a16:creationId xmlns:a16="http://schemas.microsoft.com/office/drawing/2014/main" id="{C4DA7E76-EF76-ED44-A375-B319B0FA7037}"/>
                  </a:ext>
                </a:extLst>
              </p:cNvPr>
              <p:cNvSpPr/>
              <p:nvPr/>
            </p:nvSpPr>
            <p:spPr>
              <a:xfrm>
                <a:off x="4094035" y="4097655"/>
                <a:ext cx="3556000" cy="431800"/>
              </a:xfrm>
              <a:custGeom>
                <a:avLst/>
                <a:gdLst>
                  <a:gd name="connsiteX0" fmla="*/ 131763 w 3556000"/>
                  <a:gd name="connsiteY0" fmla="*/ 433896 h 431800"/>
                  <a:gd name="connsiteX1" fmla="*/ 3428809 w 3556000"/>
                  <a:gd name="connsiteY1" fmla="*/ 433896 h 431800"/>
                  <a:gd name="connsiteX2" fmla="*/ 3557715 w 3556000"/>
                  <a:gd name="connsiteY2" fmla="*/ 3175 h 431800"/>
                  <a:gd name="connsiteX3" fmla="*/ 3175 w 3556000"/>
                  <a:gd name="connsiteY3" fmla="*/ 3175 h 431800"/>
                  <a:gd name="connsiteX4" fmla="*/ 131763 w 3556000"/>
                  <a:gd name="connsiteY4" fmla="*/ 433896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6000" h="431800">
                    <a:moveTo>
                      <a:pt x="131763" y="433896"/>
                    </a:moveTo>
                    <a:lnTo>
                      <a:pt x="3428809" y="433896"/>
                    </a:lnTo>
                    <a:cubicBezTo>
                      <a:pt x="3508186" y="303833"/>
                      <a:pt x="3552591" y="155460"/>
                      <a:pt x="3557715" y="3175"/>
                    </a:cubicBezTo>
                    <a:lnTo>
                      <a:pt x="3175" y="3175"/>
                    </a:lnTo>
                    <a:cubicBezTo>
                      <a:pt x="8203" y="155431"/>
                      <a:pt x="52498" y="303803"/>
                      <a:pt x="131763" y="4338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38" name="Forma libre 13">
                <a:extLst>
                  <a:ext uri="{FF2B5EF4-FFF2-40B4-BE49-F238E27FC236}">
                    <a16:creationId xmlns:a16="http://schemas.microsoft.com/office/drawing/2014/main" id="{54D6604A-1BEE-6641-9E10-5CEC32AFE8BF}"/>
                  </a:ext>
                </a:extLst>
              </p:cNvPr>
              <p:cNvSpPr/>
              <p:nvPr/>
            </p:nvSpPr>
            <p:spPr>
              <a:xfrm>
                <a:off x="4093464" y="3667125"/>
                <a:ext cx="3556000" cy="431800"/>
              </a:xfrm>
              <a:custGeom>
                <a:avLst/>
                <a:gdLst>
                  <a:gd name="connsiteX0" fmla="*/ 3175 w 3556000"/>
                  <a:gd name="connsiteY0" fmla="*/ 403733 h 431800"/>
                  <a:gd name="connsiteX1" fmla="*/ 3746 w 3556000"/>
                  <a:gd name="connsiteY1" fmla="*/ 433705 h 431800"/>
                  <a:gd name="connsiteX2" fmla="*/ 3558286 w 3556000"/>
                  <a:gd name="connsiteY2" fmla="*/ 433705 h 431800"/>
                  <a:gd name="connsiteX3" fmla="*/ 3558857 w 3556000"/>
                  <a:gd name="connsiteY3" fmla="*/ 403733 h 431800"/>
                  <a:gd name="connsiteX4" fmla="*/ 3558857 w 3556000"/>
                  <a:gd name="connsiteY4" fmla="*/ 3175 h 431800"/>
                  <a:gd name="connsiteX5" fmla="*/ 3175 w 3556000"/>
                  <a:gd name="connsiteY5" fmla="*/ 3175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56000" h="431800">
                    <a:moveTo>
                      <a:pt x="3175" y="403733"/>
                    </a:moveTo>
                    <a:cubicBezTo>
                      <a:pt x="3175" y="413766"/>
                      <a:pt x="3175" y="423735"/>
                      <a:pt x="3746" y="433705"/>
                    </a:cubicBezTo>
                    <a:lnTo>
                      <a:pt x="3558286" y="433705"/>
                    </a:lnTo>
                    <a:cubicBezTo>
                      <a:pt x="3558286" y="423735"/>
                      <a:pt x="3558857" y="413766"/>
                      <a:pt x="3558857" y="403733"/>
                    </a:cubicBezTo>
                    <a:lnTo>
                      <a:pt x="3558857" y="3175"/>
                    </a:lnTo>
                    <a:lnTo>
                      <a:pt x="3175" y="3175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39" name="Forma libre 14">
                <a:extLst>
                  <a:ext uri="{FF2B5EF4-FFF2-40B4-BE49-F238E27FC236}">
                    <a16:creationId xmlns:a16="http://schemas.microsoft.com/office/drawing/2014/main" id="{654C7716-1EB7-104E-9562-18066F3EC6DB}"/>
                  </a:ext>
                </a:extLst>
              </p:cNvPr>
              <p:cNvSpPr/>
              <p:nvPr/>
            </p:nvSpPr>
            <p:spPr>
              <a:xfrm>
                <a:off x="4093464" y="3236214"/>
                <a:ext cx="3556000" cy="431800"/>
              </a:xfrm>
              <a:custGeom>
                <a:avLst/>
                <a:gdLst>
                  <a:gd name="connsiteX0" fmla="*/ 3175 w 3556000"/>
                  <a:gd name="connsiteY0" fmla="*/ 3175 h 431800"/>
                  <a:gd name="connsiteX1" fmla="*/ 3558540 w 3556000"/>
                  <a:gd name="connsiteY1" fmla="*/ 3175 h 431800"/>
                  <a:gd name="connsiteX2" fmla="*/ 3558540 w 3556000"/>
                  <a:gd name="connsiteY2" fmla="*/ 433896 h 431800"/>
                  <a:gd name="connsiteX3" fmla="*/ 3175 w 3556000"/>
                  <a:gd name="connsiteY3" fmla="*/ 433896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56000" h="431800">
                    <a:moveTo>
                      <a:pt x="3175" y="3175"/>
                    </a:moveTo>
                    <a:lnTo>
                      <a:pt x="3558540" y="3175"/>
                    </a:lnTo>
                    <a:lnTo>
                      <a:pt x="3558540" y="433896"/>
                    </a:lnTo>
                    <a:lnTo>
                      <a:pt x="3175" y="433896"/>
                    </a:lnTo>
                    <a:close/>
                  </a:path>
                </a:pathLst>
              </a:custGeom>
              <a:solidFill>
                <a:schemeClr val="accent2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0" name="Forma libre 15">
                <a:extLst>
                  <a:ext uri="{FF2B5EF4-FFF2-40B4-BE49-F238E27FC236}">
                    <a16:creationId xmlns:a16="http://schemas.microsoft.com/office/drawing/2014/main" id="{47770483-85B9-FC4B-AA04-974F36F6A7B3}"/>
                  </a:ext>
                </a:extLst>
              </p:cNvPr>
              <p:cNvSpPr/>
              <p:nvPr/>
            </p:nvSpPr>
            <p:spPr>
              <a:xfrm>
                <a:off x="4093464" y="2805557"/>
                <a:ext cx="3556000" cy="431800"/>
              </a:xfrm>
              <a:custGeom>
                <a:avLst/>
                <a:gdLst>
                  <a:gd name="connsiteX0" fmla="*/ 3175 w 3556000"/>
                  <a:gd name="connsiteY0" fmla="*/ 287591 h 431800"/>
                  <a:gd name="connsiteX1" fmla="*/ 3175 w 3556000"/>
                  <a:gd name="connsiteY1" fmla="*/ 433832 h 431800"/>
                  <a:gd name="connsiteX2" fmla="*/ 3558540 w 3556000"/>
                  <a:gd name="connsiteY2" fmla="*/ 433832 h 431800"/>
                  <a:gd name="connsiteX3" fmla="*/ 3558540 w 3556000"/>
                  <a:gd name="connsiteY3" fmla="*/ 287591 h 431800"/>
                  <a:gd name="connsiteX4" fmla="*/ 3558540 w 3556000"/>
                  <a:gd name="connsiteY4" fmla="*/ 3175 h 431800"/>
                  <a:gd name="connsiteX5" fmla="*/ 3175 w 3556000"/>
                  <a:gd name="connsiteY5" fmla="*/ 3175 h 431800"/>
                  <a:gd name="connsiteX6" fmla="*/ 3175 w 3556000"/>
                  <a:gd name="connsiteY6" fmla="*/ 287591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6000" h="431800">
                    <a:moveTo>
                      <a:pt x="3175" y="287591"/>
                    </a:moveTo>
                    <a:lnTo>
                      <a:pt x="3175" y="433832"/>
                    </a:lnTo>
                    <a:lnTo>
                      <a:pt x="3558540" y="433832"/>
                    </a:lnTo>
                    <a:lnTo>
                      <a:pt x="3558540" y="287591"/>
                    </a:lnTo>
                    <a:lnTo>
                      <a:pt x="3558540" y="3175"/>
                    </a:lnTo>
                    <a:lnTo>
                      <a:pt x="3175" y="3175"/>
                    </a:lnTo>
                    <a:lnTo>
                      <a:pt x="3175" y="287591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1" name="Forma libre 16">
                <a:extLst>
                  <a:ext uri="{FF2B5EF4-FFF2-40B4-BE49-F238E27FC236}">
                    <a16:creationId xmlns:a16="http://schemas.microsoft.com/office/drawing/2014/main" id="{A605BAED-E83B-C842-A213-FD07F4A70304}"/>
                  </a:ext>
                </a:extLst>
              </p:cNvPr>
              <p:cNvSpPr/>
              <p:nvPr/>
            </p:nvSpPr>
            <p:spPr>
              <a:xfrm>
                <a:off x="4093464" y="2374837"/>
                <a:ext cx="3556000" cy="431800"/>
              </a:xfrm>
              <a:custGeom>
                <a:avLst/>
                <a:gdLst>
                  <a:gd name="connsiteX0" fmla="*/ 3175 w 3556000"/>
                  <a:gd name="connsiteY0" fmla="*/ 3175 h 431800"/>
                  <a:gd name="connsiteX1" fmla="*/ 3558540 w 3556000"/>
                  <a:gd name="connsiteY1" fmla="*/ 3175 h 431800"/>
                  <a:gd name="connsiteX2" fmla="*/ 3558540 w 3556000"/>
                  <a:gd name="connsiteY2" fmla="*/ 433895 h 431800"/>
                  <a:gd name="connsiteX3" fmla="*/ 3175 w 3556000"/>
                  <a:gd name="connsiteY3" fmla="*/ 433895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56000" h="431800">
                    <a:moveTo>
                      <a:pt x="3175" y="3175"/>
                    </a:moveTo>
                    <a:lnTo>
                      <a:pt x="3558540" y="3175"/>
                    </a:lnTo>
                    <a:lnTo>
                      <a:pt x="3558540" y="433895"/>
                    </a:lnTo>
                    <a:lnTo>
                      <a:pt x="3175" y="433895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2" name="Forma libre 17">
                <a:extLst>
                  <a:ext uri="{FF2B5EF4-FFF2-40B4-BE49-F238E27FC236}">
                    <a16:creationId xmlns:a16="http://schemas.microsoft.com/office/drawing/2014/main" id="{FEE387BA-9E75-2844-AB7C-50AF1AF1D451}"/>
                  </a:ext>
                </a:extLst>
              </p:cNvPr>
              <p:cNvSpPr/>
              <p:nvPr/>
            </p:nvSpPr>
            <p:spPr>
              <a:xfrm>
                <a:off x="4093464" y="1944116"/>
                <a:ext cx="3556000" cy="431800"/>
              </a:xfrm>
              <a:custGeom>
                <a:avLst/>
                <a:gdLst>
                  <a:gd name="connsiteX0" fmla="*/ 3175 w 3556000"/>
                  <a:gd name="connsiteY0" fmla="*/ 3175 h 431800"/>
                  <a:gd name="connsiteX1" fmla="*/ 3558540 w 3556000"/>
                  <a:gd name="connsiteY1" fmla="*/ 3175 h 431800"/>
                  <a:gd name="connsiteX2" fmla="*/ 3558540 w 3556000"/>
                  <a:gd name="connsiteY2" fmla="*/ 433895 h 431800"/>
                  <a:gd name="connsiteX3" fmla="*/ 3175 w 3556000"/>
                  <a:gd name="connsiteY3" fmla="*/ 433895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56000" h="431800">
                    <a:moveTo>
                      <a:pt x="3175" y="3175"/>
                    </a:moveTo>
                    <a:lnTo>
                      <a:pt x="3558540" y="3175"/>
                    </a:lnTo>
                    <a:lnTo>
                      <a:pt x="3558540" y="433895"/>
                    </a:lnTo>
                    <a:lnTo>
                      <a:pt x="3175" y="433895"/>
                    </a:ln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3" name="Forma libre 18">
                <a:extLst>
                  <a:ext uri="{FF2B5EF4-FFF2-40B4-BE49-F238E27FC236}">
                    <a16:creationId xmlns:a16="http://schemas.microsoft.com/office/drawing/2014/main" id="{77063956-534F-A949-80A5-03648CA4D281}"/>
                  </a:ext>
                </a:extLst>
              </p:cNvPr>
              <p:cNvSpPr/>
              <p:nvPr/>
            </p:nvSpPr>
            <p:spPr>
              <a:xfrm>
                <a:off x="4093464" y="1513459"/>
                <a:ext cx="3556000" cy="431800"/>
              </a:xfrm>
              <a:custGeom>
                <a:avLst/>
                <a:gdLst>
                  <a:gd name="connsiteX0" fmla="*/ 3175 w 3556000"/>
                  <a:gd name="connsiteY0" fmla="*/ 33084 h 431800"/>
                  <a:gd name="connsiteX1" fmla="*/ 3175 w 3556000"/>
                  <a:gd name="connsiteY1" fmla="*/ 433832 h 431800"/>
                  <a:gd name="connsiteX2" fmla="*/ 3558286 w 3556000"/>
                  <a:gd name="connsiteY2" fmla="*/ 433832 h 431800"/>
                  <a:gd name="connsiteX3" fmla="*/ 3558286 w 3556000"/>
                  <a:gd name="connsiteY3" fmla="*/ 33084 h 431800"/>
                  <a:gd name="connsiteX4" fmla="*/ 3557715 w 3556000"/>
                  <a:gd name="connsiteY4" fmla="*/ 3175 h 431800"/>
                  <a:gd name="connsiteX5" fmla="*/ 3746 w 3556000"/>
                  <a:gd name="connsiteY5" fmla="*/ 3175 h 431800"/>
                  <a:gd name="connsiteX6" fmla="*/ 3175 w 3556000"/>
                  <a:gd name="connsiteY6" fmla="*/ 33084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56000" h="431800">
                    <a:moveTo>
                      <a:pt x="3175" y="33084"/>
                    </a:moveTo>
                    <a:lnTo>
                      <a:pt x="3175" y="433832"/>
                    </a:lnTo>
                    <a:lnTo>
                      <a:pt x="3558286" y="433832"/>
                    </a:lnTo>
                    <a:lnTo>
                      <a:pt x="3558286" y="33084"/>
                    </a:lnTo>
                    <a:cubicBezTo>
                      <a:pt x="3558286" y="23051"/>
                      <a:pt x="3558286" y="13081"/>
                      <a:pt x="3557715" y="3175"/>
                    </a:cubicBezTo>
                    <a:lnTo>
                      <a:pt x="3746" y="3175"/>
                    </a:lnTo>
                    <a:cubicBezTo>
                      <a:pt x="3429" y="13081"/>
                      <a:pt x="3175" y="23241"/>
                      <a:pt x="3175" y="33084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4" name="Forma libre 19">
                <a:extLst>
                  <a:ext uri="{FF2B5EF4-FFF2-40B4-BE49-F238E27FC236}">
                    <a16:creationId xmlns:a16="http://schemas.microsoft.com/office/drawing/2014/main" id="{BBD28C55-2965-4947-A6ED-B842A0811764}"/>
                  </a:ext>
                </a:extLst>
              </p:cNvPr>
              <p:cNvSpPr/>
              <p:nvPr/>
            </p:nvSpPr>
            <p:spPr>
              <a:xfrm>
                <a:off x="4094035" y="1082675"/>
                <a:ext cx="3556000" cy="431800"/>
              </a:xfrm>
              <a:custGeom>
                <a:avLst/>
                <a:gdLst>
                  <a:gd name="connsiteX0" fmla="*/ 3175 w 3556000"/>
                  <a:gd name="connsiteY0" fmla="*/ 433959 h 431800"/>
                  <a:gd name="connsiteX1" fmla="*/ 3557715 w 3556000"/>
                  <a:gd name="connsiteY1" fmla="*/ 433959 h 431800"/>
                  <a:gd name="connsiteX2" fmla="*/ 3428809 w 3556000"/>
                  <a:gd name="connsiteY2" fmla="*/ 3175 h 431800"/>
                  <a:gd name="connsiteX3" fmla="*/ 131763 w 3556000"/>
                  <a:gd name="connsiteY3" fmla="*/ 3175 h 431800"/>
                  <a:gd name="connsiteX4" fmla="*/ 3175 w 3556000"/>
                  <a:gd name="connsiteY4" fmla="*/ 433959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56000" h="431800">
                    <a:moveTo>
                      <a:pt x="3175" y="433959"/>
                    </a:moveTo>
                    <a:lnTo>
                      <a:pt x="3557715" y="433959"/>
                    </a:lnTo>
                    <a:cubicBezTo>
                      <a:pt x="3552602" y="281653"/>
                      <a:pt x="3508197" y="133256"/>
                      <a:pt x="3428809" y="3175"/>
                    </a:cubicBezTo>
                    <a:lnTo>
                      <a:pt x="131763" y="3175"/>
                    </a:lnTo>
                    <a:cubicBezTo>
                      <a:pt x="52487" y="133286"/>
                      <a:pt x="8191" y="281681"/>
                      <a:pt x="3175" y="433959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45" name="Forma libre 20">
                <a:extLst>
                  <a:ext uri="{FF2B5EF4-FFF2-40B4-BE49-F238E27FC236}">
                    <a16:creationId xmlns:a16="http://schemas.microsoft.com/office/drawing/2014/main" id="{BC9D47A2-81EE-8D45-A4F1-73A5642FE616}"/>
                  </a:ext>
                </a:extLst>
              </p:cNvPr>
              <p:cNvSpPr/>
              <p:nvPr/>
            </p:nvSpPr>
            <p:spPr>
              <a:xfrm>
                <a:off x="4222623" y="651954"/>
                <a:ext cx="3302000" cy="431800"/>
              </a:xfrm>
              <a:custGeom>
                <a:avLst/>
                <a:gdLst>
                  <a:gd name="connsiteX0" fmla="*/ 3175 w 3302000"/>
                  <a:gd name="connsiteY0" fmla="*/ 433896 h 431800"/>
                  <a:gd name="connsiteX1" fmla="*/ 3300222 w 3302000"/>
                  <a:gd name="connsiteY1" fmla="*/ 433896 h 431800"/>
                  <a:gd name="connsiteX2" fmla="*/ 2538222 w 3302000"/>
                  <a:gd name="connsiteY2" fmla="*/ 3175 h 431800"/>
                  <a:gd name="connsiteX3" fmla="*/ 765429 w 3302000"/>
                  <a:gd name="connsiteY3" fmla="*/ 3175 h 431800"/>
                  <a:gd name="connsiteX4" fmla="*/ 3175 w 3302000"/>
                  <a:gd name="connsiteY4" fmla="*/ 433896 h 43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02000" h="431800">
                    <a:moveTo>
                      <a:pt x="3175" y="433896"/>
                    </a:moveTo>
                    <a:lnTo>
                      <a:pt x="3300222" y="433896"/>
                    </a:lnTo>
                    <a:cubicBezTo>
                      <a:pt x="3138809" y="167166"/>
                      <a:pt x="2849989" y="3910"/>
                      <a:pt x="2538222" y="3175"/>
                    </a:cubicBezTo>
                    <a:lnTo>
                      <a:pt x="765429" y="3175"/>
                    </a:lnTo>
                    <a:cubicBezTo>
                      <a:pt x="453572" y="3822"/>
                      <a:pt x="164636" y="167088"/>
                      <a:pt x="3175" y="433896"/>
                    </a:cubicBezTo>
                    <a:close/>
                  </a:path>
                </a:pathLst>
              </a:custGeom>
              <a:no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7E133B9-75CC-CE4C-B1CF-47A4FB4DE1B7}"/>
                </a:ext>
              </a:extLst>
            </p:cNvPr>
            <p:cNvSpPr/>
            <p:nvPr/>
          </p:nvSpPr>
          <p:spPr>
            <a:xfrm>
              <a:off x="4035972" y="8282152"/>
              <a:ext cx="451945" cy="77776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BC1926A-1757-6649-9229-BCE6DC3A79B2}"/>
                </a:ext>
              </a:extLst>
            </p:cNvPr>
            <p:cNvSpPr/>
            <p:nvPr/>
          </p:nvSpPr>
          <p:spPr>
            <a:xfrm>
              <a:off x="4823470" y="8282152"/>
              <a:ext cx="451945" cy="77776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7AC5305-20B6-FF4A-B197-7F2A14D7F1FB}"/>
                </a:ext>
              </a:extLst>
            </p:cNvPr>
            <p:cNvSpPr/>
            <p:nvPr/>
          </p:nvSpPr>
          <p:spPr>
            <a:xfrm>
              <a:off x="4207325" y="8797670"/>
              <a:ext cx="135741" cy="247759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A8B4A479-EEDA-8645-A5A3-76564B7EA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7061568"/>
              </p:ext>
            </p:extLst>
          </p:nvPr>
        </p:nvGraphicFramePr>
        <p:xfrm>
          <a:off x="13091066" y="5149649"/>
          <a:ext cx="3733541" cy="36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A8854EB8-9AED-F240-8867-3A91A42B7FFB}"/>
              </a:ext>
            </a:extLst>
          </p:cNvPr>
          <p:cNvSpPr txBox="1"/>
          <p:nvPr/>
        </p:nvSpPr>
        <p:spPr>
          <a:xfrm>
            <a:off x="13508880" y="6462579"/>
            <a:ext cx="2897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25%</a:t>
            </a:r>
          </a:p>
        </p:txBody>
      </p: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2CA931B2-518E-7F41-93E3-4BACADDC1D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6752431"/>
              </p:ext>
            </p:extLst>
          </p:nvPr>
        </p:nvGraphicFramePr>
        <p:xfrm>
          <a:off x="13091066" y="8915137"/>
          <a:ext cx="3733541" cy="36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90C1E899-223E-0548-A58B-21D5607CE6E6}"/>
              </a:ext>
            </a:extLst>
          </p:cNvPr>
          <p:cNvSpPr txBox="1"/>
          <p:nvPr/>
        </p:nvSpPr>
        <p:spPr>
          <a:xfrm>
            <a:off x="13508881" y="10228067"/>
            <a:ext cx="2897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40%</a:t>
            </a:r>
          </a:p>
        </p:txBody>
      </p:sp>
      <p:sp>
        <p:nvSpPr>
          <p:cNvPr id="72" name="CuadroTexto 395">
            <a:extLst>
              <a:ext uri="{FF2B5EF4-FFF2-40B4-BE49-F238E27FC236}">
                <a16:creationId xmlns:a16="http://schemas.microsoft.com/office/drawing/2014/main" id="{6F4F6357-F310-0D45-8DAC-DA01B83EC98F}"/>
              </a:ext>
            </a:extLst>
          </p:cNvPr>
          <p:cNvSpPr txBox="1"/>
          <p:nvPr/>
        </p:nvSpPr>
        <p:spPr>
          <a:xfrm>
            <a:off x="17062661" y="592447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B326F7-E2CB-D642-BC37-D475203FA479}"/>
              </a:ext>
            </a:extLst>
          </p:cNvPr>
          <p:cNvSpPr txBox="1"/>
          <p:nvPr/>
        </p:nvSpPr>
        <p:spPr>
          <a:xfrm>
            <a:off x="17062663" y="6608789"/>
            <a:ext cx="5189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5" name="CuadroTexto 395">
            <a:extLst>
              <a:ext uri="{FF2B5EF4-FFF2-40B4-BE49-F238E27FC236}">
                <a16:creationId xmlns:a16="http://schemas.microsoft.com/office/drawing/2014/main" id="{79622A18-8CB5-774A-97F5-F294BB78C2A4}"/>
              </a:ext>
            </a:extLst>
          </p:cNvPr>
          <p:cNvSpPr txBox="1"/>
          <p:nvPr/>
        </p:nvSpPr>
        <p:spPr>
          <a:xfrm>
            <a:off x="17062661" y="96899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6B3C86-622D-8141-8AFD-2B94903FF3C8}"/>
              </a:ext>
            </a:extLst>
          </p:cNvPr>
          <p:cNvSpPr txBox="1"/>
          <p:nvPr/>
        </p:nvSpPr>
        <p:spPr>
          <a:xfrm>
            <a:off x="17062663" y="10374277"/>
            <a:ext cx="51891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67BDF2-3D3B-BA49-9D2E-DAC9ABC8D801}"/>
              </a:ext>
            </a:extLst>
          </p:cNvPr>
          <p:cNvSpPr txBox="1"/>
          <p:nvPr/>
        </p:nvSpPr>
        <p:spPr>
          <a:xfrm>
            <a:off x="2125817" y="6334072"/>
            <a:ext cx="45955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Analysis of different brands and products and very often.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83EE4AF-90BC-594B-AECB-28933ADC55C3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7" name="CuadroTexto 350">
              <a:extLst>
                <a:ext uri="{FF2B5EF4-FFF2-40B4-BE49-F238E27FC236}">
                  <a16:creationId xmlns:a16="http://schemas.microsoft.com/office/drawing/2014/main" id="{CEF53A14-E098-A847-922B-3A4EE6E68F5D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8" name="CuadroTexto 351">
              <a:extLst>
                <a:ext uri="{FF2B5EF4-FFF2-40B4-BE49-F238E27FC236}">
                  <a16:creationId xmlns:a16="http://schemas.microsoft.com/office/drawing/2014/main" id="{67A8AAF4-63D4-8541-833A-28644201EC80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B90165C-6EB5-A449-A9D1-19DD2574F68A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13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727C894-FED5-6C4F-B370-B4B61F00FAEF}"/>
              </a:ext>
            </a:extLst>
          </p:cNvPr>
          <p:cNvGrpSpPr/>
          <p:nvPr/>
        </p:nvGrpSpPr>
        <p:grpSpPr>
          <a:xfrm>
            <a:off x="8284210" y="5629986"/>
            <a:ext cx="7809230" cy="5426766"/>
            <a:chOff x="7878745" y="5459507"/>
            <a:chExt cx="8620160" cy="599029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FEB125-FBFF-7341-86AE-A12891D63F9C}"/>
                </a:ext>
              </a:extLst>
            </p:cNvPr>
            <p:cNvGrpSpPr/>
            <p:nvPr/>
          </p:nvGrpSpPr>
          <p:grpSpPr>
            <a:xfrm>
              <a:off x="7878745" y="5459507"/>
              <a:ext cx="8620160" cy="5990294"/>
              <a:chOff x="8997200" y="5714010"/>
              <a:chExt cx="6383249" cy="4435829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43B28EF6-F38D-C648-B7C7-466F0B6AB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0134" y="5714010"/>
                <a:ext cx="5799026" cy="454408"/>
              </a:xfrm>
              <a:custGeom>
                <a:avLst/>
                <a:gdLst>
                  <a:gd name="T0" fmla="*/ 1182 w 1183"/>
                  <a:gd name="T1" fmla="*/ 84 h 93"/>
                  <a:gd name="T2" fmla="*/ 1182 w 1183"/>
                  <a:gd name="T3" fmla="*/ 84 h 93"/>
                  <a:gd name="T4" fmla="*/ 1098 w 1183"/>
                  <a:gd name="T5" fmla="*/ 0 h 93"/>
                  <a:gd name="T6" fmla="*/ 1090 w 1183"/>
                  <a:gd name="T7" fmla="*/ 0 h 93"/>
                  <a:gd name="T8" fmla="*/ 92 w 1183"/>
                  <a:gd name="T9" fmla="*/ 0 h 93"/>
                  <a:gd name="T10" fmla="*/ 92 w 1183"/>
                  <a:gd name="T11" fmla="*/ 0 h 93"/>
                  <a:gd name="T12" fmla="*/ 0 w 1183"/>
                  <a:gd name="T13" fmla="*/ 84 h 93"/>
                  <a:gd name="T14" fmla="*/ 0 w 1183"/>
                  <a:gd name="T15" fmla="*/ 92 h 93"/>
                  <a:gd name="T16" fmla="*/ 1182 w 1183"/>
                  <a:gd name="T17" fmla="*/ 92 h 93"/>
                  <a:gd name="T18" fmla="*/ 1182 w 1183"/>
                  <a:gd name="T19" fmla="*/ 84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83" h="93">
                    <a:moveTo>
                      <a:pt x="1182" y="84"/>
                    </a:moveTo>
                    <a:lnTo>
                      <a:pt x="1182" y="84"/>
                    </a:lnTo>
                    <a:cubicBezTo>
                      <a:pt x="1182" y="42"/>
                      <a:pt x="1140" y="0"/>
                      <a:pt x="1098" y="0"/>
                    </a:cubicBezTo>
                    <a:cubicBezTo>
                      <a:pt x="1090" y="0"/>
                      <a:pt x="1090" y="0"/>
                      <a:pt x="1090" y="0"/>
                    </a:cubicBezTo>
                    <a:cubicBezTo>
                      <a:pt x="92" y="0"/>
                      <a:pt x="92" y="0"/>
                      <a:pt x="92" y="0"/>
                    </a:cubicBezTo>
                    <a:lnTo>
                      <a:pt x="92" y="0"/>
                    </a:lnTo>
                    <a:cubicBezTo>
                      <a:pt x="42" y="0"/>
                      <a:pt x="0" y="42"/>
                      <a:pt x="0" y="84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1182" y="92"/>
                      <a:pt x="1182" y="92"/>
                      <a:pt x="1182" y="92"/>
                    </a:cubicBezTo>
                    <a:lnTo>
                      <a:pt x="1182" y="84"/>
                    </a:ln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6B2083F2-386B-6648-81BA-288DBA5B3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0134" y="9154484"/>
                <a:ext cx="5799026" cy="454394"/>
              </a:xfrm>
              <a:custGeom>
                <a:avLst/>
                <a:gdLst>
                  <a:gd name="T0" fmla="*/ 0 w 1183"/>
                  <a:gd name="T1" fmla="*/ 9 h 93"/>
                  <a:gd name="T2" fmla="*/ 0 w 1183"/>
                  <a:gd name="T3" fmla="*/ 9 h 93"/>
                  <a:gd name="T4" fmla="*/ 92 w 1183"/>
                  <a:gd name="T5" fmla="*/ 92 h 93"/>
                  <a:gd name="T6" fmla="*/ 1098 w 1183"/>
                  <a:gd name="T7" fmla="*/ 92 h 93"/>
                  <a:gd name="T8" fmla="*/ 1182 w 1183"/>
                  <a:gd name="T9" fmla="*/ 9 h 93"/>
                  <a:gd name="T10" fmla="*/ 1182 w 1183"/>
                  <a:gd name="T11" fmla="*/ 0 h 93"/>
                  <a:gd name="T12" fmla="*/ 0 w 1183"/>
                  <a:gd name="T13" fmla="*/ 0 h 93"/>
                  <a:gd name="T14" fmla="*/ 0 w 1183"/>
                  <a:gd name="T15" fmla="*/ 9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83" h="93">
                    <a:moveTo>
                      <a:pt x="0" y="9"/>
                    </a:moveTo>
                    <a:lnTo>
                      <a:pt x="0" y="9"/>
                    </a:lnTo>
                    <a:cubicBezTo>
                      <a:pt x="0" y="59"/>
                      <a:pt x="42" y="92"/>
                      <a:pt x="92" y="92"/>
                    </a:cubicBezTo>
                    <a:cubicBezTo>
                      <a:pt x="1098" y="92"/>
                      <a:pt x="1098" y="92"/>
                      <a:pt x="1098" y="92"/>
                    </a:cubicBezTo>
                    <a:cubicBezTo>
                      <a:pt x="1140" y="92"/>
                      <a:pt x="1182" y="59"/>
                      <a:pt x="1182" y="9"/>
                    </a:cubicBezTo>
                    <a:cubicBezTo>
                      <a:pt x="1182" y="0"/>
                      <a:pt x="1182" y="0"/>
                      <a:pt x="118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9"/>
                    </a:ln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685A2B26-D159-E742-891D-B2F77768F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0134" y="6168418"/>
                <a:ext cx="5799026" cy="3007697"/>
              </a:xfrm>
              <a:custGeom>
                <a:avLst/>
                <a:gdLst>
                  <a:gd name="T0" fmla="*/ 0 w 1183"/>
                  <a:gd name="T1" fmla="*/ 0 h 612"/>
                  <a:gd name="T2" fmla="*/ 0 w 1183"/>
                  <a:gd name="T3" fmla="*/ 611 h 612"/>
                  <a:gd name="T4" fmla="*/ 1182 w 1183"/>
                  <a:gd name="T5" fmla="*/ 611 h 612"/>
                  <a:gd name="T6" fmla="*/ 1182 w 1183"/>
                  <a:gd name="T7" fmla="*/ 0 h 612"/>
                  <a:gd name="T8" fmla="*/ 0 w 1183"/>
                  <a:gd name="T9" fmla="*/ 0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83" h="612">
                    <a:moveTo>
                      <a:pt x="0" y="0"/>
                    </a:moveTo>
                    <a:lnTo>
                      <a:pt x="0" y="611"/>
                    </a:lnTo>
                    <a:lnTo>
                      <a:pt x="1182" y="611"/>
                    </a:lnTo>
                    <a:lnTo>
                      <a:pt x="1182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8E1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FFBCC6B2-8F51-8646-8BB5-3F17358E1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7200" y="9608878"/>
                <a:ext cx="6383249" cy="540961"/>
              </a:xfrm>
              <a:custGeom>
                <a:avLst/>
                <a:gdLst>
                  <a:gd name="T0" fmla="*/ 1250 w 1301"/>
                  <a:gd name="T1" fmla="*/ 109 h 110"/>
                  <a:gd name="T2" fmla="*/ 1250 w 1301"/>
                  <a:gd name="T3" fmla="*/ 109 h 110"/>
                  <a:gd name="T4" fmla="*/ 50 w 1301"/>
                  <a:gd name="T5" fmla="*/ 109 h 110"/>
                  <a:gd name="T6" fmla="*/ 0 w 1301"/>
                  <a:gd name="T7" fmla="*/ 51 h 110"/>
                  <a:gd name="T8" fmla="*/ 50 w 1301"/>
                  <a:gd name="T9" fmla="*/ 0 h 110"/>
                  <a:gd name="T10" fmla="*/ 1250 w 1301"/>
                  <a:gd name="T11" fmla="*/ 0 h 110"/>
                  <a:gd name="T12" fmla="*/ 1300 w 1301"/>
                  <a:gd name="T13" fmla="*/ 51 h 110"/>
                  <a:gd name="T14" fmla="*/ 1250 w 1301"/>
                  <a:gd name="T15" fmla="*/ 10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01" h="110">
                    <a:moveTo>
                      <a:pt x="1250" y="109"/>
                    </a:moveTo>
                    <a:lnTo>
                      <a:pt x="1250" y="109"/>
                    </a:lnTo>
                    <a:cubicBezTo>
                      <a:pt x="50" y="109"/>
                      <a:pt x="50" y="109"/>
                      <a:pt x="50" y="109"/>
                    </a:cubicBezTo>
                    <a:cubicBezTo>
                      <a:pt x="25" y="109"/>
                      <a:pt x="0" y="84"/>
                      <a:pt x="0" y="51"/>
                    </a:cubicBezTo>
                    <a:cubicBezTo>
                      <a:pt x="0" y="26"/>
                      <a:pt x="25" y="0"/>
                      <a:pt x="50" y="0"/>
                    </a:cubicBezTo>
                    <a:cubicBezTo>
                      <a:pt x="1250" y="0"/>
                      <a:pt x="1250" y="0"/>
                      <a:pt x="1250" y="0"/>
                    </a:cubicBezTo>
                    <a:cubicBezTo>
                      <a:pt x="1283" y="0"/>
                      <a:pt x="1300" y="26"/>
                      <a:pt x="1300" y="51"/>
                    </a:cubicBezTo>
                    <a:cubicBezTo>
                      <a:pt x="1300" y="84"/>
                      <a:pt x="1283" y="109"/>
                      <a:pt x="1250" y="109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C900975-63FC-4B41-BE65-7CE314E806FE}"/>
                </a:ext>
              </a:extLst>
            </p:cNvPr>
            <p:cNvSpPr/>
            <p:nvPr/>
          </p:nvSpPr>
          <p:spPr>
            <a:xfrm>
              <a:off x="12036004" y="5592483"/>
              <a:ext cx="334871" cy="33487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843554F-83C2-2C46-B7F2-07F663571294}"/>
                </a:ext>
              </a:extLst>
            </p:cNvPr>
            <p:cNvSpPr/>
            <p:nvPr/>
          </p:nvSpPr>
          <p:spPr>
            <a:xfrm>
              <a:off x="15028914" y="10929490"/>
              <a:ext cx="334871" cy="3348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E2E0F58-9C7C-E148-9897-81027356C633}"/>
                </a:ext>
              </a:extLst>
            </p:cNvPr>
            <p:cNvSpPr/>
            <p:nvPr/>
          </p:nvSpPr>
          <p:spPr>
            <a:xfrm>
              <a:off x="15468433" y="10929490"/>
              <a:ext cx="334871" cy="3348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0" name="Grupo 663">
              <a:extLst>
                <a:ext uri="{FF2B5EF4-FFF2-40B4-BE49-F238E27FC236}">
                  <a16:creationId xmlns:a16="http://schemas.microsoft.com/office/drawing/2014/main" id="{50B7D566-72E2-5A43-B9F7-A03B217A14F6}"/>
                </a:ext>
              </a:extLst>
            </p:cNvPr>
            <p:cNvGrpSpPr/>
            <p:nvPr/>
          </p:nvGrpSpPr>
          <p:grpSpPr>
            <a:xfrm>
              <a:off x="10812416" y="6567876"/>
              <a:ext cx="2793030" cy="3641379"/>
              <a:chOff x="1135920" y="6848779"/>
              <a:chExt cx="869668" cy="1133820"/>
            </a:xfrm>
          </p:grpSpPr>
          <p:sp>
            <p:nvSpPr>
              <p:cNvPr id="81" name="Forma libre 445">
                <a:extLst>
                  <a:ext uri="{FF2B5EF4-FFF2-40B4-BE49-F238E27FC236}">
                    <a16:creationId xmlns:a16="http://schemas.microsoft.com/office/drawing/2014/main" id="{F2F8E9B8-2628-3E44-B89C-919E6B7FB5BB}"/>
                  </a:ext>
                </a:extLst>
              </p:cNvPr>
              <p:cNvSpPr/>
              <p:nvPr/>
            </p:nvSpPr>
            <p:spPr>
              <a:xfrm>
                <a:off x="1397623" y="6904528"/>
                <a:ext cx="334488" cy="735292"/>
              </a:xfrm>
              <a:custGeom>
                <a:avLst/>
                <a:gdLst>
                  <a:gd name="connsiteX0" fmla="*/ 76531 w 334487"/>
                  <a:gd name="connsiteY0" fmla="*/ 434223 h 735291"/>
                  <a:gd name="connsiteX1" fmla="*/ 66764 w 334487"/>
                  <a:gd name="connsiteY1" fmla="*/ 457886 h 735291"/>
                  <a:gd name="connsiteX2" fmla="*/ 48300 w 334487"/>
                  <a:gd name="connsiteY2" fmla="*/ 481282 h 735291"/>
                  <a:gd name="connsiteX3" fmla="*/ 48166 w 334487"/>
                  <a:gd name="connsiteY3" fmla="*/ 481416 h 735291"/>
                  <a:gd name="connsiteX4" fmla="*/ 17527 w 334487"/>
                  <a:gd name="connsiteY4" fmla="*/ 507618 h 735291"/>
                  <a:gd name="connsiteX5" fmla="*/ 0 w 334487"/>
                  <a:gd name="connsiteY5" fmla="*/ 547458 h 735291"/>
                  <a:gd name="connsiteX6" fmla="*/ 347733 w 334487"/>
                  <a:gd name="connsiteY6" fmla="*/ 735560 h 735291"/>
                  <a:gd name="connsiteX7" fmla="*/ 314017 w 334487"/>
                  <a:gd name="connsiteY7" fmla="*/ 494249 h 735291"/>
                  <a:gd name="connsiteX8" fmla="*/ 299032 w 334487"/>
                  <a:gd name="connsiteY8" fmla="*/ 481282 h 735291"/>
                  <a:gd name="connsiteX9" fmla="*/ 290469 w 334487"/>
                  <a:gd name="connsiteY9" fmla="*/ 472458 h 735291"/>
                  <a:gd name="connsiteX10" fmla="*/ 282174 w 334487"/>
                  <a:gd name="connsiteY10" fmla="*/ 461229 h 735291"/>
                  <a:gd name="connsiteX11" fmla="*/ 270935 w 334487"/>
                  <a:gd name="connsiteY11" fmla="*/ 434758 h 735291"/>
                  <a:gd name="connsiteX12" fmla="*/ 277892 w 334487"/>
                  <a:gd name="connsiteY12" fmla="*/ 372860 h 735291"/>
                  <a:gd name="connsiteX13" fmla="*/ 335826 w 334487"/>
                  <a:gd name="connsiteY13" fmla="*/ 146523 h 735291"/>
                  <a:gd name="connsiteX14" fmla="*/ 200425 w 334487"/>
                  <a:gd name="connsiteY14" fmla="*/ 0 h 735291"/>
                  <a:gd name="connsiteX15" fmla="*/ 401 w 334487"/>
                  <a:gd name="connsiteY15" fmla="*/ 130347 h 735291"/>
                  <a:gd name="connsiteX16" fmla="*/ 69841 w 334487"/>
                  <a:gd name="connsiteY16" fmla="*/ 372726 h 735291"/>
                  <a:gd name="connsiteX17" fmla="*/ 76531 w 334487"/>
                  <a:gd name="connsiteY17" fmla="*/ 434223 h 735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34487" h="735291">
                    <a:moveTo>
                      <a:pt x="76531" y="434223"/>
                    </a:moveTo>
                    <a:cubicBezTo>
                      <a:pt x="74658" y="441843"/>
                      <a:pt x="71447" y="449864"/>
                      <a:pt x="66764" y="457886"/>
                    </a:cubicBezTo>
                    <a:cubicBezTo>
                      <a:pt x="62215" y="465774"/>
                      <a:pt x="56328" y="473528"/>
                      <a:pt x="48300" y="481282"/>
                    </a:cubicBezTo>
                    <a:cubicBezTo>
                      <a:pt x="48300" y="481282"/>
                      <a:pt x="48166" y="481416"/>
                      <a:pt x="48166" y="481416"/>
                    </a:cubicBezTo>
                    <a:cubicBezTo>
                      <a:pt x="39470" y="489704"/>
                      <a:pt x="28900" y="498661"/>
                      <a:pt x="17527" y="507618"/>
                    </a:cubicBezTo>
                    <a:cubicBezTo>
                      <a:pt x="9767" y="520185"/>
                      <a:pt x="4014" y="533688"/>
                      <a:pt x="0" y="547458"/>
                    </a:cubicBezTo>
                    <a:lnTo>
                      <a:pt x="347733" y="735560"/>
                    </a:lnTo>
                    <a:cubicBezTo>
                      <a:pt x="343987" y="716441"/>
                      <a:pt x="325256" y="510426"/>
                      <a:pt x="314017" y="494249"/>
                    </a:cubicBezTo>
                    <a:cubicBezTo>
                      <a:pt x="308665" y="489838"/>
                      <a:pt x="303581" y="485426"/>
                      <a:pt x="299032" y="481282"/>
                    </a:cubicBezTo>
                    <a:cubicBezTo>
                      <a:pt x="295821" y="478340"/>
                      <a:pt x="293011" y="475400"/>
                      <a:pt x="290469" y="472458"/>
                    </a:cubicBezTo>
                    <a:cubicBezTo>
                      <a:pt x="287258" y="468715"/>
                      <a:pt x="284582" y="464971"/>
                      <a:pt x="282174" y="461229"/>
                    </a:cubicBezTo>
                    <a:cubicBezTo>
                      <a:pt x="276421" y="452272"/>
                      <a:pt x="272942" y="443314"/>
                      <a:pt x="270935" y="434758"/>
                    </a:cubicBezTo>
                    <a:cubicBezTo>
                      <a:pt x="263175" y="401469"/>
                      <a:pt x="277759" y="372993"/>
                      <a:pt x="277892" y="372860"/>
                    </a:cubicBezTo>
                    <a:cubicBezTo>
                      <a:pt x="308665" y="331951"/>
                      <a:pt x="333551" y="206015"/>
                      <a:pt x="335826" y="146523"/>
                    </a:cubicBezTo>
                    <a:cubicBezTo>
                      <a:pt x="267724" y="122727"/>
                      <a:pt x="219558" y="35160"/>
                      <a:pt x="200425" y="0"/>
                    </a:cubicBezTo>
                    <a:cubicBezTo>
                      <a:pt x="184370" y="45321"/>
                      <a:pt x="55391" y="104010"/>
                      <a:pt x="401" y="130347"/>
                    </a:cubicBezTo>
                    <a:cubicBezTo>
                      <a:pt x="8028" y="183021"/>
                      <a:pt x="44019" y="338502"/>
                      <a:pt x="69841" y="372726"/>
                    </a:cubicBezTo>
                    <a:cubicBezTo>
                      <a:pt x="69707" y="372993"/>
                      <a:pt x="84558" y="400533"/>
                      <a:pt x="76531" y="434223"/>
                    </a:cubicBezTo>
                    <a:close/>
                  </a:path>
                </a:pathLst>
              </a:custGeom>
              <a:solidFill>
                <a:srgbClr val="EAB998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2" name="Forma libre 446">
                <a:extLst>
                  <a:ext uri="{FF2B5EF4-FFF2-40B4-BE49-F238E27FC236}">
                    <a16:creationId xmlns:a16="http://schemas.microsoft.com/office/drawing/2014/main" id="{E782324B-3B5C-314E-A144-113600BE3AB7}"/>
                  </a:ext>
                </a:extLst>
              </p:cNvPr>
              <p:cNvSpPr/>
              <p:nvPr/>
            </p:nvSpPr>
            <p:spPr>
              <a:xfrm>
                <a:off x="1135920" y="7374847"/>
                <a:ext cx="869668" cy="588234"/>
              </a:xfrm>
              <a:custGeom>
                <a:avLst/>
                <a:gdLst>
                  <a:gd name="connsiteX0" fmla="*/ 302109 w 869667"/>
                  <a:gd name="connsiteY0" fmla="*/ 1872 h 588233"/>
                  <a:gd name="connsiteX1" fmla="*/ 108106 w 869667"/>
                  <a:gd name="connsiteY1" fmla="*/ 120053 h 588233"/>
                  <a:gd name="connsiteX2" fmla="*/ 0 w 869667"/>
                  <a:gd name="connsiteY2" fmla="*/ 589303 h 588233"/>
                  <a:gd name="connsiteX3" fmla="*/ 137943 w 869667"/>
                  <a:gd name="connsiteY3" fmla="*/ 589303 h 588233"/>
                  <a:gd name="connsiteX4" fmla="*/ 159618 w 869667"/>
                  <a:gd name="connsiteY4" fmla="*/ 487833 h 588233"/>
                  <a:gd name="connsiteX5" fmla="*/ 159618 w 869667"/>
                  <a:gd name="connsiteY5" fmla="*/ 592110 h 588233"/>
                  <a:gd name="connsiteX6" fmla="*/ 713930 w 869667"/>
                  <a:gd name="connsiteY6" fmla="*/ 592110 h 588233"/>
                  <a:gd name="connsiteX7" fmla="*/ 715803 w 869667"/>
                  <a:gd name="connsiteY7" fmla="*/ 495319 h 588233"/>
                  <a:gd name="connsiteX8" fmla="*/ 744703 w 869667"/>
                  <a:gd name="connsiteY8" fmla="*/ 591174 h 588233"/>
                  <a:gd name="connsiteX9" fmla="*/ 877696 w 869667"/>
                  <a:gd name="connsiteY9" fmla="*/ 591174 h 588233"/>
                  <a:gd name="connsiteX10" fmla="*/ 741626 w 869667"/>
                  <a:gd name="connsiteY10" fmla="*/ 105080 h 588233"/>
                  <a:gd name="connsiteX11" fmla="*/ 555517 w 869667"/>
                  <a:gd name="connsiteY11" fmla="*/ 0 h 588233"/>
                  <a:gd name="connsiteX12" fmla="*/ 439115 w 869667"/>
                  <a:gd name="connsiteY12" fmla="*/ 134090 h 588233"/>
                  <a:gd name="connsiteX13" fmla="*/ 306792 w 869667"/>
                  <a:gd name="connsiteY13" fmla="*/ 0 h 588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69667" h="588233">
                    <a:moveTo>
                      <a:pt x="302109" y="1872"/>
                    </a:moveTo>
                    <a:cubicBezTo>
                      <a:pt x="302109" y="1872"/>
                      <a:pt x="129514" y="93983"/>
                      <a:pt x="108106" y="120053"/>
                    </a:cubicBezTo>
                    <a:cubicBezTo>
                      <a:pt x="86699" y="146122"/>
                      <a:pt x="25689" y="210293"/>
                      <a:pt x="0" y="589303"/>
                    </a:cubicBezTo>
                    <a:cubicBezTo>
                      <a:pt x="82418" y="589303"/>
                      <a:pt x="137943" y="589303"/>
                      <a:pt x="137943" y="589303"/>
                    </a:cubicBezTo>
                    <a:lnTo>
                      <a:pt x="159618" y="487833"/>
                    </a:lnTo>
                    <a:lnTo>
                      <a:pt x="159618" y="592110"/>
                    </a:lnTo>
                    <a:lnTo>
                      <a:pt x="713930" y="592110"/>
                    </a:lnTo>
                    <a:lnTo>
                      <a:pt x="715803" y="495319"/>
                    </a:lnTo>
                    <a:lnTo>
                      <a:pt x="744703" y="591174"/>
                    </a:lnTo>
                    <a:lnTo>
                      <a:pt x="877696" y="591174"/>
                    </a:lnTo>
                    <a:cubicBezTo>
                      <a:pt x="877696" y="591174"/>
                      <a:pt x="854950" y="162566"/>
                      <a:pt x="741626" y="105080"/>
                    </a:cubicBezTo>
                    <a:cubicBezTo>
                      <a:pt x="627900" y="47326"/>
                      <a:pt x="555517" y="0"/>
                      <a:pt x="555517" y="0"/>
                    </a:cubicBezTo>
                    <a:lnTo>
                      <a:pt x="439115" y="134090"/>
                    </a:lnTo>
                    <a:lnTo>
                      <a:pt x="306792" y="0"/>
                    </a:lnTo>
                  </a:path>
                </a:pathLst>
              </a:custGeom>
              <a:solidFill>
                <a:schemeClr val="accent1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3" name="Forma libre 447">
                <a:extLst>
                  <a:ext uri="{FF2B5EF4-FFF2-40B4-BE49-F238E27FC236}">
                    <a16:creationId xmlns:a16="http://schemas.microsoft.com/office/drawing/2014/main" id="{137FB93C-456A-8148-81C5-000C6A68C387}"/>
                  </a:ext>
                </a:extLst>
              </p:cNvPr>
              <p:cNvSpPr/>
              <p:nvPr/>
            </p:nvSpPr>
            <p:spPr>
              <a:xfrm>
                <a:off x="1415150" y="7362414"/>
                <a:ext cx="40139" cy="40107"/>
              </a:xfrm>
              <a:custGeom>
                <a:avLst/>
                <a:gdLst>
                  <a:gd name="connsiteX0" fmla="*/ 0 w 40138"/>
                  <a:gd name="connsiteY0" fmla="*/ 49732 h 40106"/>
                  <a:gd name="connsiteX1" fmla="*/ 30639 w 40138"/>
                  <a:gd name="connsiteY1" fmla="*/ 23529 h 40106"/>
                  <a:gd name="connsiteX2" fmla="*/ 30773 w 40138"/>
                  <a:gd name="connsiteY2" fmla="*/ 23396 h 40106"/>
                  <a:gd name="connsiteX3" fmla="*/ 49237 w 40138"/>
                  <a:gd name="connsiteY3" fmla="*/ 0 h 40106"/>
                  <a:gd name="connsiteX4" fmla="*/ 0 w 40138"/>
                  <a:gd name="connsiteY4" fmla="*/ 49732 h 4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138" h="40106">
                    <a:moveTo>
                      <a:pt x="0" y="49732"/>
                    </a:moveTo>
                    <a:cubicBezTo>
                      <a:pt x="11506" y="40775"/>
                      <a:pt x="22076" y="31818"/>
                      <a:pt x="30639" y="23529"/>
                    </a:cubicBezTo>
                    <a:cubicBezTo>
                      <a:pt x="30639" y="23529"/>
                      <a:pt x="30773" y="23396"/>
                      <a:pt x="30773" y="23396"/>
                    </a:cubicBezTo>
                    <a:cubicBezTo>
                      <a:pt x="38801" y="15641"/>
                      <a:pt x="44688" y="7754"/>
                      <a:pt x="49237" y="0"/>
                    </a:cubicBezTo>
                    <a:cubicBezTo>
                      <a:pt x="27562" y="13903"/>
                      <a:pt x="11640" y="30882"/>
                      <a:pt x="0" y="49732"/>
                    </a:cubicBezTo>
                    <a:close/>
                  </a:path>
                </a:pathLst>
              </a:custGeom>
              <a:noFill/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4" name="Forma libre 448">
                <a:extLst>
                  <a:ext uri="{FF2B5EF4-FFF2-40B4-BE49-F238E27FC236}">
                    <a16:creationId xmlns:a16="http://schemas.microsoft.com/office/drawing/2014/main" id="{2B406EF5-B5E4-124A-B0BF-D36CFD4A650E}"/>
                  </a:ext>
                </a:extLst>
              </p:cNvPr>
              <p:cNvSpPr/>
              <p:nvPr/>
            </p:nvSpPr>
            <p:spPr>
              <a:xfrm>
                <a:off x="1679663" y="7365756"/>
                <a:ext cx="26759" cy="26738"/>
              </a:xfrm>
              <a:custGeom>
                <a:avLst/>
                <a:gdLst>
                  <a:gd name="connsiteX0" fmla="*/ 0 w 26759"/>
                  <a:gd name="connsiteY0" fmla="*/ 0 h 26737"/>
                  <a:gd name="connsiteX1" fmla="*/ 8295 w 26759"/>
                  <a:gd name="connsiteY1" fmla="*/ 11229 h 26737"/>
                  <a:gd name="connsiteX2" fmla="*/ 16858 w 26759"/>
                  <a:gd name="connsiteY2" fmla="*/ 20053 h 26737"/>
                  <a:gd name="connsiteX3" fmla="*/ 31843 w 26759"/>
                  <a:gd name="connsiteY3" fmla="*/ 33021 h 26737"/>
                  <a:gd name="connsiteX4" fmla="*/ 0 w 26759"/>
                  <a:gd name="connsiteY4" fmla="*/ 0 h 2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59" h="26737">
                    <a:moveTo>
                      <a:pt x="0" y="0"/>
                    </a:moveTo>
                    <a:cubicBezTo>
                      <a:pt x="2408" y="3743"/>
                      <a:pt x="5084" y="7487"/>
                      <a:pt x="8295" y="11229"/>
                    </a:cubicBezTo>
                    <a:cubicBezTo>
                      <a:pt x="10837" y="14171"/>
                      <a:pt x="13781" y="17112"/>
                      <a:pt x="16858" y="20053"/>
                    </a:cubicBezTo>
                    <a:cubicBezTo>
                      <a:pt x="21407" y="24198"/>
                      <a:pt x="26491" y="28610"/>
                      <a:pt x="31843" y="33021"/>
                    </a:cubicBezTo>
                    <a:cubicBezTo>
                      <a:pt x="23280" y="20856"/>
                      <a:pt x="12577" y="9759"/>
                      <a:pt x="0" y="0"/>
                    </a:cubicBezTo>
                    <a:close/>
                  </a:path>
                </a:pathLst>
              </a:custGeom>
              <a:noFill/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5" name="Forma libre 449">
                <a:extLst>
                  <a:ext uri="{FF2B5EF4-FFF2-40B4-BE49-F238E27FC236}">
                    <a16:creationId xmlns:a16="http://schemas.microsoft.com/office/drawing/2014/main" id="{2181499B-6A11-D743-A46E-DB2E93F8D06F}"/>
                  </a:ext>
                </a:extLst>
              </p:cNvPr>
              <p:cNvSpPr/>
              <p:nvPr/>
            </p:nvSpPr>
            <p:spPr>
              <a:xfrm>
                <a:off x="1448733" y="7380462"/>
                <a:ext cx="120416" cy="200534"/>
              </a:xfrm>
              <a:custGeom>
                <a:avLst/>
                <a:gdLst>
                  <a:gd name="connsiteX0" fmla="*/ 0 w 120415"/>
                  <a:gd name="connsiteY0" fmla="*/ 0 h 200534"/>
                  <a:gd name="connsiteX1" fmla="*/ 46828 w 120415"/>
                  <a:gd name="connsiteY1" fmla="*/ 211631 h 200534"/>
                  <a:gd name="connsiteX2" fmla="*/ 126303 w 120415"/>
                  <a:gd name="connsiteY2" fmla="*/ 128475 h 200534"/>
                  <a:gd name="connsiteX3" fmla="*/ 0 w 120415"/>
                  <a:gd name="connsiteY3" fmla="*/ 0 h 200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415" h="200534">
                    <a:moveTo>
                      <a:pt x="0" y="0"/>
                    </a:moveTo>
                    <a:cubicBezTo>
                      <a:pt x="0" y="0"/>
                      <a:pt x="43082" y="212834"/>
                      <a:pt x="46828" y="211631"/>
                    </a:cubicBezTo>
                    <a:cubicBezTo>
                      <a:pt x="50575" y="210427"/>
                      <a:pt x="126303" y="128475"/>
                      <a:pt x="126303" y="12847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6" name="Forma libre 450">
                <a:extLst>
                  <a:ext uri="{FF2B5EF4-FFF2-40B4-BE49-F238E27FC236}">
                    <a16:creationId xmlns:a16="http://schemas.microsoft.com/office/drawing/2014/main" id="{A075BD98-EE99-614D-BE19-C0D424CD81B2}"/>
                  </a:ext>
                </a:extLst>
              </p:cNvPr>
              <p:cNvSpPr/>
              <p:nvPr/>
            </p:nvSpPr>
            <p:spPr>
              <a:xfrm>
                <a:off x="1574768" y="7377387"/>
                <a:ext cx="107036" cy="213903"/>
              </a:xfrm>
              <a:custGeom>
                <a:avLst/>
                <a:gdLst>
                  <a:gd name="connsiteX0" fmla="*/ 114796 w 107036"/>
                  <a:gd name="connsiteY0" fmla="*/ 0 h 213903"/>
                  <a:gd name="connsiteX1" fmla="*/ 79474 w 107036"/>
                  <a:gd name="connsiteY1" fmla="*/ 214705 h 213903"/>
                  <a:gd name="connsiteX2" fmla="*/ 0 w 107036"/>
                  <a:gd name="connsiteY2" fmla="*/ 131550 h 213903"/>
                  <a:gd name="connsiteX3" fmla="*/ 114796 w 107036"/>
                  <a:gd name="connsiteY3" fmla="*/ 0 h 213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7036" h="213903">
                    <a:moveTo>
                      <a:pt x="114796" y="0"/>
                    </a:moveTo>
                    <a:cubicBezTo>
                      <a:pt x="114796" y="0"/>
                      <a:pt x="83087" y="215909"/>
                      <a:pt x="79474" y="214705"/>
                    </a:cubicBezTo>
                    <a:cubicBezTo>
                      <a:pt x="75728" y="213502"/>
                      <a:pt x="0" y="131550"/>
                      <a:pt x="0" y="131550"/>
                    </a:cubicBezTo>
                    <a:lnTo>
                      <a:pt x="11479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7" name="Forma libre 451">
                <a:extLst>
                  <a:ext uri="{FF2B5EF4-FFF2-40B4-BE49-F238E27FC236}">
                    <a16:creationId xmlns:a16="http://schemas.microsoft.com/office/drawing/2014/main" id="{7754EB81-69FC-704B-BE7F-D330EC02B3F5}"/>
                  </a:ext>
                </a:extLst>
              </p:cNvPr>
              <p:cNvSpPr/>
              <p:nvPr/>
            </p:nvSpPr>
            <p:spPr>
              <a:xfrm>
                <a:off x="1373005" y="6878460"/>
                <a:ext cx="401385" cy="494651"/>
              </a:xfrm>
              <a:custGeom>
                <a:avLst/>
                <a:gdLst>
                  <a:gd name="connsiteX0" fmla="*/ 208185 w 401385"/>
                  <a:gd name="connsiteY0" fmla="*/ 7618 h 494650"/>
                  <a:gd name="connsiteX1" fmla="*/ 78671 w 401385"/>
                  <a:gd name="connsiteY1" fmla="*/ 26201 h 494650"/>
                  <a:gd name="connsiteX2" fmla="*/ 16189 w 401385"/>
                  <a:gd name="connsiteY2" fmla="*/ 316708 h 494650"/>
                  <a:gd name="connsiteX3" fmla="*/ 0 w 401385"/>
                  <a:gd name="connsiteY3" fmla="*/ 474328 h 494650"/>
                  <a:gd name="connsiteX4" fmla="*/ 91382 w 401385"/>
                  <a:gd name="connsiteY4" fmla="*/ 499195 h 494650"/>
                  <a:gd name="connsiteX5" fmla="*/ 116803 w 401385"/>
                  <a:gd name="connsiteY5" fmla="*/ 408553 h 494650"/>
                  <a:gd name="connsiteX6" fmla="*/ 70510 w 401385"/>
                  <a:gd name="connsiteY6" fmla="*/ 203072 h 494650"/>
                  <a:gd name="connsiteX7" fmla="*/ 216213 w 401385"/>
                  <a:gd name="connsiteY7" fmla="*/ 11228 h 494650"/>
                  <a:gd name="connsiteX8" fmla="*/ 337030 w 401385"/>
                  <a:gd name="connsiteY8" fmla="*/ 197458 h 494650"/>
                  <a:gd name="connsiteX9" fmla="*/ 290469 w 401385"/>
                  <a:gd name="connsiteY9" fmla="*/ 401066 h 494650"/>
                  <a:gd name="connsiteX10" fmla="*/ 308799 w 401385"/>
                  <a:gd name="connsiteY10" fmla="*/ 498927 h 494650"/>
                  <a:gd name="connsiteX11" fmla="*/ 393358 w 401385"/>
                  <a:gd name="connsiteY11" fmla="*/ 474328 h 494650"/>
                  <a:gd name="connsiteX12" fmla="*/ 382922 w 401385"/>
                  <a:gd name="connsiteY12" fmla="*/ 346521 h 494650"/>
                  <a:gd name="connsiteX13" fmla="*/ 337833 w 401385"/>
                  <a:gd name="connsiteY13" fmla="*/ 26201 h 494650"/>
                  <a:gd name="connsiteX14" fmla="*/ 208185 w 401385"/>
                  <a:gd name="connsiteY14" fmla="*/ 7618 h 494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01385" h="494650">
                    <a:moveTo>
                      <a:pt x="208185" y="7618"/>
                    </a:moveTo>
                    <a:cubicBezTo>
                      <a:pt x="208185" y="7618"/>
                      <a:pt x="150386" y="-15911"/>
                      <a:pt x="78671" y="26201"/>
                    </a:cubicBezTo>
                    <a:cubicBezTo>
                      <a:pt x="6957" y="68447"/>
                      <a:pt x="4683" y="247190"/>
                      <a:pt x="16189" y="316708"/>
                    </a:cubicBezTo>
                    <a:cubicBezTo>
                      <a:pt x="27696" y="386227"/>
                      <a:pt x="26625" y="449462"/>
                      <a:pt x="0" y="474328"/>
                    </a:cubicBezTo>
                    <a:cubicBezTo>
                      <a:pt x="17393" y="502938"/>
                      <a:pt x="72918" y="518980"/>
                      <a:pt x="91382" y="499195"/>
                    </a:cubicBezTo>
                    <a:cubicBezTo>
                      <a:pt x="109846" y="479274"/>
                      <a:pt x="126035" y="430879"/>
                      <a:pt x="116803" y="408553"/>
                    </a:cubicBezTo>
                    <a:cubicBezTo>
                      <a:pt x="107571" y="386227"/>
                      <a:pt x="41476" y="273927"/>
                      <a:pt x="70510" y="203072"/>
                    </a:cubicBezTo>
                    <a:cubicBezTo>
                      <a:pt x="99410" y="132351"/>
                      <a:pt x="208051" y="32351"/>
                      <a:pt x="216213" y="11228"/>
                    </a:cubicBezTo>
                    <a:cubicBezTo>
                      <a:pt x="235881" y="49731"/>
                      <a:pt x="327664" y="151468"/>
                      <a:pt x="337030" y="197458"/>
                    </a:cubicBezTo>
                    <a:cubicBezTo>
                      <a:pt x="359373" y="307350"/>
                      <a:pt x="326326" y="341440"/>
                      <a:pt x="290469" y="401066"/>
                    </a:cubicBezTo>
                    <a:cubicBezTo>
                      <a:pt x="254612" y="460692"/>
                      <a:pt x="308799" y="498927"/>
                      <a:pt x="308799" y="498927"/>
                    </a:cubicBezTo>
                    <a:cubicBezTo>
                      <a:pt x="308799" y="498927"/>
                      <a:pt x="356430" y="512697"/>
                      <a:pt x="393358" y="474328"/>
                    </a:cubicBezTo>
                    <a:cubicBezTo>
                      <a:pt x="369007" y="435825"/>
                      <a:pt x="362585" y="398794"/>
                      <a:pt x="382922" y="346521"/>
                    </a:cubicBezTo>
                    <a:cubicBezTo>
                      <a:pt x="411821" y="272056"/>
                      <a:pt x="423461" y="70987"/>
                      <a:pt x="337833" y="26201"/>
                    </a:cubicBezTo>
                    <a:cubicBezTo>
                      <a:pt x="252204" y="-18585"/>
                      <a:pt x="208185" y="7618"/>
                      <a:pt x="208185" y="7618"/>
                    </a:cubicBezTo>
                    <a:close/>
                  </a:path>
                </a:pathLst>
              </a:custGeom>
              <a:solidFill>
                <a:schemeClr val="tx2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 dirty="0"/>
              </a:p>
            </p:txBody>
          </p:sp>
          <p:sp>
            <p:nvSpPr>
              <p:cNvPr id="88" name="Forma libre 452">
                <a:extLst>
                  <a:ext uri="{FF2B5EF4-FFF2-40B4-BE49-F238E27FC236}">
                    <a16:creationId xmlns:a16="http://schemas.microsoft.com/office/drawing/2014/main" id="{9B583C1F-49B1-D749-8209-472B65BF8ED9}"/>
                  </a:ext>
                </a:extLst>
              </p:cNvPr>
              <p:cNvSpPr/>
              <p:nvPr/>
            </p:nvSpPr>
            <p:spPr>
              <a:xfrm>
                <a:off x="1351865" y="6848779"/>
                <a:ext cx="468283" cy="173796"/>
              </a:xfrm>
              <a:custGeom>
                <a:avLst/>
                <a:gdLst>
                  <a:gd name="connsiteX0" fmla="*/ 30505 w 468282"/>
                  <a:gd name="connsiteY0" fmla="*/ 176871 h 173796"/>
                  <a:gd name="connsiteX1" fmla="*/ 0 w 468282"/>
                  <a:gd name="connsiteY1" fmla="*/ 64571 h 173796"/>
                  <a:gd name="connsiteX2" fmla="*/ 245113 w 468282"/>
                  <a:gd name="connsiteY2" fmla="*/ 0 h 173796"/>
                  <a:gd name="connsiteX3" fmla="*/ 470825 w 468282"/>
                  <a:gd name="connsiteY3" fmla="*/ 65775 h 173796"/>
                  <a:gd name="connsiteX4" fmla="*/ 430151 w 468282"/>
                  <a:gd name="connsiteY4" fmla="*/ 172860 h 173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282" h="173796">
                    <a:moveTo>
                      <a:pt x="30505" y="176871"/>
                    </a:moveTo>
                    <a:lnTo>
                      <a:pt x="0" y="64571"/>
                    </a:lnTo>
                    <a:lnTo>
                      <a:pt x="245113" y="0"/>
                    </a:lnTo>
                    <a:lnTo>
                      <a:pt x="470825" y="65775"/>
                    </a:lnTo>
                    <a:lnTo>
                      <a:pt x="430151" y="17286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89" name="Forma libre 453">
                <a:extLst>
                  <a:ext uri="{FF2B5EF4-FFF2-40B4-BE49-F238E27FC236}">
                    <a16:creationId xmlns:a16="http://schemas.microsoft.com/office/drawing/2014/main" id="{266CA88E-510E-554C-9897-8680098D91E2}"/>
                  </a:ext>
                </a:extLst>
              </p:cNvPr>
              <p:cNvSpPr/>
              <p:nvPr/>
            </p:nvSpPr>
            <p:spPr>
              <a:xfrm>
                <a:off x="1539446" y="6891426"/>
                <a:ext cx="80277" cy="80214"/>
              </a:xfrm>
              <a:custGeom>
                <a:avLst/>
                <a:gdLst>
                  <a:gd name="connsiteX0" fmla="*/ 91650 w 80277"/>
                  <a:gd name="connsiteY0" fmla="*/ 33823 h 80213"/>
                  <a:gd name="connsiteX1" fmla="*/ 57666 w 80277"/>
                  <a:gd name="connsiteY1" fmla="*/ 33823 h 80213"/>
                  <a:gd name="connsiteX2" fmla="*/ 57666 w 80277"/>
                  <a:gd name="connsiteY2" fmla="*/ 0 h 80213"/>
                  <a:gd name="connsiteX3" fmla="*/ 33984 w 80277"/>
                  <a:gd name="connsiteY3" fmla="*/ 0 h 80213"/>
                  <a:gd name="connsiteX4" fmla="*/ 33984 w 80277"/>
                  <a:gd name="connsiteY4" fmla="*/ 33823 h 80213"/>
                  <a:gd name="connsiteX5" fmla="*/ 0 w 80277"/>
                  <a:gd name="connsiteY5" fmla="*/ 33823 h 80213"/>
                  <a:gd name="connsiteX6" fmla="*/ 0 w 80277"/>
                  <a:gd name="connsiteY6" fmla="*/ 57620 h 80213"/>
                  <a:gd name="connsiteX7" fmla="*/ 33984 w 80277"/>
                  <a:gd name="connsiteY7" fmla="*/ 57620 h 80213"/>
                  <a:gd name="connsiteX8" fmla="*/ 33984 w 80277"/>
                  <a:gd name="connsiteY8" fmla="*/ 91443 h 80213"/>
                  <a:gd name="connsiteX9" fmla="*/ 57666 w 80277"/>
                  <a:gd name="connsiteY9" fmla="*/ 91443 h 80213"/>
                  <a:gd name="connsiteX10" fmla="*/ 57666 w 80277"/>
                  <a:gd name="connsiteY10" fmla="*/ 57620 h 80213"/>
                  <a:gd name="connsiteX11" fmla="*/ 91650 w 80277"/>
                  <a:gd name="connsiteY11" fmla="*/ 57620 h 80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277" h="80213">
                    <a:moveTo>
                      <a:pt x="91650" y="33823"/>
                    </a:moveTo>
                    <a:lnTo>
                      <a:pt x="57666" y="33823"/>
                    </a:lnTo>
                    <a:lnTo>
                      <a:pt x="57666" y="0"/>
                    </a:lnTo>
                    <a:lnTo>
                      <a:pt x="33984" y="0"/>
                    </a:lnTo>
                    <a:lnTo>
                      <a:pt x="33984" y="33823"/>
                    </a:lnTo>
                    <a:lnTo>
                      <a:pt x="0" y="33823"/>
                    </a:lnTo>
                    <a:lnTo>
                      <a:pt x="0" y="57620"/>
                    </a:lnTo>
                    <a:lnTo>
                      <a:pt x="33984" y="57620"/>
                    </a:lnTo>
                    <a:lnTo>
                      <a:pt x="33984" y="91443"/>
                    </a:lnTo>
                    <a:lnTo>
                      <a:pt x="57666" y="91443"/>
                    </a:lnTo>
                    <a:lnTo>
                      <a:pt x="57666" y="57620"/>
                    </a:lnTo>
                    <a:lnTo>
                      <a:pt x="91650" y="57620"/>
                    </a:lnTo>
                    <a:close/>
                  </a:path>
                </a:pathLst>
              </a:custGeom>
              <a:solidFill>
                <a:srgbClr val="FFFFFF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90" name="Forma libre 454">
                <a:extLst>
                  <a:ext uri="{FF2B5EF4-FFF2-40B4-BE49-F238E27FC236}">
                    <a16:creationId xmlns:a16="http://schemas.microsoft.com/office/drawing/2014/main" id="{D4C32BC2-5053-694B-A2D0-EDE19073BA99}"/>
                  </a:ext>
                </a:extLst>
              </p:cNvPr>
              <p:cNvSpPr/>
              <p:nvPr/>
            </p:nvSpPr>
            <p:spPr>
              <a:xfrm>
                <a:off x="1635339" y="7341558"/>
                <a:ext cx="147175" cy="614971"/>
              </a:xfrm>
              <a:custGeom>
                <a:avLst/>
                <a:gdLst>
                  <a:gd name="connsiteX0" fmla="*/ 101589 w 147174"/>
                  <a:gd name="connsiteY0" fmla="*/ 480480 h 614971"/>
                  <a:gd name="connsiteX1" fmla="*/ 65999 w 147174"/>
                  <a:gd name="connsiteY1" fmla="*/ 476870 h 614971"/>
                  <a:gd name="connsiteX2" fmla="*/ 96906 w 147174"/>
                  <a:gd name="connsiteY2" fmla="*/ 288234 h 614971"/>
                  <a:gd name="connsiteX3" fmla="*/ 120855 w 147174"/>
                  <a:gd name="connsiteY3" fmla="*/ 193582 h 614971"/>
                  <a:gd name="connsiteX4" fmla="*/ 114299 w 147174"/>
                  <a:gd name="connsiteY4" fmla="*/ 90507 h 614971"/>
                  <a:gd name="connsiteX5" fmla="*/ 48472 w 147174"/>
                  <a:gd name="connsiteY5" fmla="*/ 9091 h 614971"/>
                  <a:gd name="connsiteX6" fmla="*/ 33754 w 147174"/>
                  <a:gd name="connsiteY6" fmla="*/ 0 h 614971"/>
                  <a:gd name="connsiteX7" fmla="*/ 45930 w 147174"/>
                  <a:gd name="connsiteY7" fmla="*/ 28610 h 614971"/>
                  <a:gd name="connsiteX8" fmla="*/ 80181 w 147174"/>
                  <a:gd name="connsiteY8" fmla="*/ 64171 h 614971"/>
                  <a:gd name="connsiteX9" fmla="*/ 103328 w 147174"/>
                  <a:gd name="connsiteY9" fmla="*/ 190106 h 614971"/>
                  <a:gd name="connsiteX10" fmla="*/ 79512 w 147174"/>
                  <a:gd name="connsiteY10" fmla="*/ 284090 h 614971"/>
                  <a:gd name="connsiteX11" fmla="*/ 48338 w 147174"/>
                  <a:gd name="connsiteY11" fmla="*/ 481148 h 614971"/>
                  <a:gd name="connsiteX12" fmla="*/ 4587 w 147174"/>
                  <a:gd name="connsiteY12" fmla="*/ 522993 h 614971"/>
                  <a:gd name="connsiteX13" fmla="*/ 49676 w 147174"/>
                  <a:gd name="connsiteY13" fmla="*/ 613902 h 614971"/>
                  <a:gd name="connsiteX14" fmla="*/ 146544 w 147174"/>
                  <a:gd name="connsiteY14" fmla="*/ 571522 h 614971"/>
                  <a:gd name="connsiteX15" fmla="*/ 101589 w 147174"/>
                  <a:gd name="connsiteY15" fmla="*/ 480480 h 61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7174" h="614971">
                    <a:moveTo>
                      <a:pt x="101589" y="480480"/>
                    </a:moveTo>
                    <a:cubicBezTo>
                      <a:pt x="89815" y="476469"/>
                      <a:pt x="77639" y="475400"/>
                      <a:pt x="65999" y="476870"/>
                    </a:cubicBezTo>
                    <a:cubicBezTo>
                      <a:pt x="58774" y="431282"/>
                      <a:pt x="77372" y="361362"/>
                      <a:pt x="96906" y="288234"/>
                    </a:cubicBezTo>
                    <a:cubicBezTo>
                      <a:pt x="105201" y="257486"/>
                      <a:pt x="113630" y="225668"/>
                      <a:pt x="120855" y="193582"/>
                    </a:cubicBezTo>
                    <a:cubicBezTo>
                      <a:pt x="129017" y="157219"/>
                      <a:pt x="126474" y="122059"/>
                      <a:pt x="114299" y="90507"/>
                    </a:cubicBezTo>
                    <a:cubicBezTo>
                      <a:pt x="101990" y="58556"/>
                      <a:pt x="79646" y="30481"/>
                      <a:pt x="48472" y="9091"/>
                    </a:cubicBezTo>
                    <a:cubicBezTo>
                      <a:pt x="43655" y="5882"/>
                      <a:pt x="38839" y="2807"/>
                      <a:pt x="33754" y="0"/>
                    </a:cubicBezTo>
                    <a:cubicBezTo>
                      <a:pt x="35895" y="9358"/>
                      <a:pt x="39775" y="18984"/>
                      <a:pt x="45930" y="28610"/>
                    </a:cubicBezTo>
                    <a:cubicBezTo>
                      <a:pt x="59443" y="39037"/>
                      <a:pt x="70949" y="51069"/>
                      <a:pt x="80181" y="64171"/>
                    </a:cubicBezTo>
                    <a:cubicBezTo>
                      <a:pt x="105067" y="99732"/>
                      <a:pt x="113764" y="143983"/>
                      <a:pt x="103328" y="190106"/>
                    </a:cubicBezTo>
                    <a:cubicBezTo>
                      <a:pt x="96103" y="221924"/>
                      <a:pt x="87674" y="253475"/>
                      <a:pt x="79512" y="284090"/>
                    </a:cubicBezTo>
                    <a:cubicBezTo>
                      <a:pt x="58507" y="362566"/>
                      <a:pt x="39775" y="432351"/>
                      <a:pt x="48338" y="481148"/>
                    </a:cubicBezTo>
                    <a:cubicBezTo>
                      <a:pt x="28670" y="488233"/>
                      <a:pt x="12347" y="502940"/>
                      <a:pt x="4587" y="522993"/>
                    </a:cubicBezTo>
                    <a:cubicBezTo>
                      <a:pt x="-9729" y="559758"/>
                      <a:pt x="10608" y="600533"/>
                      <a:pt x="49676" y="613902"/>
                    </a:cubicBezTo>
                    <a:cubicBezTo>
                      <a:pt x="88744" y="627271"/>
                      <a:pt x="132228" y="608287"/>
                      <a:pt x="146544" y="571522"/>
                    </a:cubicBezTo>
                    <a:cubicBezTo>
                      <a:pt x="160860" y="534624"/>
                      <a:pt x="140657" y="493849"/>
                      <a:pt x="101589" y="48048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91" name="Forma libre 455">
                <a:extLst>
                  <a:ext uri="{FF2B5EF4-FFF2-40B4-BE49-F238E27FC236}">
                    <a16:creationId xmlns:a16="http://schemas.microsoft.com/office/drawing/2014/main" id="{900C38F4-9DD0-FF47-9773-4E145B7FE43F}"/>
                  </a:ext>
                </a:extLst>
              </p:cNvPr>
              <p:cNvSpPr/>
              <p:nvPr/>
            </p:nvSpPr>
            <p:spPr>
              <a:xfrm>
                <a:off x="1317097" y="7340890"/>
                <a:ext cx="173934" cy="641709"/>
              </a:xfrm>
              <a:custGeom>
                <a:avLst/>
                <a:gdLst>
                  <a:gd name="connsiteX0" fmla="*/ 95645 w 173933"/>
                  <a:gd name="connsiteY0" fmla="*/ 372859 h 641709"/>
                  <a:gd name="connsiteX1" fmla="*/ 92300 w 173933"/>
                  <a:gd name="connsiteY1" fmla="*/ 373127 h 641709"/>
                  <a:gd name="connsiteX2" fmla="*/ 79723 w 173933"/>
                  <a:gd name="connsiteY2" fmla="*/ 79010 h 641709"/>
                  <a:gd name="connsiteX3" fmla="*/ 132706 w 173933"/>
                  <a:gd name="connsiteY3" fmla="*/ 25534 h 641709"/>
                  <a:gd name="connsiteX4" fmla="*/ 143142 w 173933"/>
                  <a:gd name="connsiteY4" fmla="*/ 0 h 641709"/>
                  <a:gd name="connsiteX5" fmla="*/ 136452 w 173933"/>
                  <a:gd name="connsiteY5" fmla="*/ 3342 h 641709"/>
                  <a:gd name="connsiteX6" fmla="*/ 48683 w 173933"/>
                  <a:gd name="connsiteY6" fmla="*/ 101604 h 641709"/>
                  <a:gd name="connsiteX7" fmla="*/ 35571 w 173933"/>
                  <a:gd name="connsiteY7" fmla="*/ 234223 h 641709"/>
                  <a:gd name="connsiteX8" fmla="*/ 74639 w 173933"/>
                  <a:gd name="connsiteY8" fmla="*/ 377004 h 641709"/>
                  <a:gd name="connsiteX9" fmla="*/ 115 w 173933"/>
                  <a:gd name="connsiteY9" fmla="*/ 512565 h 641709"/>
                  <a:gd name="connsiteX10" fmla="*/ 8009 w 173933"/>
                  <a:gd name="connsiteY10" fmla="*/ 524864 h 641709"/>
                  <a:gd name="connsiteX11" fmla="*/ 10685 w 173933"/>
                  <a:gd name="connsiteY11" fmla="*/ 630345 h 641709"/>
                  <a:gd name="connsiteX12" fmla="*/ 17776 w 173933"/>
                  <a:gd name="connsiteY12" fmla="*/ 634757 h 641709"/>
                  <a:gd name="connsiteX13" fmla="*/ 24867 w 173933"/>
                  <a:gd name="connsiteY13" fmla="*/ 635693 h 641709"/>
                  <a:gd name="connsiteX14" fmla="*/ 28480 w 173933"/>
                  <a:gd name="connsiteY14" fmla="*/ 649864 h 641709"/>
                  <a:gd name="connsiteX15" fmla="*/ 33162 w 173933"/>
                  <a:gd name="connsiteY15" fmla="*/ 652805 h 641709"/>
                  <a:gd name="connsiteX16" fmla="*/ 40387 w 173933"/>
                  <a:gd name="connsiteY16" fmla="*/ 649597 h 641709"/>
                  <a:gd name="connsiteX17" fmla="*/ 46943 w 173933"/>
                  <a:gd name="connsiteY17" fmla="*/ 634623 h 641709"/>
                  <a:gd name="connsiteX18" fmla="*/ 38916 w 173933"/>
                  <a:gd name="connsiteY18" fmla="*/ 613500 h 641709"/>
                  <a:gd name="connsiteX19" fmla="*/ 25804 w 173933"/>
                  <a:gd name="connsiteY19" fmla="*/ 627805 h 641709"/>
                  <a:gd name="connsiteX20" fmla="*/ 16438 w 173933"/>
                  <a:gd name="connsiteY20" fmla="*/ 624998 h 641709"/>
                  <a:gd name="connsiteX21" fmla="*/ 16171 w 173933"/>
                  <a:gd name="connsiteY21" fmla="*/ 524731 h 641709"/>
                  <a:gd name="connsiteX22" fmla="*/ 24332 w 173933"/>
                  <a:gd name="connsiteY22" fmla="*/ 515506 h 641709"/>
                  <a:gd name="connsiteX23" fmla="*/ 95912 w 173933"/>
                  <a:gd name="connsiteY23" fmla="*/ 395854 h 641709"/>
                  <a:gd name="connsiteX24" fmla="*/ 162810 w 173933"/>
                  <a:gd name="connsiteY24" fmla="*/ 503206 h 641709"/>
                  <a:gd name="connsiteX25" fmla="*/ 172978 w 173933"/>
                  <a:gd name="connsiteY25" fmla="*/ 513100 h 641709"/>
                  <a:gd name="connsiteX26" fmla="*/ 161740 w 173933"/>
                  <a:gd name="connsiteY26" fmla="*/ 613902 h 641709"/>
                  <a:gd name="connsiteX27" fmla="*/ 152106 w 173933"/>
                  <a:gd name="connsiteY27" fmla="*/ 615907 h 641709"/>
                  <a:gd name="connsiteX28" fmla="*/ 140734 w 173933"/>
                  <a:gd name="connsiteY28" fmla="*/ 600399 h 641709"/>
                  <a:gd name="connsiteX29" fmla="*/ 130432 w 173933"/>
                  <a:gd name="connsiteY29" fmla="*/ 620586 h 641709"/>
                  <a:gd name="connsiteX30" fmla="*/ 142205 w 173933"/>
                  <a:gd name="connsiteY30" fmla="*/ 639971 h 641709"/>
                  <a:gd name="connsiteX31" fmla="*/ 152374 w 173933"/>
                  <a:gd name="connsiteY31" fmla="*/ 623661 h 641709"/>
                  <a:gd name="connsiteX32" fmla="*/ 166958 w 173933"/>
                  <a:gd name="connsiteY32" fmla="*/ 619650 h 641709"/>
                  <a:gd name="connsiteX33" fmla="*/ 180872 w 173933"/>
                  <a:gd name="connsiteY33" fmla="*/ 511897 h 641709"/>
                  <a:gd name="connsiteX34" fmla="*/ 186893 w 173933"/>
                  <a:gd name="connsiteY34" fmla="*/ 500666 h 641709"/>
                  <a:gd name="connsiteX35" fmla="*/ 95645 w 173933"/>
                  <a:gd name="connsiteY35" fmla="*/ 372859 h 641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73933" h="641709">
                    <a:moveTo>
                      <a:pt x="95645" y="372859"/>
                    </a:moveTo>
                    <a:cubicBezTo>
                      <a:pt x="94574" y="372859"/>
                      <a:pt x="93504" y="372993"/>
                      <a:pt x="92300" y="373127"/>
                    </a:cubicBezTo>
                    <a:cubicBezTo>
                      <a:pt x="79456" y="343715"/>
                      <a:pt x="14966" y="184357"/>
                      <a:pt x="79723" y="79010"/>
                    </a:cubicBezTo>
                    <a:cubicBezTo>
                      <a:pt x="92166" y="58689"/>
                      <a:pt x="109426" y="40507"/>
                      <a:pt x="132706" y="25534"/>
                    </a:cubicBezTo>
                    <a:cubicBezTo>
                      <a:pt x="137790" y="16844"/>
                      <a:pt x="141135" y="8289"/>
                      <a:pt x="143142" y="0"/>
                    </a:cubicBezTo>
                    <a:cubicBezTo>
                      <a:pt x="140868" y="1069"/>
                      <a:pt x="138593" y="2139"/>
                      <a:pt x="136452" y="3342"/>
                    </a:cubicBezTo>
                    <a:cubicBezTo>
                      <a:pt x="94574" y="25936"/>
                      <a:pt x="65139" y="59224"/>
                      <a:pt x="48683" y="101604"/>
                    </a:cubicBezTo>
                    <a:cubicBezTo>
                      <a:pt x="34233" y="138903"/>
                      <a:pt x="29550" y="183422"/>
                      <a:pt x="35571" y="234223"/>
                    </a:cubicBezTo>
                    <a:cubicBezTo>
                      <a:pt x="43331" y="299999"/>
                      <a:pt x="65808" y="356683"/>
                      <a:pt x="74639" y="377004"/>
                    </a:cubicBezTo>
                    <a:cubicBezTo>
                      <a:pt x="16572" y="399597"/>
                      <a:pt x="918" y="507485"/>
                      <a:pt x="115" y="512565"/>
                    </a:cubicBezTo>
                    <a:cubicBezTo>
                      <a:pt x="-688" y="517913"/>
                      <a:pt x="2791" y="522993"/>
                      <a:pt x="8009" y="524864"/>
                    </a:cubicBezTo>
                    <a:cubicBezTo>
                      <a:pt x="3995" y="543982"/>
                      <a:pt x="-8715" y="611094"/>
                      <a:pt x="10685" y="630345"/>
                    </a:cubicBezTo>
                    <a:cubicBezTo>
                      <a:pt x="12692" y="632351"/>
                      <a:pt x="15100" y="633821"/>
                      <a:pt x="17776" y="634757"/>
                    </a:cubicBezTo>
                    <a:cubicBezTo>
                      <a:pt x="19917" y="635559"/>
                      <a:pt x="22325" y="635693"/>
                      <a:pt x="24867" y="635693"/>
                    </a:cubicBezTo>
                    <a:cubicBezTo>
                      <a:pt x="24600" y="641709"/>
                      <a:pt x="26071" y="646790"/>
                      <a:pt x="28480" y="649864"/>
                    </a:cubicBezTo>
                    <a:cubicBezTo>
                      <a:pt x="29818" y="651468"/>
                      <a:pt x="31423" y="652671"/>
                      <a:pt x="33162" y="652805"/>
                    </a:cubicBezTo>
                    <a:cubicBezTo>
                      <a:pt x="35705" y="653073"/>
                      <a:pt x="38113" y="651869"/>
                      <a:pt x="40387" y="649597"/>
                    </a:cubicBezTo>
                    <a:cubicBezTo>
                      <a:pt x="43465" y="646388"/>
                      <a:pt x="46007" y="641040"/>
                      <a:pt x="46943" y="634623"/>
                    </a:cubicBezTo>
                    <a:cubicBezTo>
                      <a:pt x="48549" y="623795"/>
                      <a:pt x="44936" y="614302"/>
                      <a:pt x="38916" y="613500"/>
                    </a:cubicBezTo>
                    <a:cubicBezTo>
                      <a:pt x="33564" y="612832"/>
                      <a:pt x="28212" y="618982"/>
                      <a:pt x="25804" y="627805"/>
                    </a:cubicBezTo>
                    <a:cubicBezTo>
                      <a:pt x="21924" y="628207"/>
                      <a:pt x="18980" y="627404"/>
                      <a:pt x="16438" y="624998"/>
                    </a:cubicBezTo>
                    <a:cubicBezTo>
                      <a:pt x="1319" y="610025"/>
                      <a:pt x="10685" y="549998"/>
                      <a:pt x="16171" y="524731"/>
                    </a:cubicBezTo>
                    <a:cubicBezTo>
                      <a:pt x="20318" y="523260"/>
                      <a:pt x="23663" y="519918"/>
                      <a:pt x="24332" y="515506"/>
                    </a:cubicBezTo>
                    <a:cubicBezTo>
                      <a:pt x="28881" y="482485"/>
                      <a:pt x="50690" y="396656"/>
                      <a:pt x="95912" y="395854"/>
                    </a:cubicBezTo>
                    <a:cubicBezTo>
                      <a:pt x="148895" y="394918"/>
                      <a:pt x="162676" y="502137"/>
                      <a:pt x="162810" y="503206"/>
                    </a:cubicBezTo>
                    <a:cubicBezTo>
                      <a:pt x="163479" y="508421"/>
                      <a:pt x="167760" y="512297"/>
                      <a:pt x="172978" y="513100"/>
                    </a:cubicBezTo>
                    <a:cubicBezTo>
                      <a:pt x="175788" y="538100"/>
                      <a:pt x="178732" y="600265"/>
                      <a:pt x="161740" y="613902"/>
                    </a:cubicBezTo>
                    <a:cubicBezTo>
                      <a:pt x="159064" y="616040"/>
                      <a:pt x="155853" y="616576"/>
                      <a:pt x="152106" y="615907"/>
                    </a:cubicBezTo>
                    <a:cubicBezTo>
                      <a:pt x="150768" y="606950"/>
                      <a:pt x="146086" y="600265"/>
                      <a:pt x="140734" y="600399"/>
                    </a:cubicBezTo>
                    <a:cubicBezTo>
                      <a:pt x="134579" y="600667"/>
                      <a:pt x="130030" y="609624"/>
                      <a:pt x="130432" y="620586"/>
                    </a:cubicBezTo>
                    <a:cubicBezTo>
                      <a:pt x="130833" y="631549"/>
                      <a:pt x="136051" y="640238"/>
                      <a:pt x="142205" y="639971"/>
                    </a:cubicBezTo>
                    <a:cubicBezTo>
                      <a:pt x="147557" y="639837"/>
                      <a:pt x="151705" y="632752"/>
                      <a:pt x="152374" y="623661"/>
                    </a:cubicBezTo>
                    <a:cubicBezTo>
                      <a:pt x="157859" y="624329"/>
                      <a:pt x="162810" y="622992"/>
                      <a:pt x="166958" y="619650"/>
                    </a:cubicBezTo>
                    <a:cubicBezTo>
                      <a:pt x="189836" y="601201"/>
                      <a:pt x="182478" y="525266"/>
                      <a:pt x="180872" y="511897"/>
                    </a:cubicBezTo>
                    <a:cubicBezTo>
                      <a:pt x="184886" y="509624"/>
                      <a:pt x="187428" y="505346"/>
                      <a:pt x="186893" y="500666"/>
                    </a:cubicBezTo>
                    <a:cubicBezTo>
                      <a:pt x="186759" y="495453"/>
                      <a:pt x="171640" y="371523"/>
                      <a:pt x="95645" y="372859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3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6AEA3A31-6B5D-4840-B520-E1D4EC2BA73F}"/>
              </a:ext>
            </a:extLst>
          </p:cNvPr>
          <p:cNvGrpSpPr/>
          <p:nvPr/>
        </p:nvGrpSpPr>
        <p:grpSpPr>
          <a:xfrm>
            <a:off x="15734351" y="6168732"/>
            <a:ext cx="1704563" cy="4776077"/>
            <a:chOff x="15734351" y="6168732"/>
            <a:chExt cx="1704563" cy="4776077"/>
          </a:xfrm>
        </p:grpSpPr>
        <p:cxnSp>
          <p:nvCxnSpPr>
            <p:cNvPr id="172" name="Elbow Connector 171">
              <a:extLst>
                <a:ext uri="{FF2B5EF4-FFF2-40B4-BE49-F238E27FC236}">
                  <a16:creationId xmlns:a16="http://schemas.microsoft.com/office/drawing/2014/main" id="{E252A689-8728-5D44-8B20-C01365A84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34351" y="6168732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E4AF8DB-8D03-1940-8991-E5D3816F067B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351" y="9778209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F75CC87-E1DD-5947-ABFD-40B7334D8E75}"/>
              </a:ext>
            </a:extLst>
          </p:cNvPr>
          <p:cNvGrpSpPr/>
          <p:nvPr/>
        </p:nvGrpSpPr>
        <p:grpSpPr>
          <a:xfrm flipH="1">
            <a:off x="6959632" y="6168732"/>
            <a:ext cx="1704563" cy="4776077"/>
            <a:chOff x="15734351" y="6168732"/>
            <a:chExt cx="1704563" cy="4776077"/>
          </a:xfrm>
        </p:grpSpPr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F8C45463-C3EA-D047-A8EA-EAA1FA589C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34351" y="6168732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Elbow Connector 175">
              <a:extLst>
                <a:ext uri="{FF2B5EF4-FFF2-40B4-BE49-F238E27FC236}">
                  <a16:creationId xmlns:a16="http://schemas.microsoft.com/office/drawing/2014/main" id="{43C0BB70-9F65-1947-9FA1-3053FDCDD7F9}"/>
                </a:ext>
              </a:extLst>
            </p:cNvPr>
            <p:cNvCxnSpPr>
              <a:cxnSpLocks/>
            </p:cNvCxnSpPr>
            <p:nvPr/>
          </p:nvCxnSpPr>
          <p:spPr>
            <a:xfrm>
              <a:off x="15734351" y="9778209"/>
              <a:ext cx="1704563" cy="1166600"/>
            </a:xfrm>
            <a:prstGeom prst="bentConnector3">
              <a:avLst/>
            </a:prstGeom>
            <a:ln w="63500">
              <a:solidFill>
                <a:schemeClr val="bg1">
                  <a:lumMod val="85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CuadroTexto 395">
            <a:extLst>
              <a:ext uri="{FF2B5EF4-FFF2-40B4-BE49-F238E27FC236}">
                <a16:creationId xmlns:a16="http://schemas.microsoft.com/office/drawing/2014/main" id="{C6AD014C-7C6A-BF4F-BD67-EFACE80E2783}"/>
              </a:ext>
            </a:extLst>
          </p:cNvPr>
          <p:cNvSpPr txBox="1"/>
          <p:nvPr/>
        </p:nvSpPr>
        <p:spPr>
          <a:xfrm flipH="1">
            <a:off x="2654295" y="5200229"/>
            <a:ext cx="382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EB652B2-B568-714D-A485-E093230BB7A2}"/>
              </a:ext>
            </a:extLst>
          </p:cNvPr>
          <p:cNvSpPr txBox="1"/>
          <p:nvPr/>
        </p:nvSpPr>
        <p:spPr>
          <a:xfrm flipH="1">
            <a:off x="2188028" y="5884545"/>
            <a:ext cx="42867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81" name="CuadroTexto 395">
            <a:extLst>
              <a:ext uri="{FF2B5EF4-FFF2-40B4-BE49-F238E27FC236}">
                <a16:creationId xmlns:a16="http://schemas.microsoft.com/office/drawing/2014/main" id="{FA2F7D6C-1311-7A4E-B0E4-31F2A05DA38A}"/>
              </a:ext>
            </a:extLst>
          </p:cNvPr>
          <p:cNvSpPr txBox="1"/>
          <p:nvPr/>
        </p:nvSpPr>
        <p:spPr>
          <a:xfrm>
            <a:off x="17912371" y="5154509"/>
            <a:ext cx="382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D9623FB-7B70-054C-A93B-DD9862C3D88F}"/>
              </a:ext>
            </a:extLst>
          </p:cNvPr>
          <p:cNvSpPr txBox="1"/>
          <p:nvPr/>
        </p:nvSpPr>
        <p:spPr>
          <a:xfrm>
            <a:off x="17912372" y="5838825"/>
            <a:ext cx="46210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84" name="CuadroTexto 395">
            <a:extLst>
              <a:ext uri="{FF2B5EF4-FFF2-40B4-BE49-F238E27FC236}">
                <a16:creationId xmlns:a16="http://schemas.microsoft.com/office/drawing/2014/main" id="{2A42888A-6B76-5647-B912-90020FA6B196}"/>
              </a:ext>
            </a:extLst>
          </p:cNvPr>
          <p:cNvSpPr txBox="1"/>
          <p:nvPr/>
        </p:nvSpPr>
        <p:spPr>
          <a:xfrm flipH="1">
            <a:off x="2654295" y="9501296"/>
            <a:ext cx="382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D404017-6593-734D-BCA4-BF0287FB69DA}"/>
              </a:ext>
            </a:extLst>
          </p:cNvPr>
          <p:cNvSpPr txBox="1"/>
          <p:nvPr/>
        </p:nvSpPr>
        <p:spPr>
          <a:xfrm flipH="1">
            <a:off x="2188028" y="10185612"/>
            <a:ext cx="42867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87" name="CuadroTexto 395">
            <a:extLst>
              <a:ext uri="{FF2B5EF4-FFF2-40B4-BE49-F238E27FC236}">
                <a16:creationId xmlns:a16="http://schemas.microsoft.com/office/drawing/2014/main" id="{13F8F1AC-A2F5-5742-AC92-EFB8D1A150D2}"/>
              </a:ext>
            </a:extLst>
          </p:cNvPr>
          <p:cNvSpPr txBox="1"/>
          <p:nvPr/>
        </p:nvSpPr>
        <p:spPr>
          <a:xfrm>
            <a:off x="17912371" y="9455576"/>
            <a:ext cx="382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FD88F53-7E43-3B4B-BB59-7B2988FEA380}"/>
              </a:ext>
            </a:extLst>
          </p:cNvPr>
          <p:cNvSpPr txBox="1"/>
          <p:nvPr/>
        </p:nvSpPr>
        <p:spPr>
          <a:xfrm>
            <a:off x="17912372" y="10139892"/>
            <a:ext cx="46210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4FA877-81E6-8E40-9A81-06F5E41F0445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6" name="CuadroTexto 350">
              <a:extLst>
                <a:ext uri="{FF2B5EF4-FFF2-40B4-BE49-F238E27FC236}">
                  <a16:creationId xmlns:a16="http://schemas.microsoft.com/office/drawing/2014/main" id="{5B325BB0-3AFC-AC4E-93DC-88D9FA42C4C6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7" name="CuadroTexto 351">
              <a:extLst>
                <a:ext uri="{FF2B5EF4-FFF2-40B4-BE49-F238E27FC236}">
                  <a16:creationId xmlns:a16="http://schemas.microsoft.com/office/drawing/2014/main" id="{38BA1171-E44B-BA40-966F-247D9EAFF7C8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7078BFA-953B-0946-96C6-1F2954EAE9C1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3439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20FE60C2-1BF1-3645-BE2C-9965B20CE768}"/>
              </a:ext>
            </a:extLst>
          </p:cNvPr>
          <p:cNvGrpSpPr/>
          <p:nvPr/>
        </p:nvGrpSpPr>
        <p:grpSpPr>
          <a:xfrm rot="5400000" flipH="1">
            <a:off x="9279071" y="6705774"/>
            <a:ext cx="5928554" cy="3591944"/>
            <a:chOff x="18162115" y="9170073"/>
            <a:chExt cx="2228664" cy="1350284"/>
          </a:xfrm>
        </p:grpSpPr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02B3DFF1-7032-AE46-8BFD-71E840B051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96055">
              <a:off x="18185091" y="9170073"/>
              <a:ext cx="2205688" cy="1350284"/>
            </a:xfrm>
            <a:custGeom>
              <a:avLst/>
              <a:gdLst>
                <a:gd name="T0" fmla="*/ 3218 w 4344"/>
                <a:gd name="T1" fmla="*/ 2501 h 2658"/>
                <a:gd name="T2" fmla="*/ 3218 w 4344"/>
                <a:gd name="T3" fmla="*/ 2501 h 2658"/>
                <a:gd name="T4" fmla="*/ 594 w 4344"/>
                <a:gd name="T5" fmla="*/ 1563 h 2658"/>
                <a:gd name="T6" fmla="*/ 157 w 4344"/>
                <a:gd name="T7" fmla="*/ 594 h 2658"/>
                <a:gd name="T8" fmla="*/ 157 w 4344"/>
                <a:gd name="T9" fmla="*/ 594 h 2658"/>
                <a:gd name="T10" fmla="*/ 1125 w 4344"/>
                <a:gd name="T11" fmla="*/ 157 h 2658"/>
                <a:gd name="T12" fmla="*/ 3749 w 4344"/>
                <a:gd name="T13" fmla="*/ 1094 h 2658"/>
                <a:gd name="T14" fmla="*/ 4187 w 4344"/>
                <a:gd name="T15" fmla="*/ 2063 h 2658"/>
                <a:gd name="T16" fmla="*/ 4187 w 4344"/>
                <a:gd name="T17" fmla="*/ 2063 h 2658"/>
                <a:gd name="T18" fmla="*/ 3218 w 4344"/>
                <a:gd name="T19" fmla="*/ 2501 h 2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44" h="2658">
                  <a:moveTo>
                    <a:pt x="3218" y="2501"/>
                  </a:moveTo>
                  <a:lnTo>
                    <a:pt x="3218" y="2501"/>
                  </a:lnTo>
                  <a:cubicBezTo>
                    <a:pt x="594" y="1563"/>
                    <a:pt x="594" y="1563"/>
                    <a:pt x="594" y="1563"/>
                  </a:cubicBezTo>
                  <a:cubicBezTo>
                    <a:pt x="219" y="1438"/>
                    <a:pt x="0" y="1001"/>
                    <a:pt x="157" y="594"/>
                  </a:cubicBezTo>
                  <a:lnTo>
                    <a:pt x="157" y="594"/>
                  </a:lnTo>
                  <a:cubicBezTo>
                    <a:pt x="282" y="219"/>
                    <a:pt x="719" y="0"/>
                    <a:pt x="1125" y="157"/>
                  </a:cubicBezTo>
                  <a:cubicBezTo>
                    <a:pt x="3749" y="1094"/>
                    <a:pt x="3749" y="1094"/>
                    <a:pt x="3749" y="1094"/>
                  </a:cubicBezTo>
                  <a:cubicBezTo>
                    <a:pt x="4124" y="1251"/>
                    <a:pt x="4343" y="1657"/>
                    <a:pt x="4187" y="2063"/>
                  </a:cubicBezTo>
                  <a:lnTo>
                    <a:pt x="4187" y="2063"/>
                  </a:lnTo>
                  <a:cubicBezTo>
                    <a:pt x="4062" y="2438"/>
                    <a:pt x="3624" y="2657"/>
                    <a:pt x="3218" y="250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5BC66265-67E8-1D46-89CC-A1FCC2BF75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96055">
              <a:off x="18162115" y="9342510"/>
              <a:ext cx="1253995" cy="1047981"/>
            </a:xfrm>
            <a:custGeom>
              <a:avLst/>
              <a:gdLst>
                <a:gd name="T0" fmla="*/ 2469 w 2470"/>
                <a:gd name="T1" fmla="*/ 626 h 2064"/>
                <a:gd name="T2" fmla="*/ 2469 w 2470"/>
                <a:gd name="T3" fmla="*/ 626 h 2064"/>
                <a:gd name="T4" fmla="*/ 1125 w 2470"/>
                <a:gd name="T5" fmla="*/ 157 h 2064"/>
                <a:gd name="T6" fmla="*/ 157 w 2470"/>
                <a:gd name="T7" fmla="*/ 594 h 2064"/>
                <a:gd name="T8" fmla="*/ 594 w 2470"/>
                <a:gd name="T9" fmla="*/ 1563 h 2064"/>
                <a:gd name="T10" fmla="*/ 1969 w 2470"/>
                <a:gd name="T11" fmla="*/ 2063 h 2064"/>
                <a:gd name="T12" fmla="*/ 2469 w 2470"/>
                <a:gd name="T13" fmla="*/ 626 h 2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70" h="2064">
                  <a:moveTo>
                    <a:pt x="2469" y="626"/>
                  </a:moveTo>
                  <a:lnTo>
                    <a:pt x="2469" y="626"/>
                  </a:lnTo>
                  <a:cubicBezTo>
                    <a:pt x="1125" y="157"/>
                    <a:pt x="1125" y="157"/>
                    <a:pt x="1125" y="157"/>
                  </a:cubicBezTo>
                  <a:cubicBezTo>
                    <a:pt x="719" y="0"/>
                    <a:pt x="282" y="219"/>
                    <a:pt x="157" y="594"/>
                  </a:cubicBezTo>
                  <a:cubicBezTo>
                    <a:pt x="0" y="1001"/>
                    <a:pt x="219" y="1438"/>
                    <a:pt x="594" y="1563"/>
                  </a:cubicBezTo>
                  <a:cubicBezTo>
                    <a:pt x="1969" y="2063"/>
                    <a:pt x="1969" y="2063"/>
                    <a:pt x="1969" y="2063"/>
                  </a:cubicBezTo>
                  <a:lnTo>
                    <a:pt x="2469" y="62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36C1A140-9EA5-AB47-9EAD-EDB487759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480039"/>
              </p:ext>
            </p:extLst>
          </p:nvPr>
        </p:nvGraphicFramePr>
        <p:xfrm>
          <a:off x="6148717" y="6692266"/>
          <a:ext cx="3733541" cy="36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B2EDDCC8-33F3-C24A-AC8B-2FADA2EDEDEA}"/>
              </a:ext>
            </a:extLst>
          </p:cNvPr>
          <p:cNvSpPr txBox="1"/>
          <p:nvPr/>
        </p:nvSpPr>
        <p:spPr>
          <a:xfrm>
            <a:off x="6566531" y="8070510"/>
            <a:ext cx="2897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25%</a:t>
            </a:r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0F8964BC-E4FA-DF40-BFE0-7F24DDAD8C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8385568"/>
              </p:ext>
            </p:extLst>
          </p:nvPr>
        </p:nvGraphicFramePr>
        <p:xfrm>
          <a:off x="14495392" y="6705774"/>
          <a:ext cx="3733541" cy="361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0" name="TextBox 59">
            <a:extLst>
              <a:ext uri="{FF2B5EF4-FFF2-40B4-BE49-F238E27FC236}">
                <a16:creationId xmlns:a16="http://schemas.microsoft.com/office/drawing/2014/main" id="{0814914D-DA05-6A43-8D85-3541AD641861}"/>
              </a:ext>
            </a:extLst>
          </p:cNvPr>
          <p:cNvSpPr txBox="1"/>
          <p:nvPr/>
        </p:nvSpPr>
        <p:spPr>
          <a:xfrm>
            <a:off x="14913207" y="8084018"/>
            <a:ext cx="28979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40%</a:t>
            </a:r>
          </a:p>
        </p:txBody>
      </p:sp>
      <p:sp>
        <p:nvSpPr>
          <p:cNvPr id="62" name="CuadroTexto 395">
            <a:extLst>
              <a:ext uri="{FF2B5EF4-FFF2-40B4-BE49-F238E27FC236}">
                <a16:creationId xmlns:a16="http://schemas.microsoft.com/office/drawing/2014/main" id="{97D06996-1228-4242-A52C-FB370B95C96F}"/>
              </a:ext>
            </a:extLst>
          </p:cNvPr>
          <p:cNvSpPr txBox="1"/>
          <p:nvPr/>
        </p:nvSpPr>
        <p:spPr>
          <a:xfrm>
            <a:off x="18345396" y="7251647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F3D295D-620D-4147-8C5B-493CC038BABF}"/>
              </a:ext>
            </a:extLst>
          </p:cNvPr>
          <p:cNvSpPr txBox="1"/>
          <p:nvPr/>
        </p:nvSpPr>
        <p:spPr>
          <a:xfrm>
            <a:off x="18345396" y="7935963"/>
            <a:ext cx="45061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5" name="CuadroTexto 395">
            <a:extLst>
              <a:ext uri="{FF2B5EF4-FFF2-40B4-BE49-F238E27FC236}">
                <a16:creationId xmlns:a16="http://schemas.microsoft.com/office/drawing/2014/main" id="{0C926F63-E480-6D43-B119-290318E648C7}"/>
              </a:ext>
            </a:extLst>
          </p:cNvPr>
          <p:cNvSpPr txBox="1"/>
          <p:nvPr/>
        </p:nvSpPr>
        <p:spPr>
          <a:xfrm flipH="1">
            <a:off x="2324661" y="7251647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BF3AB1-F70C-874E-BB0E-20B80779767A}"/>
              </a:ext>
            </a:extLst>
          </p:cNvPr>
          <p:cNvSpPr txBox="1"/>
          <p:nvPr/>
        </p:nvSpPr>
        <p:spPr>
          <a:xfrm flipH="1">
            <a:off x="1535583" y="7935963"/>
            <a:ext cx="44966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90D4C1-1B1B-854E-B8A8-F41F76B46B5E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22" name="CuadroTexto 350">
              <a:extLst>
                <a:ext uri="{FF2B5EF4-FFF2-40B4-BE49-F238E27FC236}">
                  <a16:creationId xmlns:a16="http://schemas.microsoft.com/office/drawing/2014/main" id="{4C65EC93-2A39-7A43-B03B-5F7E4BF1E9CC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23" name="CuadroTexto 351">
              <a:extLst>
                <a:ext uri="{FF2B5EF4-FFF2-40B4-BE49-F238E27FC236}">
                  <a16:creationId xmlns:a16="http://schemas.microsoft.com/office/drawing/2014/main" id="{2189936B-CA36-244B-A003-1A633516E02E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9854CB-74E7-DE4E-A10A-170E736EC370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256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 464">
            <a:extLst>
              <a:ext uri="{FF2B5EF4-FFF2-40B4-BE49-F238E27FC236}">
                <a16:creationId xmlns:a16="http://schemas.microsoft.com/office/drawing/2014/main" id="{02C89484-7E55-B14F-90D7-B095C0184E72}"/>
              </a:ext>
            </a:extLst>
          </p:cNvPr>
          <p:cNvSpPr/>
          <p:nvPr/>
        </p:nvSpPr>
        <p:spPr>
          <a:xfrm flipH="1">
            <a:off x="13078992" y="8483583"/>
            <a:ext cx="616388" cy="615901"/>
          </a:xfrm>
          <a:custGeom>
            <a:avLst/>
            <a:gdLst>
              <a:gd name="connsiteX0" fmla="*/ 31494 w 93656"/>
              <a:gd name="connsiteY0" fmla="*/ 90827 h 93582"/>
              <a:gd name="connsiteX1" fmla="*/ 7545 w 93656"/>
              <a:gd name="connsiteY1" fmla="*/ 61282 h 93582"/>
              <a:gd name="connsiteX2" fmla="*/ 12495 w 93656"/>
              <a:gd name="connsiteY2" fmla="*/ 13688 h 93582"/>
              <a:gd name="connsiteX3" fmla="*/ 20122 w 93656"/>
              <a:gd name="connsiteY3" fmla="*/ 7539 h 93582"/>
              <a:gd name="connsiteX4" fmla="*/ 67753 w 93656"/>
              <a:gd name="connsiteY4" fmla="*/ 12485 h 93582"/>
              <a:gd name="connsiteX5" fmla="*/ 91702 w 93656"/>
              <a:gd name="connsiteY5" fmla="*/ 42030 h 93582"/>
              <a:gd name="connsiteX6" fmla="*/ 86751 w 93656"/>
              <a:gd name="connsiteY6" fmla="*/ 89624 h 93582"/>
              <a:gd name="connsiteX7" fmla="*/ 79125 w 93656"/>
              <a:gd name="connsiteY7" fmla="*/ 95774 h 93582"/>
              <a:gd name="connsiteX8" fmla="*/ 31494 w 93656"/>
              <a:gd name="connsiteY8" fmla="*/ 90827 h 9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656" h="93582">
                <a:moveTo>
                  <a:pt x="31494" y="90827"/>
                </a:moveTo>
                <a:lnTo>
                  <a:pt x="7545" y="61282"/>
                </a:lnTo>
                <a:cubicBezTo>
                  <a:pt x="-4229" y="46843"/>
                  <a:pt x="-1955" y="25453"/>
                  <a:pt x="12495" y="13688"/>
                </a:cubicBezTo>
                <a:lnTo>
                  <a:pt x="20122" y="7539"/>
                </a:lnTo>
                <a:cubicBezTo>
                  <a:pt x="34571" y="-4226"/>
                  <a:pt x="55979" y="-1953"/>
                  <a:pt x="67753" y="12485"/>
                </a:cubicBezTo>
                <a:lnTo>
                  <a:pt x="91702" y="42030"/>
                </a:lnTo>
                <a:cubicBezTo>
                  <a:pt x="103476" y="56469"/>
                  <a:pt x="101201" y="77859"/>
                  <a:pt x="86751" y="89624"/>
                </a:cubicBezTo>
                <a:lnTo>
                  <a:pt x="79125" y="95774"/>
                </a:lnTo>
                <a:cubicBezTo>
                  <a:pt x="64675" y="107405"/>
                  <a:pt x="43268" y="105266"/>
                  <a:pt x="31494" y="90827"/>
                </a:cubicBezTo>
                <a:close/>
              </a:path>
            </a:pathLst>
          </a:custGeom>
          <a:solidFill>
            <a:srgbClr val="91919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8" name="Forma libre 465">
            <a:extLst>
              <a:ext uri="{FF2B5EF4-FFF2-40B4-BE49-F238E27FC236}">
                <a16:creationId xmlns:a16="http://schemas.microsoft.com/office/drawing/2014/main" id="{DE7D65D7-92CC-6240-8A20-24FA99A2B3BE}"/>
              </a:ext>
            </a:extLst>
          </p:cNvPr>
          <p:cNvSpPr/>
          <p:nvPr/>
        </p:nvSpPr>
        <p:spPr>
          <a:xfrm flipH="1">
            <a:off x="9227130" y="5251433"/>
            <a:ext cx="4578855" cy="4047327"/>
          </a:xfrm>
          <a:custGeom>
            <a:avLst/>
            <a:gdLst>
              <a:gd name="connsiteX0" fmla="*/ 650913 w 695734"/>
              <a:gd name="connsiteY0" fmla="*/ 67499 h 614971"/>
              <a:gd name="connsiteX1" fmla="*/ 541870 w 695734"/>
              <a:gd name="connsiteY1" fmla="*/ 14424 h 614971"/>
              <a:gd name="connsiteX2" fmla="*/ 411955 w 695734"/>
              <a:gd name="connsiteY2" fmla="*/ 120039 h 614971"/>
              <a:gd name="connsiteX3" fmla="*/ 485542 w 695734"/>
              <a:gd name="connsiteY3" fmla="*/ 210412 h 614971"/>
              <a:gd name="connsiteX4" fmla="*/ 446206 w 695734"/>
              <a:gd name="connsiteY4" fmla="*/ 242364 h 614971"/>
              <a:gd name="connsiteX5" fmla="*/ 372619 w 695734"/>
              <a:gd name="connsiteY5" fmla="*/ 151990 h 614971"/>
              <a:gd name="connsiteX6" fmla="*/ 319235 w 695734"/>
              <a:gd name="connsiteY6" fmla="*/ 195439 h 614971"/>
              <a:gd name="connsiteX7" fmla="*/ 392822 w 695734"/>
              <a:gd name="connsiteY7" fmla="*/ 285813 h 614971"/>
              <a:gd name="connsiteX8" fmla="*/ 353486 w 695734"/>
              <a:gd name="connsiteY8" fmla="*/ 317765 h 614971"/>
              <a:gd name="connsiteX9" fmla="*/ 279899 w 695734"/>
              <a:gd name="connsiteY9" fmla="*/ 227391 h 614971"/>
              <a:gd name="connsiteX10" fmla="*/ 222902 w 695734"/>
              <a:gd name="connsiteY10" fmla="*/ 273648 h 614971"/>
              <a:gd name="connsiteX11" fmla="*/ 296490 w 695734"/>
              <a:gd name="connsiteY11" fmla="*/ 364022 h 614971"/>
              <a:gd name="connsiteX12" fmla="*/ 257154 w 695734"/>
              <a:gd name="connsiteY12" fmla="*/ 395973 h 614971"/>
              <a:gd name="connsiteX13" fmla="*/ 183566 w 695734"/>
              <a:gd name="connsiteY13" fmla="*/ 305600 h 614971"/>
              <a:gd name="connsiteX14" fmla="*/ 0 w 695734"/>
              <a:gd name="connsiteY14" fmla="*/ 454797 h 614971"/>
              <a:gd name="connsiteX15" fmla="*/ 138745 w 695734"/>
              <a:gd name="connsiteY15" fmla="*/ 625518 h 614971"/>
              <a:gd name="connsiteX16" fmla="*/ 434834 w 695734"/>
              <a:gd name="connsiteY16" fmla="*/ 384877 h 614971"/>
              <a:gd name="connsiteX17" fmla="*/ 671651 w 695734"/>
              <a:gd name="connsiteY17" fmla="*/ 192364 h 614971"/>
              <a:gd name="connsiteX18" fmla="*/ 650913 w 695734"/>
              <a:gd name="connsiteY18" fmla="*/ 67499 h 614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95734" h="614971">
                <a:moveTo>
                  <a:pt x="650913" y="67499"/>
                </a:moveTo>
                <a:cubicBezTo>
                  <a:pt x="612781" y="20574"/>
                  <a:pt x="588832" y="-23678"/>
                  <a:pt x="541870" y="14424"/>
                </a:cubicBezTo>
                <a:lnTo>
                  <a:pt x="411955" y="120039"/>
                </a:lnTo>
                <a:lnTo>
                  <a:pt x="485542" y="210412"/>
                </a:lnTo>
                <a:lnTo>
                  <a:pt x="446206" y="242364"/>
                </a:lnTo>
                <a:lnTo>
                  <a:pt x="372619" y="151990"/>
                </a:lnTo>
                <a:lnTo>
                  <a:pt x="319235" y="195439"/>
                </a:lnTo>
                <a:lnTo>
                  <a:pt x="392822" y="285813"/>
                </a:lnTo>
                <a:lnTo>
                  <a:pt x="353486" y="317765"/>
                </a:lnTo>
                <a:lnTo>
                  <a:pt x="279899" y="227391"/>
                </a:lnTo>
                <a:lnTo>
                  <a:pt x="222902" y="273648"/>
                </a:lnTo>
                <a:lnTo>
                  <a:pt x="296490" y="364022"/>
                </a:lnTo>
                <a:lnTo>
                  <a:pt x="257154" y="395973"/>
                </a:lnTo>
                <a:lnTo>
                  <a:pt x="183566" y="305600"/>
                </a:lnTo>
                <a:lnTo>
                  <a:pt x="0" y="454797"/>
                </a:lnTo>
                <a:lnTo>
                  <a:pt x="138745" y="625518"/>
                </a:lnTo>
                <a:lnTo>
                  <a:pt x="434834" y="384877"/>
                </a:lnTo>
                <a:lnTo>
                  <a:pt x="671651" y="192364"/>
                </a:lnTo>
                <a:cubicBezTo>
                  <a:pt x="718480" y="154263"/>
                  <a:pt x="689178" y="114423"/>
                  <a:pt x="650913" y="6749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9" name="Forma libre 466">
            <a:extLst>
              <a:ext uri="{FF2B5EF4-FFF2-40B4-BE49-F238E27FC236}">
                <a16:creationId xmlns:a16="http://schemas.microsoft.com/office/drawing/2014/main" id="{5E75E35B-7F9E-0848-8E94-88D2C701018D}"/>
              </a:ext>
            </a:extLst>
          </p:cNvPr>
          <p:cNvSpPr/>
          <p:nvPr/>
        </p:nvSpPr>
        <p:spPr>
          <a:xfrm flipH="1">
            <a:off x="8944870" y="4964987"/>
            <a:ext cx="1408878" cy="1583738"/>
          </a:xfrm>
          <a:custGeom>
            <a:avLst/>
            <a:gdLst>
              <a:gd name="connsiteX0" fmla="*/ 166367 w 214072"/>
              <a:gd name="connsiteY0" fmla="*/ 242038 h 240640"/>
              <a:gd name="connsiteX1" fmla="*/ 6214 w 214072"/>
              <a:gd name="connsiteY1" fmla="*/ 45247 h 240640"/>
              <a:gd name="connsiteX2" fmla="*/ 10228 w 214072"/>
              <a:gd name="connsiteY2" fmla="*/ 6210 h 240640"/>
              <a:gd name="connsiteX3" fmla="*/ 10228 w 214072"/>
              <a:gd name="connsiteY3" fmla="*/ 6210 h 240640"/>
              <a:gd name="connsiteX4" fmla="*/ 49297 w 214072"/>
              <a:gd name="connsiteY4" fmla="*/ 10221 h 240640"/>
              <a:gd name="connsiteX5" fmla="*/ 209449 w 214072"/>
              <a:gd name="connsiteY5" fmla="*/ 207012 h 240640"/>
              <a:gd name="connsiteX6" fmla="*/ 205435 w 214072"/>
              <a:gd name="connsiteY6" fmla="*/ 246049 h 240640"/>
              <a:gd name="connsiteX7" fmla="*/ 205435 w 214072"/>
              <a:gd name="connsiteY7" fmla="*/ 246049 h 240640"/>
              <a:gd name="connsiteX8" fmla="*/ 166367 w 214072"/>
              <a:gd name="connsiteY8" fmla="*/ 242038 h 24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072" h="240640">
                <a:moveTo>
                  <a:pt x="166367" y="242038"/>
                </a:moveTo>
                <a:lnTo>
                  <a:pt x="6214" y="45247"/>
                </a:lnTo>
                <a:cubicBezTo>
                  <a:pt x="-3419" y="33349"/>
                  <a:pt x="-1679" y="15835"/>
                  <a:pt x="10228" y="6210"/>
                </a:cubicBezTo>
                <a:lnTo>
                  <a:pt x="10228" y="6210"/>
                </a:lnTo>
                <a:cubicBezTo>
                  <a:pt x="22136" y="-3416"/>
                  <a:pt x="39663" y="-1678"/>
                  <a:pt x="49297" y="10221"/>
                </a:cubicBezTo>
                <a:lnTo>
                  <a:pt x="209449" y="207012"/>
                </a:lnTo>
                <a:cubicBezTo>
                  <a:pt x="219083" y="218910"/>
                  <a:pt x="217343" y="236423"/>
                  <a:pt x="205435" y="246049"/>
                </a:cubicBezTo>
                <a:lnTo>
                  <a:pt x="205435" y="246049"/>
                </a:lnTo>
                <a:cubicBezTo>
                  <a:pt x="193661" y="255674"/>
                  <a:pt x="176000" y="253803"/>
                  <a:pt x="166367" y="242038"/>
                </a:cubicBez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0" name="Forma libre 467">
            <a:extLst>
              <a:ext uri="{FF2B5EF4-FFF2-40B4-BE49-F238E27FC236}">
                <a16:creationId xmlns:a16="http://schemas.microsoft.com/office/drawing/2014/main" id="{14D3927D-302F-B042-921A-204E06E483D4}"/>
              </a:ext>
            </a:extLst>
          </p:cNvPr>
          <p:cNvSpPr/>
          <p:nvPr/>
        </p:nvSpPr>
        <p:spPr>
          <a:xfrm flipH="1">
            <a:off x="8562883" y="4704380"/>
            <a:ext cx="1056659" cy="1231794"/>
          </a:xfrm>
          <a:custGeom>
            <a:avLst/>
            <a:gdLst>
              <a:gd name="connsiteX0" fmla="*/ 127459 w 160554"/>
              <a:gd name="connsiteY0" fmla="*/ 184711 h 187165"/>
              <a:gd name="connsiteX1" fmla="*/ 4501 w 160554"/>
              <a:gd name="connsiteY1" fmla="*/ 33643 h 187165"/>
              <a:gd name="connsiteX2" fmla="*/ 7445 w 160554"/>
              <a:gd name="connsiteY2" fmla="*/ 5167 h 187165"/>
              <a:gd name="connsiteX3" fmla="*/ 8247 w 160554"/>
              <a:gd name="connsiteY3" fmla="*/ 4497 h 187165"/>
              <a:gd name="connsiteX4" fmla="*/ 36746 w 160554"/>
              <a:gd name="connsiteY4" fmla="*/ 7439 h 187165"/>
              <a:gd name="connsiteX5" fmla="*/ 159703 w 160554"/>
              <a:gd name="connsiteY5" fmla="*/ 158508 h 187165"/>
              <a:gd name="connsiteX6" fmla="*/ 156760 w 160554"/>
              <a:gd name="connsiteY6" fmla="*/ 186984 h 187165"/>
              <a:gd name="connsiteX7" fmla="*/ 155958 w 160554"/>
              <a:gd name="connsiteY7" fmla="*/ 187652 h 187165"/>
              <a:gd name="connsiteX8" fmla="*/ 127459 w 160554"/>
              <a:gd name="connsiteY8" fmla="*/ 184711 h 187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554" h="187165">
                <a:moveTo>
                  <a:pt x="127459" y="184711"/>
                </a:moveTo>
                <a:lnTo>
                  <a:pt x="4501" y="33643"/>
                </a:lnTo>
                <a:cubicBezTo>
                  <a:pt x="-2456" y="25086"/>
                  <a:pt x="-1252" y="12252"/>
                  <a:pt x="7445" y="5167"/>
                </a:cubicBezTo>
                <a:lnTo>
                  <a:pt x="8247" y="4497"/>
                </a:lnTo>
                <a:cubicBezTo>
                  <a:pt x="16810" y="-2454"/>
                  <a:pt x="29655" y="-1251"/>
                  <a:pt x="36746" y="7439"/>
                </a:cubicBezTo>
                <a:lnTo>
                  <a:pt x="159703" y="158508"/>
                </a:lnTo>
                <a:cubicBezTo>
                  <a:pt x="166661" y="167064"/>
                  <a:pt x="165456" y="179898"/>
                  <a:pt x="156760" y="186984"/>
                </a:cubicBezTo>
                <a:lnTo>
                  <a:pt x="155958" y="187652"/>
                </a:lnTo>
                <a:cubicBezTo>
                  <a:pt x="147261" y="194604"/>
                  <a:pt x="134416" y="193267"/>
                  <a:pt x="127459" y="184711"/>
                </a:cubicBez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1" name="Forma libre 468">
            <a:extLst>
              <a:ext uri="{FF2B5EF4-FFF2-40B4-BE49-F238E27FC236}">
                <a16:creationId xmlns:a16="http://schemas.microsoft.com/office/drawing/2014/main" id="{7F1F8104-327C-BD41-AE4C-4ACE0778EEE6}"/>
              </a:ext>
            </a:extLst>
          </p:cNvPr>
          <p:cNvSpPr/>
          <p:nvPr/>
        </p:nvSpPr>
        <p:spPr>
          <a:xfrm flipH="1">
            <a:off x="9029749" y="5169976"/>
            <a:ext cx="704439" cy="703886"/>
          </a:xfrm>
          <a:custGeom>
            <a:avLst/>
            <a:gdLst>
              <a:gd name="connsiteX0" fmla="*/ 71715 w 107036"/>
              <a:gd name="connsiteY0" fmla="*/ 0 h 106951"/>
              <a:gd name="connsiteX1" fmla="*/ 119000 w 107036"/>
              <a:gd name="connsiteY1" fmla="*/ 58073 h 106951"/>
              <a:gd name="connsiteX2" fmla="*/ 47285 w 107036"/>
              <a:gd name="connsiteY2" fmla="*/ 116374 h 106951"/>
              <a:gd name="connsiteX3" fmla="*/ 0 w 107036"/>
              <a:gd name="connsiteY3" fmla="*/ 58300 h 10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106951">
                <a:moveTo>
                  <a:pt x="71715" y="0"/>
                </a:moveTo>
                <a:lnTo>
                  <a:pt x="119000" y="58073"/>
                </a:lnTo>
                <a:lnTo>
                  <a:pt x="47285" y="116374"/>
                </a:lnTo>
                <a:lnTo>
                  <a:pt x="0" y="58300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2" name="Forma libre 469">
            <a:extLst>
              <a:ext uri="{FF2B5EF4-FFF2-40B4-BE49-F238E27FC236}">
                <a16:creationId xmlns:a16="http://schemas.microsoft.com/office/drawing/2014/main" id="{D4B14E84-26B8-D448-B37F-534EB2F0F00B}"/>
              </a:ext>
            </a:extLst>
          </p:cNvPr>
          <p:cNvSpPr/>
          <p:nvPr/>
        </p:nvSpPr>
        <p:spPr>
          <a:xfrm flipH="1">
            <a:off x="10648631" y="6038231"/>
            <a:ext cx="704439" cy="791866"/>
          </a:xfrm>
          <a:custGeom>
            <a:avLst/>
            <a:gdLst>
              <a:gd name="connsiteX0" fmla="*/ 0 w 107036"/>
              <a:gd name="connsiteY0" fmla="*/ 31977 h 120320"/>
              <a:gd name="connsiteX1" fmla="*/ 39334 w 107036"/>
              <a:gd name="connsiteY1" fmla="*/ 0 h 120320"/>
              <a:gd name="connsiteX2" fmla="*/ 112964 w 107036"/>
              <a:gd name="connsiteY2" fmla="*/ 90429 h 120320"/>
              <a:gd name="connsiteX3" fmla="*/ 73630 w 107036"/>
              <a:gd name="connsiteY3" fmla="*/ 122405 h 12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120320">
                <a:moveTo>
                  <a:pt x="0" y="31977"/>
                </a:moveTo>
                <a:lnTo>
                  <a:pt x="39334" y="0"/>
                </a:lnTo>
                <a:lnTo>
                  <a:pt x="112964" y="90429"/>
                </a:lnTo>
                <a:lnTo>
                  <a:pt x="73630" y="122405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3" name="Forma libre 470">
            <a:extLst>
              <a:ext uri="{FF2B5EF4-FFF2-40B4-BE49-F238E27FC236}">
                <a16:creationId xmlns:a16="http://schemas.microsoft.com/office/drawing/2014/main" id="{CFFBE673-CED1-DB49-92C1-E2C81A208E00}"/>
              </a:ext>
            </a:extLst>
          </p:cNvPr>
          <p:cNvSpPr/>
          <p:nvPr/>
        </p:nvSpPr>
        <p:spPr>
          <a:xfrm flipH="1">
            <a:off x="11260320" y="6537682"/>
            <a:ext cx="704439" cy="791866"/>
          </a:xfrm>
          <a:custGeom>
            <a:avLst/>
            <a:gdLst>
              <a:gd name="connsiteX0" fmla="*/ 113057 w 107036"/>
              <a:gd name="connsiteY0" fmla="*/ 90508 h 120320"/>
              <a:gd name="connsiteX1" fmla="*/ 39470 w 107036"/>
              <a:gd name="connsiteY1" fmla="*/ 0 h 120320"/>
              <a:gd name="connsiteX2" fmla="*/ 16189 w 107036"/>
              <a:gd name="connsiteY2" fmla="*/ 18851 h 120320"/>
              <a:gd name="connsiteX3" fmla="*/ 0 w 107036"/>
              <a:gd name="connsiteY3" fmla="*/ 32086 h 120320"/>
              <a:gd name="connsiteX4" fmla="*/ 73721 w 107036"/>
              <a:gd name="connsiteY4" fmla="*/ 122460 h 12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036" h="120320">
                <a:moveTo>
                  <a:pt x="113057" y="90508"/>
                </a:moveTo>
                <a:lnTo>
                  <a:pt x="39470" y="0"/>
                </a:lnTo>
                <a:lnTo>
                  <a:pt x="16189" y="18851"/>
                </a:lnTo>
                <a:lnTo>
                  <a:pt x="0" y="32086"/>
                </a:lnTo>
                <a:lnTo>
                  <a:pt x="73721" y="122460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4" name="Forma libre 471">
            <a:extLst>
              <a:ext uri="{FF2B5EF4-FFF2-40B4-BE49-F238E27FC236}">
                <a16:creationId xmlns:a16="http://schemas.microsoft.com/office/drawing/2014/main" id="{DD8D2874-84AB-F349-81A4-BF6AD14907FD}"/>
              </a:ext>
            </a:extLst>
          </p:cNvPr>
          <p:cNvSpPr/>
          <p:nvPr/>
        </p:nvSpPr>
        <p:spPr>
          <a:xfrm flipH="1">
            <a:off x="11893819" y="7050163"/>
            <a:ext cx="704439" cy="791866"/>
          </a:xfrm>
          <a:custGeom>
            <a:avLst/>
            <a:gdLst>
              <a:gd name="connsiteX0" fmla="*/ 0 w 107036"/>
              <a:gd name="connsiteY0" fmla="*/ 31977 h 120320"/>
              <a:gd name="connsiteX1" fmla="*/ 39334 w 107036"/>
              <a:gd name="connsiteY1" fmla="*/ 0 h 120320"/>
              <a:gd name="connsiteX2" fmla="*/ 112964 w 107036"/>
              <a:gd name="connsiteY2" fmla="*/ 90429 h 120320"/>
              <a:gd name="connsiteX3" fmla="*/ 73630 w 107036"/>
              <a:gd name="connsiteY3" fmla="*/ 122405 h 12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120320">
                <a:moveTo>
                  <a:pt x="0" y="31977"/>
                </a:moveTo>
                <a:lnTo>
                  <a:pt x="39334" y="0"/>
                </a:lnTo>
                <a:lnTo>
                  <a:pt x="112964" y="90429"/>
                </a:lnTo>
                <a:lnTo>
                  <a:pt x="73630" y="122405"/>
                </a:lnTo>
                <a:close/>
              </a:path>
            </a:pathLst>
          </a:custGeom>
          <a:solidFill>
            <a:schemeClr val="tx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5" name="Forma libre 472">
            <a:extLst>
              <a:ext uri="{FF2B5EF4-FFF2-40B4-BE49-F238E27FC236}">
                <a16:creationId xmlns:a16="http://schemas.microsoft.com/office/drawing/2014/main" id="{DC88E79D-9E8D-C043-9248-41C33ED17240}"/>
              </a:ext>
            </a:extLst>
          </p:cNvPr>
          <p:cNvSpPr/>
          <p:nvPr/>
        </p:nvSpPr>
        <p:spPr>
          <a:xfrm flipH="1">
            <a:off x="13442195" y="8804311"/>
            <a:ext cx="2553595" cy="2111652"/>
          </a:xfrm>
          <a:custGeom>
            <a:avLst/>
            <a:gdLst>
              <a:gd name="connsiteX0" fmla="*/ 2658 w 388005"/>
              <a:gd name="connsiteY0" fmla="*/ 325114 h 320854"/>
              <a:gd name="connsiteX1" fmla="*/ 4397 w 388005"/>
              <a:gd name="connsiteY1" fmla="*/ 308537 h 320854"/>
              <a:gd name="connsiteX2" fmla="*/ 380629 w 388005"/>
              <a:gd name="connsiteY2" fmla="*/ 2656 h 320854"/>
              <a:gd name="connsiteX3" fmla="*/ 397219 w 388005"/>
              <a:gd name="connsiteY3" fmla="*/ 4394 h 320854"/>
              <a:gd name="connsiteX4" fmla="*/ 395480 w 388005"/>
              <a:gd name="connsiteY4" fmla="*/ 20971 h 320854"/>
              <a:gd name="connsiteX5" fmla="*/ 19248 w 388005"/>
              <a:gd name="connsiteY5" fmla="*/ 326852 h 320854"/>
              <a:gd name="connsiteX6" fmla="*/ 2658 w 388005"/>
              <a:gd name="connsiteY6" fmla="*/ 325114 h 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005" h="320854">
                <a:moveTo>
                  <a:pt x="2658" y="325114"/>
                </a:moveTo>
                <a:cubicBezTo>
                  <a:pt x="-1490" y="320034"/>
                  <a:pt x="-687" y="312681"/>
                  <a:pt x="4397" y="308537"/>
                </a:cubicBezTo>
                <a:lnTo>
                  <a:pt x="380629" y="2656"/>
                </a:lnTo>
                <a:cubicBezTo>
                  <a:pt x="385713" y="-1489"/>
                  <a:pt x="393072" y="-687"/>
                  <a:pt x="397219" y="4394"/>
                </a:cubicBezTo>
                <a:cubicBezTo>
                  <a:pt x="401367" y="9474"/>
                  <a:pt x="400564" y="16827"/>
                  <a:pt x="395480" y="20971"/>
                </a:cubicBezTo>
                <a:lnTo>
                  <a:pt x="19248" y="326852"/>
                </a:lnTo>
                <a:cubicBezTo>
                  <a:pt x="14164" y="330997"/>
                  <a:pt x="6671" y="330195"/>
                  <a:pt x="2658" y="325114"/>
                </a:cubicBezTo>
                <a:close/>
              </a:path>
            </a:pathLst>
          </a:custGeom>
          <a:solidFill>
            <a:srgbClr val="91919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6" name="Forma libre 473">
            <a:extLst>
              <a:ext uri="{FF2B5EF4-FFF2-40B4-BE49-F238E27FC236}">
                <a16:creationId xmlns:a16="http://schemas.microsoft.com/office/drawing/2014/main" id="{0056D356-DE5A-CD40-B7E2-2CB97F7E0133}"/>
              </a:ext>
            </a:extLst>
          </p:cNvPr>
          <p:cNvSpPr/>
          <p:nvPr/>
        </p:nvSpPr>
        <p:spPr>
          <a:xfrm flipH="1">
            <a:off x="15844453" y="11417355"/>
            <a:ext cx="440278" cy="615901"/>
          </a:xfrm>
          <a:custGeom>
            <a:avLst/>
            <a:gdLst>
              <a:gd name="connsiteX0" fmla="*/ 67968 w 66897"/>
              <a:gd name="connsiteY0" fmla="*/ 65374 h 93582"/>
              <a:gd name="connsiteX1" fmla="*/ 33984 w 66897"/>
              <a:gd name="connsiteY1" fmla="*/ 105214 h 93582"/>
              <a:gd name="connsiteX2" fmla="*/ 0 w 66897"/>
              <a:gd name="connsiteY2" fmla="*/ 65374 h 93582"/>
              <a:gd name="connsiteX3" fmla="*/ 33984 w 66897"/>
              <a:gd name="connsiteY3" fmla="*/ 0 h 93582"/>
              <a:gd name="connsiteX4" fmla="*/ 67968 w 66897"/>
              <a:gd name="connsiteY4" fmla="*/ 65374 h 93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897" h="93582">
                <a:moveTo>
                  <a:pt x="67968" y="65374"/>
                </a:moveTo>
                <a:cubicBezTo>
                  <a:pt x="67968" y="87433"/>
                  <a:pt x="52715" y="105214"/>
                  <a:pt x="33984" y="105214"/>
                </a:cubicBezTo>
                <a:cubicBezTo>
                  <a:pt x="15253" y="105214"/>
                  <a:pt x="0" y="87300"/>
                  <a:pt x="0" y="65374"/>
                </a:cubicBezTo>
                <a:cubicBezTo>
                  <a:pt x="0" y="43449"/>
                  <a:pt x="33984" y="0"/>
                  <a:pt x="33984" y="0"/>
                </a:cubicBezTo>
                <a:cubicBezTo>
                  <a:pt x="33984" y="0"/>
                  <a:pt x="67968" y="43315"/>
                  <a:pt x="67968" y="65374"/>
                </a:cubicBezTo>
                <a:close/>
              </a:path>
            </a:pathLst>
          </a:custGeom>
          <a:solidFill>
            <a:srgbClr val="91919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sp>
        <p:nvSpPr>
          <p:cNvPr id="19" name="Овал 106">
            <a:extLst>
              <a:ext uri="{FF2B5EF4-FFF2-40B4-BE49-F238E27FC236}">
                <a16:creationId xmlns:a16="http://schemas.microsoft.com/office/drawing/2014/main" id="{E9C7A1DC-0563-BC45-8367-D4993FB9A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584" y="8404080"/>
            <a:ext cx="1296036" cy="12993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 eaLnBrk="1"/>
            <a:endParaRPr lang="ru-RU" altLang="ru-RU"/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E3A79B03-AE7D-A342-8D38-E24215D749EB}"/>
              </a:ext>
            </a:extLst>
          </p:cNvPr>
          <p:cNvSpPr txBox="1">
            <a:spLocks/>
          </p:cNvSpPr>
          <p:nvPr/>
        </p:nvSpPr>
        <p:spPr bwMode="auto">
          <a:xfrm>
            <a:off x="7274926" y="8617762"/>
            <a:ext cx="1480566" cy="841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eaLnBrk="1">
              <a:defRPr/>
            </a:pPr>
            <a:r>
              <a:rPr lang="en-US" altLang="x-none" sz="4800" dirty="0">
                <a:solidFill>
                  <a:srgbClr val="FFFFFF"/>
                </a:solidFill>
                <a:latin typeface="Poppins Medium" pitchFamily="2" charset="77"/>
                <a:ea typeface="Impact" charset="0"/>
                <a:cs typeface="Poppins Medium" pitchFamily="2" charset="77"/>
                <a:sym typeface="Helvetica Neue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E9E42A-DFE1-D34D-9FA4-A86B284DD73E}"/>
              </a:ext>
            </a:extLst>
          </p:cNvPr>
          <p:cNvSpPr txBox="1"/>
          <p:nvPr/>
        </p:nvSpPr>
        <p:spPr>
          <a:xfrm flipH="1">
            <a:off x="947057" y="8876992"/>
            <a:ext cx="609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 get your company’s name out there, you need to make sure.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677680-CBFE-2743-9CF5-7D7142A07629}"/>
              </a:ext>
            </a:extLst>
          </p:cNvPr>
          <p:cNvSpPr/>
          <p:nvPr/>
        </p:nvSpPr>
        <p:spPr>
          <a:xfrm flipH="1">
            <a:off x="3383926" y="8227924"/>
            <a:ext cx="36534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Your Title</a:t>
            </a:r>
            <a:endParaRPr lang="en-US" sz="8800" b="1" dirty="0">
              <a:solidFill>
                <a:schemeClr val="tx2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62" name="Овал 106">
            <a:extLst>
              <a:ext uri="{FF2B5EF4-FFF2-40B4-BE49-F238E27FC236}">
                <a16:creationId xmlns:a16="http://schemas.microsoft.com/office/drawing/2014/main" id="{91128906-2380-A741-8D58-A92CDF1E9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584" y="10526795"/>
            <a:ext cx="1296036" cy="12993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 eaLnBrk="1"/>
            <a:endParaRPr lang="ru-RU" altLang="ru-RU"/>
          </a:p>
        </p:txBody>
      </p:sp>
      <p:sp>
        <p:nvSpPr>
          <p:cNvPr id="63" name="Text Box 27">
            <a:extLst>
              <a:ext uri="{FF2B5EF4-FFF2-40B4-BE49-F238E27FC236}">
                <a16:creationId xmlns:a16="http://schemas.microsoft.com/office/drawing/2014/main" id="{A913B848-4FEB-5841-9943-228DE8079421}"/>
              </a:ext>
            </a:extLst>
          </p:cNvPr>
          <p:cNvSpPr txBox="1">
            <a:spLocks/>
          </p:cNvSpPr>
          <p:nvPr/>
        </p:nvSpPr>
        <p:spPr bwMode="auto">
          <a:xfrm>
            <a:off x="7274926" y="10740477"/>
            <a:ext cx="1480566" cy="841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eaLnBrk="1">
              <a:defRPr/>
            </a:pPr>
            <a:r>
              <a:rPr lang="en-US" altLang="x-none" sz="4800" b="1" dirty="0">
                <a:solidFill>
                  <a:srgbClr val="FFFFFF"/>
                </a:solidFill>
                <a:latin typeface="Century Gothic" panose="020B0502020202020204" pitchFamily="34" charset="0"/>
                <a:ea typeface="Impact" charset="0"/>
                <a:cs typeface="Poppins Medium" pitchFamily="2" charset="77"/>
                <a:sym typeface="Helvetica Neue" charset="0"/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119E9FD-6CAD-414E-A61E-58D71E0BDA27}"/>
              </a:ext>
            </a:extLst>
          </p:cNvPr>
          <p:cNvSpPr txBox="1"/>
          <p:nvPr/>
        </p:nvSpPr>
        <p:spPr>
          <a:xfrm flipH="1">
            <a:off x="947057" y="10999707"/>
            <a:ext cx="609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 get your company’s name out there, you need to make sure.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9528194-0EFE-1149-AE7C-4617C56F9C52}"/>
              </a:ext>
            </a:extLst>
          </p:cNvPr>
          <p:cNvSpPr/>
          <p:nvPr/>
        </p:nvSpPr>
        <p:spPr>
          <a:xfrm flipH="1">
            <a:off x="3383926" y="10350639"/>
            <a:ext cx="36534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Your Title</a:t>
            </a:r>
            <a:endParaRPr lang="en-US" sz="8800" b="1" dirty="0">
              <a:solidFill>
                <a:schemeClr val="tx2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9CEC82-BEAF-3C4A-8052-0914369C71C5}"/>
              </a:ext>
            </a:extLst>
          </p:cNvPr>
          <p:cNvSpPr txBox="1"/>
          <p:nvPr/>
        </p:nvSpPr>
        <p:spPr>
          <a:xfrm>
            <a:off x="17349798" y="6298594"/>
            <a:ext cx="6130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 get your company’s name out there, you need to make sure.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CE63D1-78E0-B04D-83B1-508E5C6FC6B5}"/>
              </a:ext>
            </a:extLst>
          </p:cNvPr>
          <p:cNvSpPr/>
          <p:nvPr/>
        </p:nvSpPr>
        <p:spPr>
          <a:xfrm>
            <a:off x="17349798" y="5649526"/>
            <a:ext cx="2981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Your Title</a:t>
            </a:r>
            <a:endParaRPr lang="en-US" sz="8800" b="1" dirty="0">
              <a:solidFill>
                <a:schemeClr val="tx2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36" name="Овал 106">
            <a:extLst>
              <a:ext uri="{FF2B5EF4-FFF2-40B4-BE49-F238E27FC236}">
                <a16:creationId xmlns:a16="http://schemas.microsoft.com/office/drawing/2014/main" id="{26DBC568-E561-9248-8E6A-DE3D8036EB4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728555" y="5756786"/>
            <a:ext cx="1296036" cy="129626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 eaLnBrk="1"/>
            <a:endParaRPr lang="ru-RU" altLang="ru-RU" dirty="0"/>
          </a:p>
        </p:txBody>
      </p:sp>
      <p:sp>
        <p:nvSpPr>
          <p:cNvPr id="37" name="Text Box 27">
            <a:extLst>
              <a:ext uri="{FF2B5EF4-FFF2-40B4-BE49-F238E27FC236}">
                <a16:creationId xmlns:a16="http://schemas.microsoft.com/office/drawing/2014/main" id="{78FAD6E5-451D-2F41-AACE-AE6633D09108}"/>
              </a:ext>
            </a:extLst>
          </p:cNvPr>
          <p:cNvSpPr txBox="1">
            <a:spLocks/>
          </p:cNvSpPr>
          <p:nvPr/>
        </p:nvSpPr>
        <p:spPr bwMode="auto">
          <a:xfrm flipH="1">
            <a:off x="15631683" y="5968932"/>
            <a:ext cx="1480566" cy="841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eaLnBrk="1">
              <a:defRPr/>
            </a:pPr>
            <a:r>
              <a:rPr lang="en-US" altLang="x-none" sz="4800" b="1" dirty="0">
                <a:solidFill>
                  <a:srgbClr val="FFFFFF"/>
                </a:solidFill>
                <a:latin typeface="Century Gothic" panose="020B0502020202020204" pitchFamily="34" charset="0"/>
                <a:ea typeface="Impact" charset="0"/>
                <a:cs typeface="Poppins Medium" pitchFamily="2" charset="77"/>
                <a:sym typeface="Helvetica Neue" charset="0"/>
              </a:rPr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FA663D-DDFC-3249-AA87-C9EE6F2D744B}"/>
              </a:ext>
            </a:extLst>
          </p:cNvPr>
          <p:cNvSpPr txBox="1"/>
          <p:nvPr/>
        </p:nvSpPr>
        <p:spPr>
          <a:xfrm>
            <a:off x="17349798" y="8749305"/>
            <a:ext cx="6130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To get your company’s name out there, you need to make sure.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D43C579-5643-4143-9AF1-38114964BAD7}"/>
              </a:ext>
            </a:extLst>
          </p:cNvPr>
          <p:cNvSpPr/>
          <p:nvPr/>
        </p:nvSpPr>
        <p:spPr>
          <a:xfrm>
            <a:off x="17349798" y="8100237"/>
            <a:ext cx="2981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Your Title</a:t>
            </a:r>
            <a:endParaRPr lang="en-US" sz="8800" b="1" dirty="0">
              <a:solidFill>
                <a:schemeClr val="tx2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67" name="Овал 106">
            <a:extLst>
              <a:ext uri="{FF2B5EF4-FFF2-40B4-BE49-F238E27FC236}">
                <a16:creationId xmlns:a16="http://schemas.microsoft.com/office/drawing/2014/main" id="{E33E1B8F-AB69-1A49-B4ED-B7FBA9EE1B5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5728555" y="8207497"/>
            <a:ext cx="1296036" cy="12962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 eaLnBrk="1"/>
            <a:endParaRPr lang="ru-RU" altLang="ru-RU" dirty="0"/>
          </a:p>
        </p:txBody>
      </p:sp>
      <p:sp>
        <p:nvSpPr>
          <p:cNvPr id="68" name="Text Box 27">
            <a:extLst>
              <a:ext uri="{FF2B5EF4-FFF2-40B4-BE49-F238E27FC236}">
                <a16:creationId xmlns:a16="http://schemas.microsoft.com/office/drawing/2014/main" id="{78948CBB-07D3-EB40-8A91-863395AEB976}"/>
              </a:ext>
            </a:extLst>
          </p:cNvPr>
          <p:cNvSpPr txBox="1">
            <a:spLocks/>
          </p:cNvSpPr>
          <p:nvPr/>
        </p:nvSpPr>
        <p:spPr bwMode="auto">
          <a:xfrm flipH="1">
            <a:off x="15631683" y="8419643"/>
            <a:ext cx="1480566" cy="841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eaLnBrk="1">
              <a:defRPr/>
            </a:pPr>
            <a:r>
              <a:rPr lang="en-US" altLang="x-none" sz="4800" b="1" dirty="0">
                <a:solidFill>
                  <a:srgbClr val="FFFFFF"/>
                </a:solidFill>
                <a:latin typeface="Century Gothic" panose="020B0502020202020204" pitchFamily="34" charset="0"/>
                <a:ea typeface="Impact" charset="0"/>
                <a:cs typeface="Poppins Medium" pitchFamily="2" charset="77"/>
                <a:sym typeface="Helvetica Neue" charset="0"/>
              </a:rPr>
              <a:t>4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C03EA5F-1E31-6544-AB32-DD1C3A7D5487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5" name="CuadroTexto 350">
              <a:extLst>
                <a:ext uri="{FF2B5EF4-FFF2-40B4-BE49-F238E27FC236}">
                  <a16:creationId xmlns:a16="http://schemas.microsoft.com/office/drawing/2014/main" id="{501D1836-4615-D241-98E6-7523C6CF9394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6" name="CuadroTexto 351">
              <a:extLst>
                <a:ext uri="{FF2B5EF4-FFF2-40B4-BE49-F238E27FC236}">
                  <a16:creationId xmlns:a16="http://schemas.microsoft.com/office/drawing/2014/main" id="{3A4D08A8-0A96-4541-AF6E-8B52285CD041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597EBA4-50D8-5B45-8BB3-6AC6C80CBAD1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6251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Elbow Connector 32">
            <a:extLst>
              <a:ext uri="{FF2B5EF4-FFF2-40B4-BE49-F238E27FC236}">
                <a16:creationId xmlns:a16="http://schemas.microsoft.com/office/drawing/2014/main" id="{5B55ED41-7210-D144-8449-985CEF41BF25}"/>
              </a:ext>
            </a:extLst>
          </p:cNvPr>
          <p:cNvCxnSpPr/>
          <p:nvPr/>
        </p:nvCxnSpPr>
        <p:spPr>
          <a:xfrm flipV="1">
            <a:off x="6331883" y="6490490"/>
            <a:ext cx="1695539" cy="987477"/>
          </a:xfrm>
          <a:prstGeom prst="bentConnector3">
            <a:avLst>
              <a:gd name="adj1" fmla="val 747"/>
            </a:avLst>
          </a:prstGeom>
          <a:ln w="635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upo 389">
            <a:extLst>
              <a:ext uri="{FF2B5EF4-FFF2-40B4-BE49-F238E27FC236}">
                <a16:creationId xmlns:a16="http://schemas.microsoft.com/office/drawing/2014/main" id="{74D24EE6-9976-9F4C-942B-ABF1F204FB89}"/>
              </a:ext>
            </a:extLst>
          </p:cNvPr>
          <p:cNvGrpSpPr/>
          <p:nvPr/>
        </p:nvGrpSpPr>
        <p:grpSpPr>
          <a:xfrm>
            <a:off x="12811662" y="5224879"/>
            <a:ext cx="4317682" cy="4762300"/>
            <a:chOff x="699705" y="4269983"/>
            <a:chExt cx="656140" cy="723707"/>
          </a:xfrm>
        </p:grpSpPr>
        <p:sp>
          <p:nvSpPr>
            <p:cNvPr id="31" name="Forma libre 195">
              <a:extLst>
                <a:ext uri="{FF2B5EF4-FFF2-40B4-BE49-F238E27FC236}">
                  <a16:creationId xmlns:a16="http://schemas.microsoft.com/office/drawing/2014/main" id="{9ED32A47-4C0D-2B4F-983B-1A65FB438CA2}"/>
                </a:ext>
              </a:extLst>
            </p:cNvPr>
            <p:cNvSpPr/>
            <p:nvPr/>
          </p:nvSpPr>
          <p:spPr>
            <a:xfrm>
              <a:off x="912854" y="4269983"/>
              <a:ext cx="221257" cy="129704"/>
            </a:xfrm>
            <a:custGeom>
              <a:avLst/>
              <a:gdLst>
                <a:gd name="connsiteX0" fmla="*/ 130714 w 221256"/>
                <a:gd name="connsiteY0" fmla="*/ 63436 h 129704"/>
                <a:gd name="connsiteX1" fmla="*/ 221811 w 221256"/>
                <a:gd name="connsiteY1" fmla="*/ 133401 h 129704"/>
                <a:gd name="connsiteX2" fmla="*/ 221887 w 221256"/>
                <a:gd name="connsiteY2" fmla="*/ 122032 h 129704"/>
                <a:gd name="connsiteX3" fmla="*/ 197549 w 221256"/>
                <a:gd name="connsiteY3" fmla="*/ 16362 h 129704"/>
                <a:gd name="connsiteX4" fmla="*/ 113319 w 221256"/>
                <a:gd name="connsiteY4" fmla="*/ 34 h 129704"/>
                <a:gd name="connsiteX5" fmla="*/ 112861 w 221256"/>
                <a:gd name="connsiteY5" fmla="*/ 34 h 129704"/>
                <a:gd name="connsiteX6" fmla="*/ 111106 w 221256"/>
                <a:gd name="connsiteY6" fmla="*/ 34 h 129704"/>
                <a:gd name="connsiteX7" fmla="*/ 109351 w 221256"/>
                <a:gd name="connsiteY7" fmla="*/ 34 h 129704"/>
                <a:gd name="connsiteX8" fmla="*/ 108970 w 221256"/>
                <a:gd name="connsiteY8" fmla="*/ 110 h 129704"/>
                <a:gd name="connsiteX9" fmla="*/ 17263 w 221256"/>
                <a:gd name="connsiteY9" fmla="*/ 20634 h 129704"/>
                <a:gd name="connsiteX10" fmla="*/ 402 w 221256"/>
                <a:gd name="connsiteY10" fmla="*/ 122032 h 129704"/>
                <a:gd name="connsiteX11" fmla="*/ 1088 w 221256"/>
                <a:gd name="connsiteY11" fmla="*/ 132867 h 129704"/>
                <a:gd name="connsiteX12" fmla="*/ 130714 w 221256"/>
                <a:gd name="connsiteY12" fmla="*/ 63436 h 129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256" h="129704">
                  <a:moveTo>
                    <a:pt x="130714" y="63436"/>
                  </a:moveTo>
                  <a:cubicBezTo>
                    <a:pt x="143761" y="87470"/>
                    <a:pt x="175194" y="117149"/>
                    <a:pt x="221811" y="133401"/>
                  </a:cubicBezTo>
                  <a:cubicBezTo>
                    <a:pt x="221963" y="129510"/>
                    <a:pt x="222040" y="125695"/>
                    <a:pt x="221887" y="122032"/>
                  </a:cubicBezTo>
                  <a:cubicBezTo>
                    <a:pt x="220285" y="79688"/>
                    <a:pt x="226770" y="38106"/>
                    <a:pt x="197549" y="16362"/>
                  </a:cubicBezTo>
                  <a:cubicBezTo>
                    <a:pt x="180993" y="4078"/>
                    <a:pt x="136436" y="1789"/>
                    <a:pt x="113319" y="34"/>
                  </a:cubicBezTo>
                  <a:lnTo>
                    <a:pt x="112861" y="34"/>
                  </a:lnTo>
                  <a:cubicBezTo>
                    <a:pt x="112098" y="34"/>
                    <a:pt x="111869" y="-42"/>
                    <a:pt x="111106" y="34"/>
                  </a:cubicBezTo>
                  <a:cubicBezTo>
                    <a:pt x="110343" y="-42"/>
                    <a:pt x="110114" y="34"/>
                    <a:pt x="109351" y="34"/>
                  </a:cubicBezTo>
                  <a:lnTo>
                    <a:pt x="108970" y="110"/>
                  </a:lnTo>
                  <a:cubicBezTo>
                    <a:pt x="81656" y="2170"/>
                    <a:pt x="35269" y="4154"/>
                    <a:pt x="17263" y="20634"/>
                  </a:cubicBezTo>
                  <a:cubicBezTo>
                    <a:pt x="-6770" y="42684"/>
                    <a:pt x="1851" y="84113"/>
                    <a:pt x="402" y="122032"/>
                  </a:cubicBezTo>
                  <a:cubicBezTo>
                    <a:pt x="20" y="131951"/>
                    <a:pt x="-514" y="121803"/>
                    <a:pt x="1088" y="132867"/>
                  </a:cubicBezTo>
                  <a:cubicBezTo>
                    <a:pt x="38702" y="114861"/>
                    <a:pt x="119728" y="94489"/>
                    <a:pt x="130714" y="63436"/>
                  </a:cubicBezTo>
                  <a:close/>
                </a:path>
              </a:pathLst>
            </a:custGeom>
            <a:solidFill>
              <a:schemeClr val="accent1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2" name="Forma libre 196">
              <a:extLst>
                <a:ext uri="{FF2B5EF4-FFF2-40B4-BE49-F238E27FC236}">
                  <a16:creationId xmlns:a16="http://schemas.microsoft.com/office/drawing/2014/main" id="{7E6D0CC9-731E-C94C-8FC0-F4CCEDBE9B5C}"/>
                </a:ext>
              </a:extLst>
            </p:cNvPr>
            <p:cNvSpPr/>
            <p:nvPr/>
          </p:nvSpPr>
          <p:spPr>
            <a:xfrm>
              <a:off x="871721" y="4333496"/>
              <a:ext cx="465402" cy="648521"/>
            </a:xfrm>
            <a:custGeom>
              <a:avLst/>
              <a:gdLst>
                <a:gd name="connsiteX0" fmla="*/ 456581 w 465401"/>
                <a:gd name="connsiteY0" fmla="*/ 551243 h 648521"/>
                <a:gd name="connsiteX1" fmla="*/ 350302 w 465401"/>
                <a:gd name="connsiteY1" fmla="*/ 331662 h 648521"/>
                <a:gd name="connsiteX2" fmla="*/ 269962 w 465401"/>
                <a:gd name="connsiteY2" fmla="*/ 289088 h 648521"/>
                <a:gd name="connsiteX3" fmla="*/ 274082 w 465401"/>
                <a:gd name="connsiteY3" fmla="*/ 354703 h 648521"/>
                <a:gd name="connsiteX4" fmla="*/ 258823 w 465401"/>
                <a:gd name="connsiteY4" fmla="*/ 414977 h 648521"/>
                <a:gd name="connsiteX5" fmla="*/ 239139 w 465401"/>
                <a:gd name="connsiteY5" fmla="*/ 535144 h 648521"/>
                <a:gd name="connsiteX6" fmla="*/ 261799 w 465401"/>
                <a:gd name="connsiteY6" fmla="*/ 537433 h 648521"/>
                <a:gd name="connsiteX7" fmla="*/ 290486 w 465401"/>
                <a:gd name="connsiteY7" fmla="*/ 595343 h 648521"/>
                <a:gd name="connsiteX8" fmla="*/ 228916 w 465401"/>
                <a:gd name="connsiteY8" fmla="*/ 622351 h 648521"/>
                <a:gd name="connsiteX9" fmla="*/ 200229 w 465401"/>
                <a:gd name="connsiteY9" fmla="*/ 564443 h 648521"/>
                <a:gd name="connsiteX10" fmla="*/ 228076 w 465401"/>
                <a:gd name="connsiteY10" fmla="*/ 537815 h 648521"/>
                <a:gd name="connsiteX11" fmla="*/ 247837 w 465401"/>
                <a:gd name="connsiteY11" fmla="*/ 412383 h 648521"/>
                <a:gd name="connsiteX12" fmla="*/ 263020 w 465401"/>
                <a:gd name="connsiteY12" fmla="*/ 352490 h 648521"/>
                <a:gd name="connsiteX13" fmla="*/ 248295 w 465401"/>
                <a:gd name="connsiteY13" fmla="*/ 272303 h 648521"/>
                <a:gd name="connsiteX14" fmla="*/ 238071 w 465401"/>
                <a:gd name="connsiteY14" fmla="*/ 263452 h 648521"/>
                <a:gd name="connsiteX15" fmla="*/ 232196 w 465401"/>
                <a:gd name="connsiteY15" fmla="*/ 257425 h 648521"/>
                <a:gd name="connsiteX16" fmla="*/ 226474 w 465401"/>
                <a:gd name="connsiteY16" fmla="*/ 249719 h 648521"/>
                <a:gd name="connsiteX17" fmla="*/ 218768 w 465401"/>
                <a:gd name="connsiteY17" fmla="*/ 231560 h 648521"/>
                <a:gd name="connsiteX18" fmla="*/ 223499 w 465401"/>
                <a:gd name="connsiteY18" fmla="*/ 189215 h 648521"/>
                <a:gd name="connsiteX19" fmla="*/ 263020 w 465401"/>
                <a:gd name="connsiteY19" fmla="*/ 69964 h 648521"/>
                <a:gd name="connsiteX20" fmla="*/ 171923 w 465401"/>
                <a:gd name="connsiteY20" fmla="*/ 0 h 648521"/>
                <a:gd name="connsiteX21" fmla="*/ 42297 w 465401"/>
                <a:gd name="connsiteY21" fmla="*/ 69506 h 648521"/>
                <a:gd name="connsiteX22" fmla="*/ 81131 w 465401"/>
                <a:gd name="connsiteY22" fmla="*/ 189215 h 648521"/>
                <a:gd name="connsiteX23" fmla="*/ 85862 w 465401"/>
                <a:gd name="connsiteY23" fmla="*/ 231255 h 648521"/>
                <a:gd name="connsiteX24" fmla="*/ 79224 w 465401"/>
                <a:gd name="connsiteY24" fmla="*/ 247506 h 648521"/>
                <a:gd name="connsiteX25" fmla="*/ 66559 w 465401"/>
                <a:gd name="connsiteY25" fmla="*/ 263529 h 648521"/>
                <a:gd name="connsiteX26" fmla="*/ 66483 w 465401"/>
                <a:gd name="connsiteY26" fmla="*/ 263605 h 648521"/>
                <a:gd name="connsiteX27" fmla="*/ 45502 w 465401"/>
                <a:gd name="connsiteY27" fmla="*/ 281535 h 648521"/>
                <a:gd name="connsiteX28" fmla="*/ 53512 w 465401"/>
                <a:gd name="connsiteY28" fmla="*/ 468766 h 648521"/>
                <a:gd name="connsiteX29" fmla="*/ 55649 w 465401"/>
                <a:gd name="connsiteY29" fmla="*/ 468614 h 648521"/>
                <a:gd name="connsiteX30" fmla="*/ 114015 w 465401"/>
                <a:gd name="connsiteY30" fmla="*/ 550099 h 648521"/>
                <a:gd name="connsiteX31" fmla="*/ 110124 w 465401"/>
                <a:gd name="connsiteY31" fmla="*/ 557194 h 648521"/>
                <a:gd name="connsiteX32" fmla="*/ 101197 w 465401"/>
                <a:gd name="connsiteY32" fmla="*/ 625861 h 648521"/>
                <a:gd name="connsiteX33" fmla="*/ 91889 w 465401"/>
                <a:gd name="connsiteY33" fmla="*/ 628379 h 648521"/>
                <a:gd name="connsiteX34" fmla="*/ 85404 w 465401"/>
                <a:gd name="connsiteY34" fmla="*/ 638755 h 648521"/>
                <a:gd name="connsiteX35" fmla="*/ 77927 w 465401"/>
                <a:gd name="connsiteY35" fmla="*/ 626395 h 648521"/>
                <a:gd name="connsiteX36" fmla="*/ 84488 w 465401"/>
                <a:gd name="connsiteY36" fmla="*/ 613577 h 648521"/>
                <a:gd name="connsiteX37" fmla="*/ 91736 w 465401"/>
                <a:gd name="connsiteY37" fmla="*/ 623496 h 648521"/>
                <a:gd name="connsiteX38" fmla="*/ 97840 w 465401"/>
                <a:gd name="connsiteY38" fmla="*/ 622275 h 648521"/>
                <a:gd name="connsiteX39" fmla="*/ 104936 w 465401"/>
                <a:gd name="connsiteY39" fmla="*/ 558110 h 648521"/>
                <a:gd name="connsiteX40" fmla="*/ 98451 w 465401"/>
                <a:gd name="connsiteY40" fmla="*/ 551777 h 648521"/>
                <a:gd name="connsiteX41" fmla="*/ 55878 w 465401"/>
                <a:gd name="connsiteY41" fmla="*/ 483415 h 648521"/>
                <a:gd name="connsiteX42" fmla="*/ 10253 w 465401"/>
                <a:gd name="connsiteY42" fmla="*/ 559636 h 648521"/>
                <a:gd name="connsiteX43" fmla="*/ 5065 w 465401"/>
                <a:gd name="connsiteY43" fmla="*/ 565510 h 648521"/>
                <a:gd name="connsiteX44" fmla="*/ 5218 w 465401"/>
                <a:gd name="connsiteY44" fmla="*/ 629371 h 648521"/>
                <a:gd name="connsiteX45" fmla="*/ 11169 w 465401"/>
                <a:gd name="connsiteY45" fmla="*/ 631202 h 648521"/>
                <a:gd name="connsiteX46" fmla="*/ 19485 w 465401"/>
                <a:gd name="connsiteY46" fmla="*/ 622046 h 648521"/>
                <a:gd name="connsiteX47" fmla="*/ 24597 w 465401"/>
                <a:gd name="connsiteY47" fmla="*/ 635475 h 648521"/>
                <a:gd name="connsiteX48" fmla="*/ 20400 w 465401"/>
                <a:gd name="connsiteY48" fmla="*/ 645012 h 648521"/>
                <a:gd name="connsiteX49" fmla="*/ 318791 w 465401"/>
                <a:gd name="connsiteY49" fmla="*/ 638755 h 648521"/>
                <a:gd name="connsiteX50" fmla="*/ 342825 w 465401"/>
                <a:gd name="connsiteY50" fmla="*/ 560856 h 648521"/>
                <a:gd name="connsiteX51" fmla="*/ 367239 w 465401"/>
                <a:gd name="connsiteY51" fmla="*/ 654701 h 648521"/>
                <a:gd name="connsiteX52" fmla="*/ 470543 w 465401"/>
                <a:gd name="connsiteY52" fmla="*/ 648979 h 648521"/>
                <a:gd name="connsiteX53" fmla="*/ 456581 w 465401"/>
                <a:gd name="connsiteY53" fmla="*/ 551243 h 64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65401" h="648521">
                  <a:moveTo>
                    <a:pt x="456581" y="551243"/>
                  </a:moveTo>
                  <a:cubicBezTo>
                    <a:pt x="451469" y="430237"/>
                    <a:pt x="422324" y="349210"/>
                    <a:pt x="350302" y="331662"/>
                  </a:cubicBezTo>
                  <a:cubicBezTo>
                    <a:pt x="326803" y="325939"/>
                    <a:pt x="295979" y="307933"/>
                    <a:pt x="269962" y="289088"/>
                  </a:cubicBezTo>
                  <a:cubicBezTo>
                    <a:pt x="277745" y="309154"/>
                    <a:pt x="279347" y="331585"/>
                    <a:pt x="274082" y="354703"/>
                  </a:cubicBezTo>
                  <a:cubicBezTo>
                    <a:pt x="269428" y="375150"/>
                    <a:pt x="264088" y="395369"/>
                    <a:pt x="258823" y="414977"/>
                  </a:cubicBezTo>
                  <a:cubicBezTo>
                    <a:pt x="246311" y="461594"/>
                    <a:pt x="234485" y="506075"/>
                    <a:pt x="239139" y="535144"/>
                  </a:cubicBezTo>
                  <a:cubicBezTo>
                    <a:pt x="246540" y="534229"/>
                    <a:pt x="254246" y="534915"/>
                    <a:pt x="261799" y="537433"/>
                  </a:cubicBezTo>
                  <a:cubicBezTo>
                    <a:pt x="286671" y="545978"/>
                    <a:pt x="299565" y="571919"/>
                    <a:pt x="290486" y="595343"/>
                  </a:cubicBezTo>
                  <a:cubicBezTo>
                    <a:pt x="281407" y="618766"/>
                    <a:pt x="253788" y="630820"/>
                    <a:pt x="228916" y="622351"/>
                  </a:cubicBezTo>
                  <a:cubicBezTo>
                    <a:pt x="204043" y="613806"/>
                    <a:pt x="191149" y="587865"/>
                    <a:pt x="200229" y="564443"/>
                  </a:cubicBezTo>
                  <a:cubicBezTo>
                    <a:pt x="205188" y="551701"/>
                    <a:pt x="215564" y="542393"/>
                    <a:pt x="228076" y="537815"/>
                  </a:cubicBezTo>
                  <a:cubicBezTo>
                    <a:pt x="222659" y="506762"/>
                    <a:pt x="234485" y="462358"/>
                    <a:pt x="247837" y="412383"/>
                  </a:cubicBezTo>
                  <a:cubicBezTo>
                    <a:pt x="253025" y="392927"/>
                    <a:pt x="258442" y="372709"/>
                    <a:pt x="263020" y="352490"/>
                  </a:cubicBezTo>
                  <a:cubicBezTo>
                    <a:pt x="269657" y="323116"/>
                    <a:pt x="264164" y="294963"/>
                    <a:pt x="248295" y="272303"/>
                  </a:cubicBezTo>
                  <a:cubicBezTo>
                    <a:pt x="244632" y="269251"/>
                    <a:pt x="241199" y="266275"/>
                    <a:pt x="238071" y="263452"/>
                  </a:cubicBezTo>
                  <a:cubicBezTo>
                    <a:pt x="235858" y="261469"/>
                    <a:pt x="233951" y="259408"/>
                    <a:pt x="232196" y="257425"/>
                  </a:cubicBezTo>
                  <a:cubicBezTo>
                    <a:pt x="229984" y="254907"/>
                    <a:pt x="228153" y="252313"/>
                    <a:pt x="226474" y="249719"/>
                  </a:cubicBezTo>
                  <a:cubicBezTo>
                    <a:pt x="222583" y="243615"/>
                    <a:pt x="220142" y="237435"/>
                    <a:pt x="218768" y="231560"/>
                  </a:cubicBezTo>
                  <a:cubicBezTo>
                    <a:pt x="213428" y="208747"/>
                    <a:pt x="223422" y="189215"/>
                    <a:pt x="223499" y="189215"/>
                  </a:cubicBezTo>
                  <a:cubicBezTo>
                    <a:pt x="244556" y="161138"/>
                    <a:pt x="261494" y="110706"/>
                    <a:pt x="263020" y="69964"/>
                  </a:cubicBezTo>
                  <a:cubicBezTo>
                    <a:pt x="216403" y="53637"/>
                    <a:pt x="184969" y="24034"/>
                    <a:pt x="171923" y="0"/>
                  </a:cubicBezTo>
                  <a:cubicBezTo>
                    <a:pt x="160936" y="31053"/>
                    <a:pt x="79911" y="51424"/>
                    <a:pt x="42297" y="69506"/>
                  </a:cubicBezTo>
                  <a:cubicBezTo>
                    <a:pt x="47485" y="105595"/>
                    <a:pt x="63507" y="165716"/>
                    <a:pt x="81131" y="189215"/>
                  </a:cubicBezTo>
                  <a:cubicBezTo>
                    <a:pt x="81131" y="189292"/>
                    <a:pt x="91355" y="208137"/>
                    <a:pt x="85862" y="231255"/>
                  </a:cubicBezTo>
                  <a:cubicBezTo>
                    <a:pt x="84641" y="236519"/>
                    <a:pt x="82428" y="242013"/>
                    <a:pt x="79224" y="247506"/>
                  </a:cubicBezTo>
                  <a:cubicBezTo>
                    <a:pt x="76096" y="252847"/>
                    <a:pt x="72052" y="258264"/>
                    <a:pt x="66559" y="263529"/>
                  </a:cubicBezTo>
                  <a:cubicBezTo>
                    <a:pt x="66559" y="263529"/>
                    <a:pt x="66483" y="263605"/>
                    <a:pt x="66483" y="263605"/>
                  </a:cubicBezTo>
                  <a:cubicBezTo>
                    <a:pt x="60532" y="269327"/>
                    <a:pt x="53360" y="275431"/>
                    <a:pt x="45502" y="281535"/>
                  </a:cubicBezTo>
                  <a:cubicBezTo>
                    <a:pt x="4378" y="348599"/>
                    <a:pt x="45349" y="450074"/>
                    <a:pt x="53512" y="468766"/>
                  </a:cubicBezTo>
                  <a:cubicBezTo>
                    <a:pt x="54199" y="468690"/>
                    <a:pt x="54886" y="468614"/>
                    <a:pt x="55649" y="468614"/>
                  </a:cubicBezTo>
                  <a:cubicBezTo>
                    <a:pt x="104096" y="467774"/>
                    <a:pt x="113633" y="546742"/>
                    <a:pt x="114015" y="550099"/>
                  </a:cubicBezTo>
                  <a:cubicBezTo>
                    <a:pt x="114320" y="553074"/>
                    <a:pt x="112718" y="555821"/>
                    <a:pt x="110124" y="557194"/>
                  </a:cubicBezTo>
                  <a:cubicBezTo>
                    <a:pt x="111039" y="565739"/>
                    <a:pt x="115769" y="614111"/>
                    <a:pt x="101197" y="625861"/>
                  </a:cubicBezTo>
                  <a:cubicBezTo>
                    <a:pt x="98527" y="627997"/>
                    <a:pt x="95399" y="628761"/>
                    <a:pt x="91889" y="628379"/>
                  </a:cubicBezTo>
                  <a:cubicBezTo>
                    <a:pt x="91431" y="634177"/>
                    <a:pt x="88761" y="638603"/>
                    <a:pt x="85404" y="638755"/>
                  </a:cubicBezTo>
                  <a:cubicBezTo>
                    <a:pt x="81513" y="638908"/>
                    <a:pt x="78156" y="633338"/>
                    <a:pt x="77927" y="626395"/>
                  </a:cubicBezTo>
                  <a:cubicBezTo>
                    <a:pt x="77698" y="619452"/>
                    <a:pt x="80597" y="613653"/>
                    <a:pt x="84488" y="613577"/>
                  </a:cubicBezTo>
                  <a:cubicBezTo>
                    <a:pt x="87922" y="613501"/>
                    <a:pt x="90897" y="617697"/>
                    <a:pt x="91736" y="623496"/>
                  </a:cubicBezTo>
                  <a:cubicBezTo>
                    <a:pt x="94102" y="623954"/>
                    <a:pt x="96085" y="623648"/>
                    <a:pt x="97840" y="622275"/>
                  </a:cubicBezTo>
                  <a:cubicBezTo>
                    <a:pt x="108598" y="613577"/>
                    <a:pt x="106690" y="574056"/>
                    <a:pt x="104936" y="558110"/>
                  </a:cubicBezTo>
                  <a:cubicBezTo>
                    <a:pt x="101579" y="557576"/>
                    <a:pt x="98832" y="555134"/>
                    <a:pt x="98451" y="551777"/>
                  </a:cubicBezTo>
                  <a:cubicBezTo>
                    <a:pt x="98374" y="551091"/>
                    <a:pt x="89524" y="482805"/>
                    <a:pt x="55878" y="483415"/>
                  </a:cubicBezTo>
                  <a:cubicBezTo>
                    <a:pt x="27114" y="483949"/>
                    <a:pt x="13229" y="538578"/>
                    <a:pt x="10253" y="559636"/>
                  </a:cubicBezTo>
                  <a:cubicBezTo>
                    <a:pt x="9872" y="562459"/>
                    <a:pt x="7735" y="564595"/>
                    <a:pt x="5065" y="565510"/>
                  </a:cubicBezTo>
                  <a:cubicBezTo>
                    <a:pt x="1555" y="581609"/>
                    <a:pt x="-4396" y="619833"/>
                    <a:pt x="5218" y="629371"/>
                  </a:cubicBezTo>
                  <a:cubicBezTo>
                    <a:pt x="6820" y="630897"/>
                    <a:pt x="8727" y="631431"/>
                    <a:pt x="11169" y="631202"/>
                  </a:cubicBezTo>
                  <a:cubicBezTo>
                    <a:pt x="12694" y="625556"/>
                    <a:pt x="16128" y="621665"/>
                    <a:pt x="19485" y="622046"/>
                  </a:cubicBezTo>
                  <a:cubicBezTo>
                    <a:pt x="23300" y="622581"/>
                    <a:pt x="25588" y="628531"/>
                    <a:pt x="24597" y="635475"/>
                  </a:cubicBezTo>
                  <a:cubicBezTo>
                    <a:pt x="23986" y="639518"/>
                    <a:pt x="22384" y="642952"/>
                    <a:pt x="20400" y="645012"/>
                  </a:cubicBezTo>
                  <a:lnTo>
                    <a:pt x="318791" y="638755"/>
                  </a:lnTo>
                  <a:cubicBezTo>
                    <a:pt x="323293" y="601217"/>
                    <a:pt x="339391" y="588628"/>
                    <a:pt x="342825" y="560856"/>
                  </a:cubicBezTo>
                  <a:cubicBezTo>
                    <a:pt x="348852" y="577031"/>
                    <a:pt x="355032" y="611365"/>
                    <a:pt x="367239" y="654701"/>
                  </a:cubicBezTo>
                  <a:lnTo>
                    <a:pt x="470543" y="648979"/>
                  </a:lnTo>
                  <a:cubicBezTo>
                    <a:pt x="460854" y="611060"/>
                    <a:pt x="457802" y="580388"/>
                    <a:pt x="456581" y="551243"/>
                  </a:cubicBezTo>
                  <a:close/>
                </a:path>
              </a:pathLst>
            </a:custGeom>
            <a:solidFill>
              <a:srgbClr val="EAB998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3" name="Forma libre 197">
              <a:extLst>
                <a:ext uri="{FF2B5EF4-FFF2-40B4-BE49-F238E27FC236}">
                  <a16:creationId xmlns:a16="http://schemas.microsoft.com/office/drawing/2014/main" id="{8B1E89E1-DA04-134C-BAA3-5AC2BCBFDD1D}"/>
                </a:ext>
              </a:extLst>
            </p:cNvPr>
            <p:cNvSpPr/>
            <p:nvPr/>
          </p:nvSpPr>
          <p:spPr>
            <a:xfrm>
              <a:off x="699705" y="4589318"/>
              <a:ext cx="656140" cy="404372"/>
            </a:xfrm>
            <a:custGeom>
              <a:avLst/>
              <a:gdLst>
                <a:gd name="connsiteX0" fmla="*/ 233082 w 656140"/>
                <a:gd name="connsiteY0" fmla="*/ 1373 h 404371"/>
                <a:gd name="connsiteX1" fmla="*/ 69810 w 656140"/>
                <a:gd name="connsiteY1" fmla="*/ 105366 h 404371"/>
                <a:gd name="connsiteX2" fmla="*/ 0 w 656140"/>
                <a:gd name="connsiteY2" fmla="*/ 405745 h 404371"/>
                <a:gd name="connsiteX3" fmla="*/ 112612 w 656140"/>
                <a:gd name="connsiteY3" fmla="*/ 404448 h 404371"/>
                <a:gd name="connsiteX4" fmla="*/ 135577 w 656140"/>
                <a:gd name="connsiteY4" fmla="*/ 334255 h 404371"/>
                <a:gd name="connsiteX5" fmla="*/ 135577 w 656140"/>
                <a:gd name="connsiteY5" fmla="*/ 405669 h 404371"/>
                <a:gd name="connsiteX6" fmla="*/ 515070 w 656140"/>
                <a:gd name="connsiteY6" fmla="*/ 405669 h 404371"/>
                <a:gd name="connsiteX7" fmla="*/ 516367 w 656140"/>
                <a:gd name="connsiteY7" fmla="*/ 339367 h 404371"/>
                <a:gd name="connsiteX8" fmla="*/ 536128 w 656140"/>
                <a:gd name="connsiteY8" fmla="*/ 405058 h 404371"/>
                <a:gd name="connsiteX9" fmla="*/ 657971 w 656140"/>
                <a:gd name="connsiteY9" fmla="*/ 405058 h 404371"/>
                <a:gd name="connsiteX10" fmla="*/ 555888 w 656140"/>
                <a:gd name="connsiteY10" fmla="*/ 82934 h 404371"/>
                <a:gd name="connsiteX11" fmla="*/ 406654 w 656140"/>
                <a:gd name="connsiteY11" fmla="*/ 0 h 404371"/>
                <a:gd name="connsiteX12" fmla="*/ 326926 w 656140"/>
                <a:gd name="connsiteY12" fmla="*/ 91861 h 404371"/>
                <a:gd name="connsiteX13" fmla="*/ 236363 w 656140"/>
                <a:gd name="connsiteY13" fmla="*/ 0 h 40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6140" h="404371">
                  <a:moveTo>
                    <a:pt x="233082" y="1373"/>
                  </a:moveTo>
                  <a:cubicBezTo>
                    <a:pt x="233082" y="1373"/>
                    <a:pt x="84459" y="87512"/>
                    <a:pt x="69810" y="105366"/>
                  </a:cubicBezTo>
                  <a:cubicBezTo>
                    <a:pt x="55162" y="123219"/>
                    <a:pt x="17472" y="146184"/>
                    <a:pt x="0" y="405745"/>
                  </a:cubicBezTo>
                  <a:cubicBezTo>
                    <a:pt x="56459" y="405745"/>
                    <a:pt x="112612" y="404448"/>
                    <a:pt x="112612" y="404448"/>
                  </a:cubicBezTo>
                  <a:lnTo>
                    <a:pt x="135577" y="334255"/>
                  </a:lnTo>
                  <a:lnTo>
                    <a:pt x="135577" y="405669"/>
                  </a:lnTo>
                  <a:lnTo>
                    <a:pt x="515070" y="405669"/>
                  </a:lnTo>
                  <a:lnTo>
                    <a:pt x="516367" y="339367"/>
                  </a:lnTo>
                  <a:lnTo>
                    <a:pt x="536128" y="405058"/>
                  </a:lnTo>
                  <a:lnTo>
                    <a:pt x="657971" y="405058"/>
                  </a:lnTo>
                  <a:cubicBezTo>
                    <a:pt x="657971" y="405058"/>
                    <a:pt x="633404" y="122380"/>
                    <a:pt x="555888" y="82934"/>
                  </a:cubicBezTo>
                  <a:cubicBezTo>
                    <a:pt x="478067" y="43413"/>
                    <a:pt x="406654" y="0"/>
                    <a:pt x="406654" y="0"/>
                  </a:cubicBezTo>
                  <a:lnTo>
                    <a:pt x="326926" y="91861"/>
                  </a:lnTo>
                  <a:lnTo>
                    <a:pt x="236363" y="0"/>
                  </a:lnTo>
                </a:path>
              </a:pathLst>
            </a:custGeom>
            <a:solidFill>
              <a:schemeClr val="accent1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4" name="Forma libre 198">
              <a:extLst>
                <a:ext uri="{FF2B5EF4-FFF2-40B4-BE49-F238E27FC236}">
                  <a16:creationId xmlns:a16="http://schemas.microsoft.com/office/drawing/2014/main" id="{A65765F5-2589-E748-A17D-DE39C063E403}"/>
                </a:ext>
              </a:extLst>
            </p:cNvPr>
            <p:cNvSpPr/>
            <p:nvPr/>
          </p:nvSpPr>
          <p:spPr>
            <a:xfrm>
              <a:off x="917147" y="4580925"/>
              <a:ext cx="30518" cy="30519"/>
            </a:xfrm>
            <a:custGeom>
              <a:avLst/>
              <a:gdLst>
                <a:gd name="connsiteX0" fmla="*/ 0 w 30518"/>
                <a:gd name="connsiteY0" fmla="*/ 34028 h 30518"/>
                <a:gd name="connsiteX1" fmla="*/ 20981 w 30518"/>
                <a:gd name="connsiteY1" fmla="*/ 16099 h 30518"/>
                <a:gd name="connsiteX2" fmla="*/ 21058 w 30518"/>
                <a:gd name="connsiteY2" fmla="*/ 16023 h 30518"/>
                <a:gd name="connsiteX3" fmla="*/ 33723 w 30518"/>
                <a:gd name="connsiteY3" fmla="*/ 0 h 30518"/>
                <a:gd name="connsiteX4" fmla="*/ 0 w 30518"/>
                <a:gd name="connsiteY4" fmla="*/ 34028 h 30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18" h="30518">
                  <a:moveTo>
                    <a:pt x="0" y="34028"/>
                  </a:moveTo>
                  <a:cubicBezTo>
                    <a:pt x="7858" y="27925"/>
                    <a:pt x="15030" y="21821"/>
                    <a:pt x="20981" y="16099"/>
                  </a:cubicBezTo>
                  <a:cubicBezTo>
                    <a:pt x="20981" y="16099"/>
                    <a:pt x="21058" y="16023"/>
                    <a:pt x="21058" y="16023"/>
                  </a:cubicBezTo>
                  <a:cubicBezTo>
                    <a:pt x="26551" y="10758"/>
                    <a:pt x="30594" y="5341"/>
                    <a:pt x="33723" y="0"/>
                  </a:cubicBezTo>
                  <a:cubicBezTo>
                    <a:pt x="18845" y="9461"/>
                    <a:pt x="7858" y="21058"/>
                    <a:pt x="0" y="34028"/>
                  </a:cubicBezTo>
                  <a:close/>
                </a:path>
              </a:pathLst>
            </a:custGeom>
            <a:noFill/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5" name="Forma libre 199">
              <a:extLst>
                <a:ext uri="{FF2B5EF4-FFF2-40B4-BE49-F238E27FC236}">
                  <a16:creationId xmlns:a16="http://schemas.microsoft.com/office/drawing/2014/main" id="{01C6189B-F2C0-844E-A018-5FA39E3A52B0}"/>
                </a:ext>
              </a:extLst>
            </p:cNvPr>
            <p:cNvSpPr/>
            <p:nvPr/>
          </p:nvSpPr>
          <p:spPr>
            <a:xfrm>
              <a:off x="1098196" y="4583138"/>
              <a:ext cx="15259" cy="15259"/>
            </a:xfrm>
            <a:custGeom>
              <a:avLst/>
              <a:gdLst>
                <a:gd name="connsiteX0" fmla="*/ 0 w 15259"/>
                <a:gd name="connsiteY0" fmla="*/ 0 h 15259"/>
                <a:gd name="connsiteX1" fmla="*/ 5722 w 15259"/>
                <a:gd name="connsiteY1" fmla="*/ 7706 h 15259"/>
                <a:gd name="connsiteX2" fmla="*/ 11597 w 15259"/>
                <a:gd name="connsiteY2" fmla="*/ 13733 h 15259"/>
                <a:gd name="connsiteX3" fmla="*/ 21820 w 15259"/>
                <a:gd name="connsiteY3" fmla="*/ 22583 h 15259"/>
                <a:gd name="connsiteX4" fmla="*/ 0 w 15259"/>
                <a:gd name="connsiteY4" fmla="*/ 0 h 15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59" h="15259">
                  <a:moveTo>
                    <a:pt x="0" y="0"/>
                  </a:moveTo>
                  <a:cubicBezTo>
                    <a:pt x="1679" y="2594"/>
                    <a:pt x="3510" y="5188"/>
                    <a:pt x="5722" y="7706"/>
                  </a:cubicBezTo>
                  <a:cubicBezTo>
                    <a:pt x="7477" y="9766"/>
                    <a:pt x="9461" y="11750"/>
                    <a:pt x="11597" y="13733"/>
                  </a:cubicBezTo>
                  <a:cubicBezTo>
                    <a:pt x="14725" y="16556"/>
                    <a:pt x="18158" y="19608"/>
                    <a:pt x="21820" y="22583"/>
                  </a:cubicBezTo>
                  <a:cubicBezTo>
                    <a:pt x="15946" y="14267"/>
                    <a:pt x="8621" y="6638"/>
                    <a:pt x="0" y="0"/>
                  </a:cubicBezTo>
                  <a:close/>
                </a:path>
              </a:pathLst>
            </a:custGeom>
            <a:noFill/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6" name="Forma libre 200">
              <a:extLst>
                <a:ext uri="{FF2B5EF4-FFF2-40B4-BE49-F238E27FC236}">
                  <a16:creationId xmlns:a16="http://schemas.microsoft.com/office/drawing/2014/main" id="{08716078-E24E-EF41-829D-2194871094D6}"/>
                </a:ext>
              </a:extLst>
            </p:cNvPr>
            <p:cNvSpPr/>
            <p:nvPr/>
          </p:nvSpPr>
          <p:spPr>
            <a:xfrm>
              <a:off x="1069041" y="4564903"/>
              <a:ext cx="91554" cy="389113"/>
            </a:xfrm>
            <a:custGeom>
              <a:avLst/>
              <a:gdLst>
                <a:gd name="connsiteX0" fmla="*/ 64479 w 91554"/>
                <a:gd name="connsiteY0" fmla="*/ 306026 h 389112"/>
                <a:gd name="connsiteX1" fmla="*/ 41819 w 91554"/>
                <a:gd name="connsiteY1" fmla="*/ 303737 h 389112"/>
                <a:gd name="connsiteX2" fmla="*/ 61503 w 91554"/>
                <a:gd name="connsiteY2" fmla="*/ 183570 h 389112"/>
                <a:gd name="connsiteX3" fmla="*/ 76762 w 91554"/>
                <a:gd name="connsiteY3" fmla="*/ 123295 h 389112"/>
                <a:gd name="connsiteX4" fmla="*/ 72643 w 91554"/>
                <a:gd name="connsiteY4" fmla="*/ 57680 h 389112"/>
                <a:gd name="connsiteX5" fmla="*/ 30756 w 91554"/>
                <a:gd name="connsiteY5" fmla="*/ 5799 h 389112"/>
                <a:gd name="connsiteX6" fmla="*/ 21448 w 91554"/>
                <a:gd name="connsiteY6" fmla="*/ 0 h 389112"/>
                <a:gd name="connsiteX7" fmla="*/ 29154 w 91554"/>
                <a:gd name="connsiteY7" fmla="*/ 18159 h 389112"/>
                <a:gd name="connsiteX8" fmla="*/ 50975 w 91554"/>
                <a:gd name="connsiteY8" fmla="*/ 40818 h 389112"/>
                <a:gd name="connsiteX9" fmla="*/ 65700 w 91554"/>
                <a:gd name="connsiteY9" fmla="*/ 121006 h 389112"/>
                <a:gd name="connsiteX10" fmla="*/ 50517 w 91554"/>
                <a:gd name="connsiteY10" fmla="*/ 180899 h 389112"/>
                <a:gd name="connsiteX11" fmla="*/ 30756 w 91554"/>
                <a:gd name="connsiteY11" fmla="*/ 306331 h 389112"/>
                <a:gd name="connsiteX12" fmla="*/ 2909 w 91554"/>
                <a:gd name="connsiteY12" fmla="*/ 332958 h 389112"/>
                <a:gd name="connsiteX13" fmla="*/ 31596 w 91554"/>
                <a:gd name="connsiteY13" fmla="*/ 390867 h 389112"/>
                <a:gd name="connsiteX14" fmla="*/ 93166 w 91554"/>
                <a:gd name="connsiteY14" fmla="*/ 363858 h 389112"/>
                <a:gd name="connsiteX15" fmla="*/ 64479 w 91554"/>
                <a:gd name="connsiteY15" fmla="*/ 306026 h 3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554" h="389112">
                  <a:moveTo>
                    <a:pt x="64479" y="306026"/>
                  </a:moveTo>
                  <a:cubicBezTo>
                    <a:pt x="57002" y="303432"/>
                    <a:pt x="49296" y="302821"/>
                    <a:pt x="41819" y="303737"/>
                  </a:cubicBezTo>
                  <a:cubicBezTo>
                    <a:pt x="37165" y="274668"/>
                    <a:pt x="49067" y="230187"/>
                    <a:pt x="61503" y="183570"/>
                  </a:cubicBezTo>
                  <a:cubicBezTo>
                    <a:pt x="66768" y="163961"/>
                    <a:pt x="72185" y="143743"/>
                    <a:pt x="76762" y="123295"/>
                  </a:cubicBezTo>
                  <a:cubicBezTo>
                    <a:pt x="81951" y="100177"/>
                    <a:pt x="80348" y="77746"/>
                    <a:pt x="72643" y="57680"/>
                  </a:cubicBezTo>
                  <a:cubicBezTo>
                    <a:pt x="64784" y="37309"/>
                    <a:pt x="50593" y="19379"/>
                    <a:pt x="30756" y="5799"/>
                  </a:cubicBezTo>
                  <a:cubicBezTo>
                    <a:pt x="27705" y="3738"/>
                    <a:pt x="24576" y="1831"/>
                    <a:pt x="21448" y="0"/>
                  </a:cubicBezTo>
                  <a:cubicBezTo>
                    <a:pt x="22822" y="5951"/>
                    <a:pt x="25263" y="12055"/>
                    <a:pt x="29154" y="18159"/>
                  </a:cubicBezTo>
                  <a:cubicBezTo>
                    <a:pt x="37776" y="24796"/>
                    <a:pt x="45100" y="32426"/>
                    <a:pt x="50975" y="40818"/>
                  </a:cubicBezTo>
                  <a:cubicBezTo>
                    <a:pt x="66844" y="63479"/>
                    <a:pt x="72337" y="91632"/>
                    <a:pt x="65700" y="121006"/>
                  </a:cubicBezTo>
                  <a:cubicBezTo>
                    <a:pt x="61122" y="141225"/>
                    <a:pt x="55705" y="161367"/>
                    <a:pt x="50517" y="180899"/>
                  </a:cubicBezTo>
                  <a:cubicBezTo>
                    <a:pt x="37165" y="230874"/>
                    <a:pt x="25263" y="275354"/>
                    <a:pt x="30756" y="306331"/>
                  </a:cubicBezTo>
                  <a:cubicBezTo>
                    <a:pt x="18244" y="310909"/>
                    <a:pt x="7868" y="320217"/>
                    <a:pt x="2909" y="332958"/>
                  </a:cubicBezTo>
                  <a:cubicBezTo>
                    <a:pt x="-6171" y="356382"/>
                    <a:pt x="6723" y="382322"/>
                    <a:pt x="31596" y="390867"/>
                  </a:cubicBezTo>
                  <a:cubicBezTo>
                    <a:pt x="56468" y="399413"/>
                    <a:pt x="84087" y="387282"/>
                    <a:pt x="93166" y="363858"/>
                  </a:cubicBezTo>
                  <a:cubicBezTo>
                    <a:pt x="102245" y="340588"/>
                    <a:pt x="89351" y="314571"/>
                    <a:pt x="64479" y="306026"/>
                  </a:cubicBezTo>
                  <a:close/>
                </a:path>
              </a:pathLst>
            </a:custGeom>
            <a:solidFill>
              <a:schemeClr val="accent4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7" name="Forma libre 201">
              <a:extLst>
                <a:ext uri="{FF2B5EF4-FFF2-40B4-BE49-F238E27FC236}">
                  <a16:creationId xmlns:a16="http://schemas.microsoft.com/office/drawing/2014/main" id="{901A3C6C-384E-694F-9E8C-1AF8D9A9F46B}"/>
                </a:ext>
              </a:extLst>
            </p:cNvPr>
            <p:cNvSpPr/>
            <p:nvPr/>
          </p:nvSpPr>
          <p:spPr>
            <a:xfrm>
              <a:off x="866349" y="4564674"/>
              <a:ext cx="114443" cy="412002"/>
            </a:xfrm>
            <a:custGeom>
              <a:avLst/>
              <a:gdLst>
                <a:gd name="connsiteX0" fmla="*/ 60869 w 114443"/>
                <a:gd name="connsiteY0" fmla="*/ 237359 h 412001"/>
                <a:gd name="connsiteX1" fmla="*/ 58733 w 114443"/>
                <a:gd name="connsiteY1" fmla="*/ 237511 h 412001"/>
                <a:gd name="connsiteX2" fmla="*/ 50722 w 114443"/>
                <a:gd name="connsiteY2" fmla="*/ 50280 h 412001"/>
                <a:gd name="connsiteX3" fmla="*/ 84444 w 114443"/>
                <a:gd name="connsiteY3" fmla="*/ 16251 h 412001"/>
                <a:gd name="connsiteX4" fmla="*/ 91082 w 114443"/>
                <a:gd name="connsiteY4" fmla="*/ 0 h 412001"/>
                <a:gd name="connsiteX5" fmla="*/ 86809 w 114443"/>
                <a:gd name="connsiteY5" fmla="*/ 2137 h 412001"/>
                <a:gd name="connsiteX6" fmla="*/ 30961 w 114443"/>
                <a:gd name="connsiteY6" fmla="*/ 64700 h 412001"/>
                <a:gd name="connsiteX7" fmla="*/ 22569 w 114443"/>
                <a:gd name="connsiteY7" fmla="*/ 149160 h 412001"/>
                <a:gd name="connsiteX8" fmla="*/ 47441 w 114443"/>
                <a:gd name="connsiteY8" fmla="*/ 240029 h 412001"/>
                <a:gd name="connsiteX9" fmla="*/ 62 w 114443"/>
                <a:gd name="connsiteY9" fmla="*/ 326397 h 412001"/>
                <a:gd name="connsiteX10" fmla="*/ 5021 w 114443"/>
                <a:gd name="connsiteY10" fmla="*/ 334179 h 412001"/>
                <a:gd name="connsiteX11" fmla="*/ 6776 w 114443"/>
                <a:gd name="connsiteY11" fmla="*/ 401397 h 412001"/>
                <a:gd name="connsiteX12" fmla="*/ 11277 w 114443"/>
                <a:gd name="connsiteY12" fmla="*/ 404220 h 412001"/>
                <a:gd name="connsiteX13" fmla="*/ 15779 w 114443"/>
                <a:gd name="connsiteY13" fmla="*/ 404830 h 412001"/>
                <a:gd name="connsiteX14" fmla="*/ 18144 w 114443"/>
                <a:gd name="connsiteY14" fmla="*/ 413909 h 412001"/>
                <a:gd name="connsiteX15" fmla="*/ 21119 w 114443"/>
                <a:gd name="connsiteY15" fmla="*/ 415816 h 412001"/>
                <a:gd name="connsiteX16" fmla="*/ 25697 w 114443"/>
                <a:gd name="connsiteY16" fmla="*/ 413757 h 412001"/>
                <a:gd name="connsiteX17" fmla="*/ 29893 w 114443"/>
                <a:gd name="connsiteY17" fmla="*/ 404220 h 412001"/>
                <a:gd name="connsiteX18" fmla="*/ 24781 w 114443"/>
                <a:gd name="connsiteY18" fmla="*/ 390791 h 412001"/>
                <a:gd name="connsiteX19" fmla="*/ 16465 w 114443"/>
                <a:gd name="connsiteY19" fmla="*/ 399947 h 412001"/>
                <a:gd name="connsiteX20" fmla="*/ 10514 w 114443"/>
                <a:gd name="connsiteY20" fmla="*/ 398116 h 412001"/>
                <a:gd name="connsiteX21" fmla="*/ 10362 w 114443"/>
                <a:gd name="connsiteY21" fmla="*/ 334255 h 412001"/>
                <a:gd name="connsiteX22" fmla="*/ 15550 w 114443"/>
                <a:gd name="connsiteY22" fmla="*/ 328381 h 412001"/>
                <a:gd name="connsiteX23" fmla="*/ 61174 w 114443"/>
                <a:gd name="connsiteY23" fmla="*/ 252161 h 412001"/>
                <a:gd name="connsiteX24" fmla="*/ 103747 w 114443"/>
                <a:gd name="connsiteY24" fmla="*/ 320522 h 412001"/>
                <a:gd name="connsiteX25" fmla="*/ 110232 w 114443"/>
                <a:gd name="connsiteY25" fmla="*/ 326855 h 412001"/>
                <a:gd name="connsiteX26" fmla="*/ 103137 w 114443"/>
                <a:gd name="connsiteY26" fmla="*/ 391020 h 412001"/>
                <a:gd name="connsiteX27" fmla="*/ 97033 w 114443"/>
                <a:gd name="connsiteY27" fmla="*/ 392241 h 412001"/>
                <a:gd name="connsiteX28" fmla="*/ 89785 w 114443"/>
                <a:gd name="connsiteY28" fmla="*/ 382323 h 412001"/>
                <a:gd name="connsiteX29" fmla="*/ 83224 w 114443"/>
                <a:gd name="connsiteY29" fmla="*/ 395140 h 412001"/>
                <a:gd name="connsiteX30" fmla="*/ 90701 w 114443"/>
                <a:gd name="connsiteY30" fmla="*/ 407500 h 412001"/>
                <a:gd name="connsiteX31" fmla="*/ 97186 w 114443"/>
                <a:gd name="connsiteY31" fmla="*/ 397124 h 412001"/>
                <a:gd name="connsiteX32" fmla="*/ 106494 w 114443"/>
                <a:gd name="connsiteY32" fmla="*/ 394606 h 412001"/>
                <a:gd name="connsiteX33" fmla="*/ 115420 w 114443"/>
                <a:gd name="connsiteY33" fmla="*/ 325939 h 412001"/>
                <a:gd name="connsiteX34" fmla="*/ 119311 w 114443"/>
                <a:gd name="connsiteY34" fmla="*/ 318844 h 412001"/>
                <a:gd name="connsiteX35" fmla="*/ 60869 w 114443"/>
                <a:gd name="connsiteY35" fmla="*/ 237359 h 412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14443" h="412001">
                  <a:moveTo>
                    <a:pt x="60869" y="237359"/>
                  </a:moveTo>
                  <a:cubicBezTo>
                    <a:pt x="60182" y="237359"/>
                    <a:pt x="59496" y="237435"/>
                    <a:pt x="58733" y="237511"/>
                  </a:cubicBezTo>
                  <a:cubicBezTo>
                    <a:pt x="50493" y="218819"/>
                    <a:pt x="9522" y="117268"/>
                    <a:pt x="50722" y="50280"/>
                  </a:cubicBezTo>
                  <a:cubicBezTo>
                    <a:pt x="58656" y="37386"/>
                    <a:pt x="69567" y="25712"/>
                    <a:pt x="84444" y="16251"/>
                  </a:cubicBezTo>
                  <a:cubicBezTo>
                    <a:pt x="87649" y="10758"/>
                    <a:pt x="89861" y="5264"/>
                    <a:pt x="91082" y="0"/>
                  </a:cubicBezTo>
                  <a:cubicBezTo>
                    <a:pt x="89632" y="687"/>
                    <a:pt x="88183" y="1374"/>
                    <a:pt x="86809" y="2137"/>
                  </a:cubicBezTo>
                  <a:cubicBezTo>
                    <a:pt x="60106" y="16480"/>
                    <a:pt x="41490" y="37691"/>
                    <a:pt x="30961" y="64700"/>
                  </a:cubicBezTo>
                  <a:cubicBezTo>
                    <a:pt x="21730" y="88504"/>
                    <a:pt x="18830" y="116734"/>
                    <a:pt x="22569" y="149160"/>
                  </a:cubicBezTo>
                  <a:cubicBezTo>
                    <a:pt x="27452" y="191047"/>
                    <a:pt x="41872" y="227135"/>
                    <a:pt x="47441" y="240029"/>
                  </a:cubicBezTo>
                  <a:cubicBezTo>
                    <a:pt x="10438" y="254373"/>
                    <a:pt x="519" y="323116"/>
                    <a:pt x="62" y="326397"/>
                  </a:cubicBezTo>
                  <a:cubicBezTo>
                    <a:pt x="-396" y="329831"/>
                    <a:pt x="1740" y="333035"/>
                    <a:pt x="5021" y="334179"/>
                  </a:cubicBezTo>
                  <a:cubicBezTo>
                    <a:pt x="2427" y="346310"/>
                    <a:pt x="-5661" y="389113"/>
                    <a:pt x="6776" y="401397"/>
                  </a:cubicBezTo>
                  <a:cubicBezTo>
                    <a:pt x="8073" y="402694"/>
                    <a:pt x="9599" y="403609"/>
                    <a:pt x="11277" y="404220"/>
                  </a:cubicBezTo>
                  <a:cubicBezTo>
                    <a:pt x="12650" y="404677"/>
                    <a:pt x="14176" y="404830"/>
                    <a:pt x="15779" y="404830"/>
                  </a:cubicBezTo>
                  <a:cubicBezTo>
                    <a:pt x="15626" y="408645"/>
                    <a:pt x="16541" y="411926"/>
                    <a:pt x="18144" y="413909"/>
                  </a:cubicBezTo>
                  <a:cubicBezTo>
                    <a:pt x="18983" y="414977"/>
                    <a:pt x="19975" y="415664"/>
                    <a:pt x="21119" y="415816"/>
                  </a:cubicBezTo>
                  <a:cubicBezTo>
                    <a:pt x="22721" y="416046"/>
                    <a:pt x="24324" y="415206"/>
                    <a:pt x="25697" y="413757"/>
                  </a:cubicBezTo>
                  <a:cubicBezTo>
                    <a:pt x="27681" y="411697"/>
                    <a:pt x="29283" y="408263"/>
                    <a:pt x="29893" y="404220"/>
                  </a:cubicBezTo>
                  <a:cubicBezTo>
                    <a:pt x="30885" y="397353"/>
                    <a:pt x="28596" y="391326"/>
                    <a:pt x="24781" y="390791"/>
                  </a:cubicBezTo>
                  <a:cubicBezTo>
                    <a:pt x="21424" y="390334"/>
                    <a:pt x="17991" y="394301"/>
                    <a:pt x="16465" y="399947"/>
                  </a:cubicBezTo>
                  <a:cubicBezTo>
                    <a:pt x="14024" y="400176"/>
                    <a:pt x="12116" y="399642"/>
                    <a:pt x="10514" y="398116"/>
                  </a:cubicBezTo>
                  <a:cubicBezTo>
                    <a:pt x="901" y="388579"/>
                    <a:pt x="6852" y="350354"/>
                    <a:pt x="10362" y="334255"/>
                  </a:cubicBezTo>
                  <a:cubicBezTo>
                    <a:pt x="13032" y="333340"/>
                    <a:pt x="15092" y="331204"/>
                    <a:pt x="15550" y="328381"/>
                  </a:cubicBezTo>
                  <a:cubicBezTo>
                    <a:pt x="18449" y="307323"/>
                    <a:pt x="32335" y="252694"/>
                    <a:pt x="61174" y="252161"/>
                  </a:cubicBezTo>
                  <a:cubicBezTo>
                    <a:pt x="94821" y="251550"/>
                    <a:pt x="103671" y="319836"/>
                    <a:pt x="103747" y="320522"/>
                  </a:cubicBezTo>
                  <a:cubicBezTo>
                    <a:pt x="104129" y="323879"/>
                    <a:pt x="106875" y="326321"/>
                    <a:pt x="110232" y="326855"/>
                  </a:cubicBezTo>
                  <a:cubicBezTo>
                    <a:pt x="111987" y="342801"/>
                    <a:pt x="113894" y="382323"/>
                    <a:pt x="103137" y="391020"/>
                  </a:cubicBezTo>
                  <a:cubicBezTo>
                    <a:pt x="101382" y="392394"/>
                    <a:pt x="99398" y="392775"/>
                    <a:pt x="97033" y="392241"/>
                  </a:cubicBezTo>
                  <a:cubicBezTo>
                    <a:pt x="96194" y="386519"/>
                    <a:pt x="93142" y="382246"/>
                    <a:pt x="89785" y="382323"/>
                  </a:cubicBezTo>
                  <a:cubicBezTo>
                    <a:pt x="85894" y="382475"/>
                    <a:pt x="82995" y="388197"/>
                    <a:pt x="83224" y="395140"/>
                  </a:cubicBezTo>
                  <a:cubicBezTo>
                    <a:pt x="83452" y="402083"/>
                    <a:pt x="86809" y="407653"/>
                    <a:pt x="90701" y="407500"/>
                  </a:cubicBezTo>
                  <a:cubicBezTo>
                    <a:pt x="94134" y="407424"/>
                    <a:pt x="96804" y="402922"/>
                    <a:pt x="97186" y="397124"/>
                  </a:cubicBezTo>
                  <a:cubicBezTo>
                    <a:pt x="100695" y="397506"/>
                    <a:pt x="103900" y="396742"/>
                    <a:pt x="106494" y="394606"/>
                  </a:cubicBezTo>
                  <a:cubicBezTo>
                    <a:pt x="121066" y="382857"/>
                    <a:pt x="116336" y="334484"/>
                    <a:pt x="115420" y="325939"/>
                  </a:cubicBezTo>
                  <a:cubicBezTo>
                    <a:pt x="118014" y="324566"/>
                    <a:pt x="119616" y="321819"/>
                    <a:pt x="119311" y="318844"/>
                  </a:cubicBezTo>
                  <a:cubicBezTo>
                    <a:pt x="118854" y="315487"/>
                    <a:pt x="109317" y="236519"/>
                    <a:pt x="60869" y="237359"/>
                  </a:cubicBezTo>
                  <a:close/>
                </a:path>
              </a:pathLst>
            </a:custGeom>
            <a:solidFill>
              <a:schemeClr val="accent4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8" name="Forma libre 202">
              <a:extLst>
                <a:ext uri="{FF2B5EF4-FFF2-40B4-BE49-F238E27FC236}">
                  <a16:creationId xmlns:a16="http://schemas.microsoft.com/office/drawing/2014/main" id="{E70AEFB4-0409-FE46-968F-7CF152330E9B}"/>
                </a:ext>
              </a:extLst>
            </p:cNvPr>
            <p:cNvSpPr/>
            <p:nvPr/>
          </p:nvSpPr>
          <p:spPr>
            <a:xfrm>
              <a:off x="1102468" y="4898548"/>
              <a:ext cx="22889" cy="22889"/>
            </a:xfrm>
            <a:custGeom>
              <a:avLst/>
              <a:gdLst>
                <a:gd name="connsiteX0" fmla="*/ 29908 w 22888"/>
                <a:gd name="connsiteY0" fmla="*/ 14954 h 22888"/>
                <a:gd name="connsiteX1" fmla="*/ 14954 w 22888"/>
                <a:gd name="connsiteY1" fmla="*/ 29908 h 22888"/>
                <a:gd name="connsiteX2" fmla="*/ 0 w 22888"/>
                <a:gd name="connsiteY2" fmla="*/ 14954 h 22888"/>
                <a:gd name="connsiteX3" fmla="*/ 14954 w 22888"/>
                <a:gd name="connsiteY3" fmla="*/ 0 h 22888"/>
                <a:gd name="connsiteX4" fmla="*/ 29908 w 22888"/>
                <a:gd name="connsiteY4" fmla="*/ 14954 h 2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8" h="22888">
                  <a:moveTo>
                    <a:pt x="29908" y="14954"/>
                  </a:moveTo>
                  <a:cubicBezTo>
                    <a:pt x="29908" y="23213"/>
                    <a:pt x="23213" y="29908"/>
                    <a:pt x="14954" y="29908"/>
                  </a:cubicBezTo>
                  <a:cubicBezTo>
                    <a:pt x="6695" y="29908"/>
                    <a:pt x="0" y="23213"/>
                    <a:pt x="0" y="14954"/>
                  </a:cubicBezTo>
                  <a:cubicBezTo>
                    <a:pt x="0" y="6695"/>
                    <a:pt x="6695" y="0"/>
                    <a:pt x="14954" y="0"/>
                  </a:cubicBezTo>
                  <a:cubicBezTo>
                    <a:pt x="23213" y="0"/>
                    <a:pt x="29908" y="6695"/>
                    <a:pt x="29908" y="14954"/>
                  </a:cubicBezTo>
                  <a:close/>
                </a:path>
              </a:pathLst>
            </a:custGeom>
            <a:solidFill>
              <a:srgbClr val="1CA39C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39" name="Forma libre 203">
              <a:extLst>
                <a:ext uri="{FF2B5EF4-FFF2-40B4-BE49-F238E27FC236}">
                  <a16:creationId xmlns:a16="http://schemas.microsoft.com/office/drawing/2014/main" id="{2FD0E68F-2814-DC4C-821F-DFDACFEC94F9}"/>
                </a:ext>
              </a:extLst>
            </p:cNvPr>
            <p:cNvSpPr/>
            <p:nvPr/>
          </p:nvSpPr>
          <p:spPr>
            <a:xfrm>
              <a:off x="904100" y="4327468"/>
              <a:ext cx="236516" cy="61037"/>
            </a:xfrm>
            <a:custGeom>
              <a:avLst/>
              <a:gdLst>
                <a:gd name="connsiteX0" fmla="*/ 229039 w 236515"/>
                <a:gd name="connsiteY0" fmla="*/ 61190 h 61037"/>
                <a:gd name="connsiteX1" fmla="*/ 13275 w 236515"/>
                <a:gd name="connsiteY1" fmla="*/ 61190 h 61037"/>
                <a:gd name="connsiteX2" fmla="*/ 0 w 236515"/>
                <a:gd name="connsiteY2" fmla="*/ 47914 h 61037"/>
                <a:gd name="connsiteX3" fmla="*/ 0 w 236515"/>
                <a:gd name="connsiteY3" fmla="*/ 13276 h 61037"/>
                <a:gd name="connsiteX4" fmla="*/ 13275 w 236515"/>
                <a:gd name="connsiteY4" fmla="*/ 0 h 61037"/>
                <a:gd name="connsiteX5" fmla="*/ 229039 w 236515"/>
                <a:gd name="connsiteY5" fmla="*/ 0 h 61037"/>
                <a:gd name="connsiteX6" fmla="*/ 242314 w 236515"/>
                <a:gd name="connsiteY6" fmla="*/ 13276 h 61037"/>
                <a:gd name="connsiteX7" fmla="*/ 242314 w 236515"/>
                <a:gd name="connsiteY7" fmla="*/ 47914 h 61037"/>
                <a:gd name="connsiteX8" fmla="*/ 229039 w 236515"/>
                <a:gd name="connsiteY8" fmla="*/ 61190 h 6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6515" h="61037">
                  <a:moveTo>
                    <a:pt x="229039" y="61190"/>
                  </a:moveTo>
                  <a:lnTo>
                    <a:pt x="13275" y="61190"/>
                  </a:lnTo>
                  <a:cubicBezTo>
                    <a:pt x="5951" y="61190"/>
                    <a:pt x="0" y="55239"/>
                    <a:pt x="0" y="47914"/>
                  </a:cubicBezTo>
                  <a:lnTo>
                    <a:pt x="0" y="13276"/>
                  </a:lnTo>
                  <a:cubicBezTo>
                    <a:pt x="0" y="5951"/>
                    <a:pt x="5951" y="0"/>
                    <a:pt x="13275" y="0"/>
                  </a:cubicBezTo>
                  <a:lnTo>
                    <a:pt x="229039" y="0"/>
                  </a:lnTo>
                  <a:cubicBezTo>
                    <a:pt x="236363" y="0"/>
                    <a:pt x="242314" y="5951"/>
                    <a:pt x="242314" y="13276"/>
                  </a:cubicBezTo>
                  <a:lnTo>
                    <a:pt x="242314" y="47914"/>
                  </a:lnTo>
                  <a:cubicBezTo>
                    <a:pt x="242390" y="55239"/>
                    <a:pt x="236363" y="61190"/>
                    <a:pt x="229039" y="6119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0" name="Forma libre 204">
              <a:extLst>
                <a:ext uri="{FF2B5EF4-FFF2-40B4-BE49-F238E27FC236}">
                  <a16:creationId xmlns:a16="http://schemas.microsoft.com/office/drawing/2014/main" id="{29B96990-97DB-1641-9FA3-5508715F19C6}"/>
                </a:ext>
              </a:extLst>
            </p:cNvPr>
            <p:cNvSpPr/>
            <p:nvPr/>
          </p:nvSpPr>
          <p:spPr>
            <a:xfrm>
              <a:off x="1032429" y="4301298"/>
              <a:ext cx="99184" cy="99186"/>
            </a:xfrm>
            <a:custGeom>
              <a:avLst/>
              <a:gdLst>
                <a:gd name="connsiteX0" fmla="*/ 103914 w 99183"/>
                <a:gd name="connsiteY0" fmla="*/ 51958 h 99185"/>
                <a:gd name="connsiteX1" fmla="*/ 51957 w 99183"/>
                <a:gd name="connsiteY1" fmla="*/ 103916 h 99185"/>
                <a:gd name="connsiteX2" fmla="*/ 0 w 99183"/>
                <a:gd name="connsiteY2" fmla="*/ 51958 h 99185"/>
                <a:gd name="connsiteX3" fmla="*/ 51957 w 99183"/>
                <a:gd name="connsiteY3" fmla="*/ 0 h 99185"/>
                <a:gd name="connsiteX4" fmla="*/ 103914 w 99183"/>
                <a:gd name="connsiteY4" fmla="*/ 51958 h 99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83" h="99185">
                  <a:moveTo>
                    <a:pt x="103914" y="51958"/>
                  </a:moveTo>
                  <a:cubicBezTo>
                    <a:pt x="103914" y="80654"/>
                    <a:pt x="80652" y="103916"/>
                    <a:pt x="51957" y="103916"/>
                  </a:cubicBezTo>
                  <a:cubicBezTo>
                    <a:pt x="23262" y="103916"/>
                    <a:pt x="0" y="80654"/>
                    <a:pt x="0" y="51958"/>
                  </a:cubicBezTo>
                  <a:cubicBezTo>
                    <a:pt x="0" y="23263"/>
                    <a:pt x="23262" y="0"/>
                    <a:pt x="51957" y="0"/>
                  </a:cubicBezTo>
                  <a:cubicBezTo>
                    <a:pt x="80652" y="0"/>
                    <a:pt x="103914" y="23263"/>
                    <a:pt x="103914" y="5195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1" name="Forma libre 205">
              <a:extLst>
                <a:ext uri="{FF2B5EF4-FFF2-40B4-BE49-F238E27FC236}">
                  <a16:creationId xmlns:a16="http://schemas.microsoft.com/office/drawing/2014/main" id="{5661E60D-ABD0-8B48-810C-F423E22D169B}"/>
                </a:ext>
              </a:extLst>
            </p:cNvPr>
            <p:cNvSpPr/>
            <p:nvPr/>
          </p:nvSpPr>
          <p:spPr>
            <a:xfrm>
              <a:off x="1069432" y="4338302"/>
              <a:ext cx="22889" cy="22889"/>
            </a:xfrm>
            <a:custGeom>
              <a:avLst/>
              <a:gdLst>
                <a:gd name="connsiteX0" fmla="*/ 29908 w 22888"/>
                <a:gd name="connsiteY0" fmla="*/ 14954 h 22888"/>
                <a:gd name="connsiteX1" fmla="*/ 14954 w 22888"/>
                <a:gd name="connsiteY1" fmla="*/ 29909 h 22888"/>
                <a:gd name="connsiteX2" fmla="*/ 0 w 22888"/>
                <a:gd name="connsiteY2" fmla="*/ 14954 h 22888"/>
                <a:gd name="connsiteX3" fmla="*/ 14954 w 22888"/>
                <a:gd name="connsiteY3" fmla="*/ 0 h 22888"/>
                <a:gd name="connsiteX4" fmla="*/ 29908 w 22888"/>
                <a:gd name="connsiteY4" fmla="*/ 14954 h 2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88" h="22888">
                  <a:moveTo>
                    <a:pt x="29908" y="14954"/>
                  </a:moveTo>
                  <a:cubicBezTo>
                    <a:pt x="29908" y="23213"/>
                    <a:pt x="23213" y="29909"/>
                    <a:pt x="14954" y="29909"/>
                  </a:cubicBezTo>
                  <a:cubicBezTo>
                    <a:pt x="6695" y="29909"/>
                    <a:pt x="0" y="23214"/>
                    <a:pt x="0" y="14954"/>
                  </a:cubicBezTo>
                  <a:cubicBezTo>
                    <a:pt x="0" y="6695"/>
                    <a:pt x="6695" y="0"/>
                    <a:pt x="14954" y="0"/>
                  </a:cubicBezTo>
                  <a:cubicBezTo>
                    <a:pt x="23213" y="0"/>
                    <a:pt x="29908" y="6695"/>
                    <a:pt x="29908" y="14954"/>
                  </a:cubicBezTo>
                  <a:close/>
                </a:path>
              </a:pathLst>
            </a:custGeom>
            <a:solidFill>
              <a:schemeClr val="accent4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2" name="Forma libre 206">
              <a:extLst>
                <a:ext uri="{FF2B5EF4-FFF2-40B4-BE49-F238E27FC236}">
                  <a16:creationId xmlns:a16="http://schemas.microsoft.com/office/drawing/2014/main" id="{769A67FF-3BEB-1941-87B3-6A725BE3EE0F}"/>
                </a:ext>
              </a:extLst>
            </p:cNvPr>
            <p:cNvSpPr/>
            <p:nvPr/>
          </p:nvSpPr>
          <p:spPr>
            <a:xfrm>
              <a:off x="940112" y="4593209"/>
              <a:ext cx="83925" cy="144964"/>
            </a:xfrm>
            <a:custGeom>
              <a:avLst/>
              <a:gdLst>
                <a:gd name="connsiteX0" fmla="*/ 0 w 83924"/>
                <a:gd name="connsiteY0" fmla="*/ 0 h 144963"/>
                <a:gd name="connsiteX1" fmla="*/ 32044 w 83924"/>
                <a:gd name="connsiteY1" fmla="*/ 144964 h 144963"/>
                <a:gd name="connsiteX2" fmla="*/ 86443 w 83924"/>
                <a:gd name="connsiteY2" fmla="*/ 87970 h 144963"/>
                <a:gd name="connsiteX3" fmla="*/ 0 w 83924"/>
                <a:gd name="connsiteY3" fmla="*/ 0 h 14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3924" h="144963">
                  <a:moveTo>
                    <a:pt x="0" y="0"/>
                  </a:moveTo>
                  <a:cubicBezTo>
                    <a:pt x="0" y="0"/>
                    <a:pt x="29526" y="145879"/>
                    <a:pt x="32044" y="144964"/>
                  </a:cubicBezTo>
                  <a:cubicBezTo>
                    <a:pt x="34562" y="144048"/>
                    <a:pt x="86443" y="87970"/>
                    <a:pt x="86443" y="8797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3" name="Forma libre 207">
              <a:extLst>
                <a:ext uri="{FF2B5EF4-FFF2-40B4-BE49-F238E27FC236}">
                  <a16:creationId xmlns:a16="http://schemas.microsoft.com/office/drawing/2014/main" id="{B32403DC-3BA1-704C-959B-663D13B45B2A}"/>
                </a:ext>
              </a:extLst>
            </p:cNvPr>
            <p:cNvSpPr/>
            <p:nvPr/>
          </p:nvSpPr>
          <p:spPr>
            <a:xfrm>
              <a:off x="1026402" y="4591149"/>
              <a:ext cx="76295" cy="144964"/>
            </a:xfrm>
            <a:custGeom>
              <a:avLst/>
              <a:gdLst>
                <a:gd name="connsiteX0" fmla="*/ 78584 w 76295"/>
                <a:gd name="connsiteY0" fmla="*/ 0 h 144963"/>
                <a:gd name="connsiteX1" fmla="*/ 54399 w 76295"/>
                <a:gd name="connsiteY1" fmla="*/ 147100 h 144963"/>
                <a:gd name="connsiteX2" fmla="*/ 0 w 76295"/>
                <a:gd name="connsiteY2" fmla="*/ 90106 h 144963"/>
                <a:gd name="connsiteX3" fmla="*/ 78584 w 76295"/>
                <a:gd name="connsiteY3" fmla="*/ 0 h 14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95" h="144963">
                  <a:moveTo>
                    <a:pt x="78584" y="0"/>
                  </a:moveTo>
                  <a:cubicBezTo>
                    <a:pt x="78584" y="0"/>
                    <a:pt x="56916" y="147939"/>
                    <a:pt x="54399" y="147100"/>
                  </a:cubicBezTo>
                  <a:cubicBezTo>
                    <a:pt x="51881" y="146260"/>
                    <a:pt x="0" y="90106"/>
                    <a:pt x="0" y="90106"/>
                  </a:cubicBezTo>
                  <a:lnTo>
                    <a:pt x="78584" y="0"/>
                  </a:lnTo>
                  <a:close/>
                </a:path>
              </a:pathLst>
            </a:custGeom>
            <a:solidFill>
              <a:schemeClr val="accent1"/>
            </a:solidFill>
            <a:ln w="76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44" name="Grupo 663">
            <a:extLst>
              <a:ext uri="{FF2B5EF4-FFF2-40B4-BE49-F238E27FC236}">
                <a16:creationId xmlns:a16="http://schemas.microsoft.com/office/drawing/2014/main" id="{1186DD4C-D7D9-8543-9F12-B3CC884F039F}"/>
              </a:ext>
            </a:extLst>
          </p:cNvPr>
          <p:cNvGrpSpPr/>
          <p:nvPr/>
        </p:nvGrpSpPr>
        <p:grpSpPr>
          <a:xfrm>
            <a:off x="7754654" y="5212467"/>
            <a:ext cx="3745206" cy="4882770"/>
            <a:chOff x="1135920" y="6848779"/>
            <a:chExt cx="869668" cy="1133820"/>
          </a:xfrm>
        </p:grpSpPr>
        <p:sp>
          <p:nvSpPr>
            <p:cNvPr id="45" name="Forma libre 445">
              <a:extLst>
                <a:ext uri="{FF2B5EF4-FFF2-40B4-BE49-F238E27FC236}">
                  <a16:creationId xmlns:a16="http://schemas.microsoft.com/office/drawing/2014/main" id="{D2A1886B-F016-A44B-9CED-F610EC5A2D4E}"/>
                </a:ext>
              </a:extLst>
            </p:cNvPr>
            <p:cNvSpPr/>
            <p:nvPr/>
          </p:nvSpPr>
          <p:spPr>
            <a:xfrm>
              <a:off x="1397623" y="6904528"/>
              <a:ext cx="334488" cy="735292"/>
            </a:xfrm>
            <a:custGeom>
              <a:avLst/>
              <a:gdLst>
                <a:gd name="connsiteX0" fmla="*/ 76531 w 334487"/>
                <a:gd name="connsiteY0" fmla="*/ 434223 h 735291"/>
                <a:gd name="connsiteX1" fmla="*/ 66764 w 334487"/>
                <a:gd name="connsiteY1" fmla="*/ 457886 h 735291"/>
                <a:gd name="connsiteX2" fmla="*/ 48300 w 334487"/>
                <a:gd name="connsiteY2" fmla="*/ 481282 h 735291"/>
                <a:gd name="connsiteX3" fmla="*/ 48166 w 334487"/>
                <a:gd name="connsiteY3" fmla="*/ 481416 h 735291"/>
                <a:gd name="connsiteX4" fmla="*/ 17527 w 334487"/>
                <a:gd name="connsiteY4" fmla="*/ 507618 h 735291"/>
                <a:gd name="connsiteX5" fmla="*/ 0 w 334487"/>
                <a:gd name="connsiteY5" fmla="*/ 547458 h 735291"/>
                <a:gd name="connsiteX6" fmla="*/ 347733 w 334487"/>
                <a:gd name="connsiteY6" fmla="*/ 735560 h 735291"/>
                <a:gd name="connsiteX7" fmla="*/ 314017 w 334487"/>
                <a:gd name="connsiteY7" fmla="*/ 494249 h 735291"/>
                <a:gd name="connsiteX8" fmla="*/ 299032 w 334487"/>
                <a:gd name="connsiteY8" fmla="*/ 481282 h 735291"/>
                <a:gd name="connsiteX9" fmla="*/ 290469 w 334487"/>
                <a:gd name="connsiteY9" fmla="*/ 472458 h 735291"/>
                <a:gd name="connsiteX10" fmla="*/ 282174 w 334487"/>
                <a:gd name="connsiteY10" fmla="*/ 461229 h 735291"/>
                <a:gd name="connsiteX11" fmla="*/ 270935 w 334487"/>
                <a:gd name="connsiteY11" fmla="*/ 434758 h 735291"/>
                <a:gd name="connsiteX12" fmla="*/ 277892 w 334487"/>
                <a:gd name="connsiteY12" fmla="*/ 372860 h 735291"/>
                <a:gd name="connsiteX13" fmla="*/ 335826 w 334487"/>
                <a:gd name="connsiteY13" fmla="*/ 146523 h 735291"/>
                <a:gd name="connsiteX14" fmla="*/ 200425 w 334487"/>
                <a:gd name="connsiteY14" fmla="*/ 0 h 735291"/>
                <a:gd name="connsiteX15" fmla="*/ 401 w 334487"/>
                <a:gd name="connsiteY15" fmla="*/ 130347 h 735291"/>
                <a:gd name="connsiteX16" fmla="*/ 69841 w 334487"/>
                <a:gd name="connsiteY16" fmla="*/ 372726 h 735291"/>
                <a:gd name="connsiteX17" fmla="*/ 76531 w 334487"/>
                <a:gd name="connsiteY17" fmla="*/ 434223 h 735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4487" h="735291">
                  <a:moveTo>
                    <a:pt x="76531" y="434223"/>
                  </a:moveTo>
                  <a:cubicBezTo>
                    <a:pt x="74658" y="441843"/>
                    <a:pt x="71447" y="449864"/>
                    <a:pt x="66764" y="457886"/>
                  </a:cubicBezTo>
                  <a:cubicBezTo>
                    <a:pt x="62215" y="465774"/>
                    <a:pt x="56328" y="473528"/>
                    <a:pt x="48300" y="481282"/>
                  </a:cubicBezTo>
                  <a:cubicBezTo>
                    <a:pt x="48300" y="481282"/>
                    <a:pt x="48166" y="481416"/>
                    <a:pt x="48166" y="481416"/>
                  </a:cubicBezTo>
                  <a:cubicBezTo>
                    <a:pt x="39470" y="489704"/>
                    <a:pt x="28900" y="498661"/>
                    <a:pt x="17527" y="507618"/>
                  </a:cubicBezTo>
                  <a:cubicBezTo>
                    <a:pt x="9767" y="520185"/>
                    <a:pt x="4014" y="533688"/>
                    <a:pt x="0" y="547458"/>
                  </a:cubicBezTo>
                  <a:lnTo>
                    <a:pt x="347733" y="735560"/>
                  </a:lnTo>
                  <a:cubicBezTo>
                    <a:pt x="343987" y="716441"/>
                    <a:pt x="325256" y="510426"/>
                    <a:pt x="314017" y="494249"/>
                  </a:cubicBezTo>
                  <a:cubicBezTo>
                    <a:pt x="308665" y="489838"/>
                    <a:pt x="303581" y="485426"/>
                    <a:pt x="299032" y="481282"/>
                  </a:cubicBezTo>
                  <a:cubicBezTo>
                    <a:pt x="295821" y="478340"/>
                    <a:pt x="293011" y="475400"/>
                    <a:pt x="290469" y="472458"/>
                  </a:cubicBezTo>
                  <a:cubicBezTo>
                    <a:pt x="287258" y="468715"/>
                    <a:pt x="284582" y="464971"/>
                    <a:pt x="282174" y="461229"/>
                  </a:cubicBezTo>
                  <a:cubicBezTo>
                    <a:pt x="276421" y="452272"/>
                    <a:pt x="272942" y="443314"/>
                    <a:pt x="270935" y="434758"/>
                  </a:cubicBezTo>
                  <a:cubicBezTo>
                    <a:pt x="263175" y="401469"/>
                    <a:pt x="277759" y="372993"/>
                    <a:pt x="277892" y="372860"/>
                  </a:cubicBezTo>
                  <a:cubicBezTo>
                    <a:pt x="308665" y="331951"/>
                    <a:pt x="333551" y="206015"/>
                    <a:pt x="335826" y="146523"/>
                  </a:cubicBezTo>
                  <a:cubicBezTo>
                    <a:pt x="267724" y="122727"/>
                    <a:pt x="219558" y="35160"/>
                    <a:pt x="200425" y="0"/>
                  </a:cubicBezTo>
                  <a:cubicBezTo>
                    <a:pt x="184370" y="45321"/>
                    <a:pt x="55391" y="104010"/>
                    <a:pt x="401" y="130347"/>
                  </a:cubicBezTo>
                  <a:cubicBezTo>
                    <a:pt x="8028" y="183021"/>
                    <a:pt x="44019" y="338502"/>
                    <a:pt x="69841" y="372726"/>
                  </a:cubicBezTo>
                  <a:cubicBezTo>
                    <a:pt x="69707" y="372993"/>
                    <a:pt x="84558" y="400533"/>
                    <a:pt x="76531" y="434223"/>
                  </a:cubicBezTo>
                  <a:close/>
                </a:path>
              </a:pathLst>
            </a:custGeom>
            <a:solidFill>
              <a:srgbClr val="EAB998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6" name="Forma libre 446">
              <a:extLst>
                <a:ext uri="{FF2B5EF4-FFF2-40B4-BE49-F238E27FC236}">
                  <a16:creationId xmlns:a16="http://schemas.microsoft.com/office/drawing/2014/main" id="{EE062757-795C-B84C-B638-29D4F20E252A}"/>
                </a:ext>
              </a:extLst>
            </p:cNvPr>
            <p:cNvSpPr/>
            <p:nvPr/>
          </p:nvSpPr>
          <p:spPr>
            <a:xfrm>
              <a:off x="1135920" y="7374847"/>
              <a:ext cx="869668" cy="588234"/>
            </a:xfrm>
            <a:custGeom>
              <a:avLst/>
              <a:gdLst>
                <a:gd name="connsiteX0" fmla="*/ 302109 w 869667"/>
                <a:gd name="connsiteY0" fmla="*/ 1872 h 588233"/>
                <a:gd name="connsiteX1" fmla="*/ 108106 w 869667"/>
                <a:gd name="connsiteY1" fmla="*/ 120053 h 588233"/>
                <a:gd name="connsiteX2" fmla="*/ 0 w 869667"/>
                <a:gd name="connsiteY2" fmla="*/ 589303 h 588233"/>
                <a:gd name="connsiteX3" fmla="*/ 137943 w 869667"/>
                <a:gd name="connsiteY3" fmla="*/ 589303 h 588233"/>
                <a:gd name="connsiteX4" fmla="*/ 159618 w 869667"/>
                <a:gd name="connsiteY4" fmla="*/ 487833 h 588233"/>
                <a:gd name="connsiteX5" fmla="*/ 159618 w 869667"/>
                <a:gd name="connsiteY5" fmla="*/ 592110 h 588233"/>
                <a:gd name="connsiteX6" fmla="*/ 713930 w 869667"/>
                <a:gd name="connsiteY6" fmla="*/ 592110 h 588233"/>
                <a:gd name="connsiteX7" fmla="*/ 715803 w 869667"/>
                <a:gd name="connsiteY7" fmla="*/ 495319 h 588233"/>
                <a:gd name="connsiteX8" fmla="*/ 744703 w 869667"/>
                <a:gd name="connsiteY8" fmla="*/ 591174 h 588233"/>
                <a:gd name="connsiteX9" fmla="*/ 877696 w 869667"/>
                <a:gd name="connsiteY9" fmla="*/ 591174 h 588233"/>
                <a:gd name="connsiteX10" fmla="*/ 741626 w 869667"/>
                <a:gd name="connsiteY10" fmla="*/ 105080 h 588233"/>
                <a:gd name="connsiteX11" fmla="*/ 555517 w 869667"/>
                <a:gd name="connsiteY11" fmla="*/ 0 h 588233"/>
                <a:gd name="connsiteX12" fmla="*/ 439115 w 869667"/>
                <a:gd name="connsiteY12" fmla="*/ 134090 h 588233"/>
                <a:gd name="connsiteX13" fmla="*/ 306792 w 869667"/>
                <a:gd name="connsiteY13" fmla="*/ 0 h 588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69667" h="588233">
                  <a:moveTo>
                    <a:pt x="302109" y="1872"/>
                  </a:moveTo>
                  <a:cubicBezTo>
                    <a:pt x="302109" y="1872"/>
                    <a:pt x="129514" y="93983"/>
                    <a:pt x="108106" y="120053"/>
                  </a:cubicBezTo>
                  <a:cubicBezTo>
                    <a:pt x="86699" y="146122"/>
                    <a:pt x="25689" y="210293"/>
                    <a:pt x="0" y="589303"/>
                  </a:cubicBezTo>
                  <a:cubicBezTo>
                    <a:pt x="82418" y="589303"/>
                    <a:pt x="137943" y="589303"/>
                    <a:pt x="137943" y="589303"/>
                  </a:cubicBezTo>
                  <a:lnTo>
                    <a:pt x="159618" y="487833"/>
                  </a:lnTo>
                  <a:lnTo>
                    <a:pt x="159618" y="592110"/>
                  </a:lnTo>
                  <a:lnTo>
                    <a:pt x="713930" y="592110"/>
                  </a:lnTo>
                  <a:lnTo>
                    <a:pt x="715803" y="495319"/>
                  </a:lnTo>
                  <a:lnTo>
                    <a:pt x="744703" y="591174"/>
                  </a:lnTo>
                  <a:lnTo>
                    <a:pt x="877696" y="591174"/>
                  </a:lnTo>
                  <a:cubicBezTo>
                    <a:pt x="877696" y="591174"/>
                    <a:pt x="854950" y="162566"/>
                    <a:pt x="741626" y="105080"/>
                  </a:cubicBezTo>
                  <a:cubicBezTo>
                    <a:pt x="627900" y="47326"/>
                    <a:pt x="555517" y="0"/>
                    <a:pt x="555517" y="0"/>
                  </a:cubicBezTo>
                  <a:lnTo>
                    <a:pt x="439115" y="134090"/>
                  </a:lnTo>
                  <a:lnTo>
                    <a:pt x="306792" y="0"/>
                  </a:lnTo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7" name="Forma libre 447">
              <a:extLst>
                <a:ext uri="{FF2B5EF4-FFF2-40B4-BE49-F238E27FC236}">
                  <a16:creationId xmlns:a16="http://schemas.microsoft.com/office/drawing/2014/main" id="{651692BD-AECE-C14E-B324-F9DD382D6D06}"/>
                </a:ext>
              </a:extLst>
            </p:cNvPr>
            <p:cNvSpPr/>
            <p:nvPr/>
          </p:nvSpPr>
          <p:spPr>
            <a:xfrm>
              <a:off x="1415150" y="7362414"/>
              <a:ext cx="40139" cy="40107"/>
            </a:xfrm>
            <a:custGeom>
              <a:avLst/>
              <a:gdLst>
                <a:gd name="connsiteX0" fmla="*/ 0 w 40138"/>
                <a:gd name="connsiteY0" fmla="*/ 49732 h 40106"/>
                <a:gd name="connsiteX1" fmla="*/ 30639 w 40138"/>
                <a:gd name="connsiteY1" fmla="*/ 23529 h 40106"/>
                <a:gd name="connsiteX2" fmla="*/ 30773 w 40138"/>
                <a:gd name="connsiteY2" fmla="*/ 23396 h 40106"/>
                <a:gd name="connsiteX3" fmla="*/ 49237 w 40138"/>
                <a:gd name="connsiteY3" fmla="*/ 0 h 40106"/>
                <a:gd name="connsiteX4" fmla="*/ 0 w 40138"/>
                <a:gd name="connsiteY4" fmla="*/ 49732 h 40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138" h="40106">
                  <a:moveTo>
                    <a:pt x="0" y="49732"/>
                  </a:moveTo>
                  <a:cubicBezTo>
                    <a:pt x="11506" y="40775"/>
                    <a:pt x="22076" y="31818"/>
                    <a:pt x="30639" y="23529"/>
                  </a:cubicBezTo>
                  <a:cubicBezTo>
                    <a:pt x="30639" y="23529"/>
                    <a:pt x="30773" y="23396"/>
                    <a:pt x="30773" y="23396"/>
                  </a:cubicBezTo>
                  <a:cubicBezTo>
                    <a:pt x="38801" y="15641"/>
                    <a:pt x="44688" y="7754"/>
                    <a:pt x="49237" y="0"/>
                  </a:cubicBezTo>
                  <a:cubicBezTo>
                    <a:pt x="27562" y="13903"/>
                    <a:pt x="11640" y="30882"/>
                    <a:pt x="0" y="49732"/>
                  </a:cubicBezTo>
                  <a:close/>
                </a:path>
              </a:pathLst>
            </a:custGeom>
            <a:noFill/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8" name="Forma libre 448">
              <a:extLst>
                <a:ext uri="{FF2B5EF4-FFF2-40B4-BE49-F238E27FC236}">
                  <a16:creationId xmlns:a16="http://schemas.microsoft.com/office/drawing/2014/main" id="{E14CF299-E515-874D-9B40-BC43548D7CCC}"/>
                </a:ext>
              </a:extLst>
            </p:cNvPr>
            <p:cNvSpPr/>
            <p:nvPr/>
          </p:nvSpPr>
          <p:spPr>
            <a:xfrm>
              <a:off x="1679663" y="7365756"/>
              <a:ext cx="26759" cy="26738"/>
            </a:xfrm>
            <a:custGeom>
              <a:avLst/>
              <a:gdLst>
                <a:gd name="connsiteX0" fmla="*/ 0 w 26759"/>
                <a:gd name="connsiteY0" fmla="*/ 0 h 26737"/>
                <a:gd name="connsiteX1" fmla="*/ 8295 w 26759"/>
                <a:gd name="connsiteY1" fmla="*/ 11229 h 26737"/>
                <a:gd name="connsiteX2" fmla="*/ 16858 w 26759"/>
                <a:gd name="connsiteY2" fmla="*/ 20053 h 26737"/>
                <a:gd name="connsiteX3" fmla="*/ 31843 w 26759"/>
                <a:gd name="connsiteY3" fmla="*/ 33021 h 26737"/>
                <a:gd name="connsiteX4" fmla="*/ 0 w 26759"/>
                <a:gd name="connsiteY4" fmla="*/ 0 h 2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59" h="26737">
                  <a:moveTo>
                    <a:pt x="0" y="0"/>
                  </a:moveTo>
                  <a:cubicBezTo>
                    <a:pt x="2408" y="3743"/>
                    <a:pt x="5084" y="7487"/>
                    <a:pt x="8295" y="11229"/>
                  </a:cubicBezTo>
                  <a:cubicBezTo>
                    <a:pt x="10837" y="14171"/>
                    <a:pt x="13781" y="17112"/>
                    <a:pt x="16858" y="20053"/>
                  </a:cubicBezTo>
                  <a:cubicBezTo>
                    <a:pt x="21407" y="24198"/>
                    <a:pt x="26491" y="28610"/>
                    <a:pt x="31843" y="33021"/>
                  </a:cubicBezTo>
                  <a:cubicBezTo>
                    <a:pt x="23280" y="20856"/>
                    <a:pt x="12577" y="9759"/>
                    <a:pt x="0" y="0"/>
                  </a:cubicBezTo>
                  <a:close/>
                </a:path>
              </a:pathLst>
            </a:custGeom>
            <a:noFill/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49" name="Forma libre 449">
              <a:extLst>
                <a:ext uri="{FF2B5EF4-FFF2-40B4-BE49-F238E27FC236}">
                  <a16:creationId xmlns:a16="http://schemas.microsoft.com/office/drawing/2014/main" id="{DE870B3A-63DF-234B-95D4-A98D90038667}"/>
                </a:ext>
              </a:extLst>
            </p:cNvPr>
            <p:cNvSpPr/>
            <p:nvPr/>
          </p:nvSpPr>
          <p:spPr>
            <a:xfrm>
              <a:off x="1448733" y="7380462"/>
              <a:ext cx="120416" cy="200534"/>
            </a:xfrm>
            <a:custGeom>
              <a:avLst/>
              <a:gdLst>
                <a:gd name="connsiteX0" fmla="*/ 0 w 120415"/>
                <a:gd name="connsiteY0" fmla="*/ 0 h 200534"/>
                <a:gd name="connsiteX1" fmla="*/ 46828 w 120415"/>
                <a:gd name="connsiteY1" fmla="*/ 211631 h 200534"/>
                <a:gd name="connsiteX2" fmla="*/ 126303 w 120415"/>
                <a:gd name="connsiteY2" fmla="*/ 128475 h 200534"/>
                <a:gd name="connsiteX3" fmla="*/ 0 w 120415"/>
                <a:gd name="connsiteY3" fmla="*/ 0 h 200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15" h="200534">
                  <a:moveTo>
                    <a:pt x="0" y="0"/>
                  </a:moveTo>
                  <a:cubicBezTo>
                    <a:pt x="0" y="0"/>
                    <a:pt x="43082" y="212834"/>
                    <a:pt x="46828" y="211631"/>
                  </a:cubicBezTo>
                  <a:cubicBezTo>
                    <a:pt x="50575" y="210427"/>
                    <a:pt x="126303" y="128475"/>
                    <a:pt x="126303" y="1284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0" name="Forma libre 450">
              <a:extLst>
                <a:ext uri="{FF2B5EF4-FFF2-40B4-BE49-F238E27FC236}">
                  <a16:creationId xmlns:a16="http://schemas.microsoft.com/office/drawing/2014/main" id="{7BDF8015-3E1D-444D-BAD1-5B76003072D3}"/>
                </a:ext>
              </a:extLst>
            </p:cNvPr>
            <p:cNvSpPr/>
            <p:nvPr/>
          </p:nvSpPr>
          <p:spPr>
            <a:xfrm>
              <a:off x="1574768" y="7377387"/>
              <a:ext cx="107036" cy="213903"/>
            </a:xfrm>
            <a:custGeom>
              <a:avLst/>
              <a:gdLst>
                <a:gd name="connsiteX0" fmla="*/ 114796 w 107036"/>
                <a:gd name="connsiteY0" fmla="*/ 0 h 213903"/>
                <a:gd name="connsiteX1" fmla="*/ 79474 w 107036"/>
                <a:gd name="connsiteY1" fmla="*/ 214705 h 213903"/>
                <a:gd name="connsiteX2" fmla="*/ 0 w 107036"/>
                <a:gd name="connsiteY2" fmla="*/ 131550 h 213903"/>
                <a:gd name="connsiteX3" fmla="*/ 114796 w 107036"/>
                <a:gd name="connsiteY3" fmla="*/ 0 h 213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036" h="213903">
                  <a:moveTo>
                    <a:pt x="114796" y="0"/>
                  </a:moveTo>
                  <a:cubicBezTo>
                    <a:pt x="114796" y="0"/>
                    <a:pt x="83087" y="215909"/>
                    <a:pt x="79474" y="214705"/>
                  </a:cubicBezTo>
                  <a:cubicBezTo>
                    <a:pt x="75728" y="213502"/>
                    <a:pt x="0" y="131550"/>
                    <a:pt x="0" y="131550"/>
                  </a:cubicBezTo>
                  <a:lnTo>
                    <a:pt x="114796" y="0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1" name="Forma libre 451">
              <a:extLst>
                <a:ext uri="{FF2B5EF4-FFF2-40B4-BE49-F238E27FC236}">
                  <a16:creationId xmlns:a16="http://schemas.microsoft.com/office/drawing/2014/main" id="{864C543A-FB3B-434D-A1A3-758F29CB543A}"/>
                </a:ext>
              </a:extLst>
            </p:cNvPr>
            <p:cNvSpPr/>
            <p:nvPr/>
          </p:nvSpPr>
          <p:spPr>
            <a:xfrm>
              <a:off x="1373005" y="6878460"/>
              <a:ext cx="401385" cy="494651"/>
            </a:xfrm>
            <a:custGeom>
              <a:avLst/>
              <a:gdLst>
                <a:gd name="connsiteX0" fmla="*/ 208185 w 401385"/>
                <a:gd name="connsiteY0" fmla="*/ 7618 h 494650"/>
                <a:gd name="connsiteX1" fmla="*/ 78671 w 401385"/>
                <a:gd name="connsiteY1" fmla="*/ 26201 h 494650"/>
                <a:gd name="connsiteX2" fmla="*/ 16189 w 401385"/>
                <a:gd name="connsiteY2" fmla="*/ 316708 h 494650"/>
                <a:gd name="connsiteX3" fmla="*/ 0 w 401385"/>
                <a:gd name="connsiteY3" fmla="*/ 474328 h 494650"/>
                <a:gd name="connsiteX4" fmla="*/ 91382 w 401385"/>
                <a:gd name="connsiteY4" fmla="*/ 499195 h 494650"/>
                <a:gd name="connsiteX5" fmla="*/ 116803 w 401385"/>
                <a:gd name="connsiteY5" fmla="*/ 408553 h 494650"/>
                <a:gd name="connsiteX6" fmla="*/ 70510 w 401385"/>
                <a:gd name="connsiteY6" fmla="*/ 203072 h 494650"/>
                <a:gd name="connsiteX7" fmla="*/ 216213 w 401385"/>
                <a:gd name="connsiteY7" fmla="*/ 11228 h 494650"/>
                <a:gd name="connsiteX8" fmla="*/ 337030 w 401385"/>
                <a:gd name="connsiteY8" fmla="*/ 197458 h 494650"/>
                <a:gd name="connsiteX9" fmla="*/ 290469 w 401385"/>
                <a:gd name="connsiteY9" fmla="*/ 401066 h 494650"/>
                <a:gd name="connsiteX10" fmla="*/ 308799 w 401385"/>
                <a:gd name="connsiteY10" fmla="*/ 498927 h 494650"/>
                <a:gd name="connsiteX11" fmla="*/ 393358 w 401385"/>
                <a:gd name="connsiteY11" fmla="*/ 474328 h 494650"/>
                <a:gd name="connsiteX12" fmla="*/ 382922 w 401385"/>
                <a:gd name="connsiteY12" fmla="*/ 346521 h 494650"/>
                <a:gd name="connsiteX13" fmla="*/ 337833 w 401385"/>
                <a:gd name="connsiteY13" fmla="*/ 26201 h 494650"/>
                <a:gd name="connsiteX14" fmla="*/ 208185 w 401385"/>
                <a:gd name="connsiteY14" fmla="*/ 7618 h 494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1385" h="494650">
                  <a:moveTo>
                    <a:pt x="208185" y="7618"/>
                  </a:moveTo>
                  <a:cubicBezTo>
                    <a:pt x="208185" y="7618"/>
                    <a:pt x="150386" y="-15911"/>
                    <a:pt x="78671" y="26201"/>
                  </a:cubicBezTo>
                  <a:cubicBezTo>
                    <a:pt x="6957" y="68447"/>
                    <a:pt x="4683" y="247190"/>
                    <a:pt x="16189" y="316708"/>
                  </a:cubicBezTo>
                  <a:cubicBezTo>
                    <a:pt x="27696" y="386227"/>
                    <a:pt x="26625" y="449462"/>
                    <a:pt x="0" y="474328"/>
                  </a:cubicBezTo>
                  <a:cubicBezTo>
                    <a:pt x="17393" y="502938"/>
                    <a:pt x="72918" y="518980"/>
                    <a:pt x="91382" y="499195"/>
                  </a:cubicBezTo>
                  <a:cubicBezTo>
                    <a:pt x="109846" y="479274"/>
                    <a:pt x="126035" y="430879"/>
                    <a:pt x="116803" y="408553"/>
                  </a:cubicBezTo>
                  <a:cubicBezTo>
                    <a:pt x="107571" y="386227"/>
                    <a:pt x="41476" y="273927"/>
                    <a:pt x="70510" y="203072"/>
                  </a:cubicBezTo>
                  <a:cubicBezTo>
                    <a:pt x="99410" y="132351"/>
                    <a:pt x="208051" y="32351"/>
                    <a:pt x="216213" y="11228"/>
                  </a:cubicBezTo>
                  <a:cubicBezTo>
                    <a:pt x="235881" y="49731"/>
                    <a:pt x="327664" y="151468"/>
                    <a:pt x="337030" y="197458"/>
                  </a:cubicBezTo>
                  <a:cubicBezTo>
                    <a:pt x="359373" y="307350"/>
                    <a:pt x="326326" y="341440"/>
                    <a:pt x="290469" y="401066"/>
                  </a:cubicBezTo>
                  <a:cubicBezTo>
                    <a:pt x="254612" y="460692"/>
                    <a:pt x="308799" y="498927"/>
                    <a:pt x="308799" y="498927"/>
                  </a:cubicBezTo>
                  <a:cubicBezTo>
                    <a:pt x="308799" y="498927"/>
                    <a:pt x="356430" y="512697"/>
                    <a:pt x="393358" y="474328"/>
                  </a:cubicBezTo>
                  <a:cubicBezTo>
                    <a:pt x="369007" y="435825"/>
                    <a:pt x="362585" y="398794"/>
                    <a:pt x="382922" y="346521"/>
                  </a:cubicBezTo>
                  <a:cubicBezTo>
                    <a:pt x="411821" y="272056"/>
                    <a:pt x="423461" y="70987"/>
                    <a:pt x="337833" y="26201"/>
                  </a:cubicBezTo>
                  <a:cubicBezTo>
                    <a:pt x="252204" y="-18585"/>
                    <a:pt x="208185" y="7618"/>
                    <a:pt x="208185" y="7618"/>
                  </a:cubicBezTo>
                  <a:close/>
                </a:path>
              </a:pathLst>
            </a:custGeom>
            <a:solidFill>
              <a:schemeClr val="tx2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 dirty="0"/>
            </a:p>
          </p:txBody>
        </p:sp>
        <p:sp>
          <p:nvSpPr>
            <p:cNvPr id="52" name="Forma libre 452">
              <a:extLst>
                <a:ext uri="{FF2B5EF4-FFF2-40B4-BE49-F238E27FC236}">
                  <a16:creationId xmlns:a16="http://schemas.microsoft.com/office/drawing/2014/main" id="{4E4689B8-F502-5149-9E07-0D657ED54200}"/>
                </a:ext>
              </a:extLst>
            </p:cNvPr>
            <p:cNvSpPr/>
            <p:nvPr/>
          </p:nvSpPr>
          <p:spPr>
            <a:xfrm>
              <a:off x="1351865" y="6848779"/>
              <a:ext cx="468283" cy="173796"/>
            </a:xfrm>
            <a:custGeom>
              <a:avLst/>
              <a:gdLst>
                <a:gd name="connsiteX0" fmla="*/ 30505 w 468282"/>
                <a:gd name="connsiteY0" fmla="*/ 176871 h 173796"/>
                <a:gd name="connsiteX1" fmla="*/ 0 w 468282"/>
                <a:gd name="connsiteY1" fmla="*/ 64571 h 173796"/>
                <a:gd name="connsiteX2" fmla="*/ 245113 w 468282"/>
                <a:gd name="connsiteY2" fmla="*/ 0 h 173796"/>
                <a:gd name="connsiteX3" fmla="*/ 470825 w 468282"/>
                <a:gd name="connsiteY3" fmla="*/ 65775 h 173796"/>
                <a:gd name="connsiteX4" fmla="*/ 430151 w 468282"/>
                <a:gd name="connsiteY4" fmla="*/ 172860 h 17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8282" h="173796">
                  <a:moveTo>
                    <a:pt x="30505" y="176871"/>
                  </a:moveTo>
                  <a:lnTo>
                    <a:pt x="0" y="64571"/>
                  </a:lnTo>
                  <a:lnTo>
                    <a:pt x="245113" y="0"/>
                  </a:lnTo>
                  <a:lnTo>
                    <a:pt x="470825" y="65775"/>
                  </a:lnTo>
                  <a:lnTo>
                    <a:pt x="430151" y="1728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3" name="Forma libre 453">
              <a:extLst>
                <a:ext uri="{FF2B5EF4-FFF2-40B4-BE49-F238E27FC236}">
                  <a16:creationId xmlns:a16="http://schemas.microsoft.com/office/drawing/2014/main" id="{7326EBAE-324C-4D43-8E44-F6D4B9D87C02}"/>
                </a:ext>
              </a:extLst>
            </p:cNvPr>
            <p:cNvSpPr/>
            <p:nvPr/>
          </p:nvSpPr>
          <p:spPr>
            <a:xfrm>
              <a:off x="1539446" y="6891426"/>
              <a:ext cx="80277" cy="80214"/>
            </a:xfrm>
            <a:custGeom>
              <a:avLst/>
              <a:gdLst>
                <a:gd name="connsiteX0" fmla="*/ 91650 w 80277"/>
                <a:gd name="connsiteY0" fmla="*/ 33823 h 80213"/>
                <a:gd name="connsiteX1" fmla="*/ 57666 w 80277"/>
                <a:gd name="connsiteY1" fmla="*/ 33823 h 80213"/>
                <a:gd name="connsiteX2" fmla="*/ 57666 w 80277"/>
                <a:gd name="connsiteY2" fmla="*/ 0 h 80213"/>
                <a:gd name="connsiteX3" fmla="*/ 33984 w 80277"/>
                <a:gd name="connsiteY3" fmla="*/ 0 h 80213"/>
                <a:gd name="connsiteX4" fmla="*/ 33984 w 80277"/>
                <a:gd name="connsiteY4" fmla="*/ 33823 h 80213"/>
                <a:gd name="connsiteX5" fmla="*/ 0 w 80277"/>
                <a:gd name="connsiteY5" fmla="*/ 33823 h 80213"/>
                <a:gd name="connsiteX6" fmla="*/ 0 w 80277"/>
                <a:gd name="connsiteY6" fmla="*/ 57620 h 80213"/>
                <a:gd name="connsiteX7" fmla="*/ 33984 w 80277"/>
                <a:gd name="connsiteY7" fmla="*/ 57620 h 80213"/>
                <a:gd name="connsiteX8" fmla="*/ 33984 w 80277"/>
                <a:gd name="connsiteY8" fmla="*/ 91443 h 80213"/>
                <a:gd name="connsiteX9" fmla="*/ 57666 w 80277"/>
                <a:gd name="connsiteY9" fmla="*/ 91443 h 80213"/>
                <a:gd name="connsiteX10" fmla="*/ 57666 w 80277"/>
                <a:gd name="connsiteY10" fmla="*/ 57620 h 80213"/>
                <a:gd name="connsiteX11" fmla="*/ 91650 w 80277"/>
                <a:gd name="connsiteY11" fmla="*/ 57620 h 8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277" h="80213">
                  <a:moveTo>
                    <a:pt x="91650" y="33823"/>
                  </a:moveTo>
                  <a:lnTo>
                    <a:pt x="57666" y="33823"/>
                  </a:lnTo>
                  <a:lnTo>
                    <a:pt x="57666" y="0"/>
                  </a:lnTo>
                  <a:lnTo>
                    <a:pt x="33984" y="0"/>
                  </a:lnTo>
                  <a:lnTo>
                    <a:pt x="33984" y="33823"/>
                  </a:lnTo>
                  <a:lnTo>
                    <a:pt x="0" y="33823"/>
                  </a:lnTo>
                  <a:lnTo>
                    <a:pt x="0" y="57620"/>
                  </a:lnTo>
                  <a:lnTo>
                    <a:pt x="33984" y="57620"/>
                  </a:lnTo>
                  <a:lnTo>
                    <a:pt x="33984" y="91443"/>
                  </a:lnTo>
                  <a:lnTo>
                    <a:pt x="57666" y="91443"/>
                  </a:lnTo>
                  <a:lnTo>
                    <a:pt x="57666" y="57620"/>
                  </a:lnTo>
                  <a:lnTo>
                    <a:pt x="91650" y="57620"/>
                  </a:lnTo>
                  <a:close/>
                </a:path>
              </a:pathLst>
            </a:custGeom>
            <a:solidFill>
              <a:srgbClr val="FFFFFF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4" name="Forma libre 454">
              <a:extLst>
                <a:ext uri="{FF2B5EF4-FFF2-40B4-BE49-F238E27FC236}">
                  <a16:creationId xmlns:a16="http://schemas.microsoft.com/office/drawing/2014/main" id="{4FED4481-0B58-2141-956D-C5B777B9C79E}"/>
                </a:ext>
              </a:extLst>
            </p:cNvPr>
            <p:cNvSpPr/>
            <p:nvPr/>
          </p:nvSpPr>
          <p:spPr>
            <a:xfrm>
              <a:off x="1635339" y="7341558"/>
              <a:ext cx="147175" cy="614971"/>
            </a:xfrm>
            <a:custGeom>
              <a:avLst/>
              <a:gdLst>
                <a:gd name="connsiteX0" fmla="*/ 101589 w 147174"/>
                <a:gd name="connsiteY0" fmla="*/ 480480 h 614971"/>
                <a:gd name="connsiteX1" fmla="*/ 65999 w 147174"/>
                <a:gd name="connsiteY1" fmla="*/ 476870 h 614971"/>
                <a:gd name="connsiteX2" fmla="*/ 96906 w 147174"/>
                <a:gd name="connsiteY2" fmla="*/ 288234 h 614971"/>
                <a:gd name="connsiteX3" fmla="*/ 120855 w 147174"/>
                <a:gd name="connsiteY3" fmla="*/ 193582 h 614971"/>
                <a:gd name="connsiteX4" fmla="*/ 114299 w 147174"/>
                <a:gd name="connsiteY4" fmla="*/ 90507 h 614971"/>
                <a:gd name="connsiteX5" fmla="*/ 48472 w 147174"/>
                <a:gd name="connsiteY5" fmla="*/ 9091 h 614971"/>
                <a:gd name="connsiteX6" fmla="*/ 33754 w 147174"/>
                <a:gd name="connsiteY6" fmla="*/ 0 h 614971"/>
                <a:gd name="connsiteX7" fmla="*/ 45930 w 147174"/>
                <a:gd name="connsiteY7" fmla="*/ 28610 h 614971"/>
                <a:gd name="connsiteX8" fmla="*/ 80181 w 147174"/>
                <a:gd name="connsiteY8" fmla="*/ 64171 h 614971"/>
                <a:gd name="connsiteX9" fmla="*/ 103328 w 147174"/>
                <a:gd name="connsiteY9" fmla="*/ 190106 h 614971"/>
                <a:gd name="connsiteX10" fmla="*/ 79512 w 147174"/>
                <a:gd name="connsiteY10" fmla="*/ 284090 h 614971"/>
                <a:gd name="connsiteX11" fmla="*/ 48338 w 147174"/>
                <a:gd name="connsiteY11" fmla="*/ 481148 h 614971"/>
                <a:gd name="connsiteX12" fmla="*/ 4587 w 147174"/>
                <a:gd name="connsiteY12" fmla="*/ 522993 h 614971"/>
                <a:gd name="connsiteX13" fmla="*/ 49676 w 147174"/>
                <a:gd name="connsiteY13" fmla="*/ 613902 h 614971"/>
                <a:gd name="connsiteX14" fmla="*/ 146544 w 147174"/>
                <a:gd name="connsiteY14" fmla="*/ 571522 h 614971"/>
                <a:gd name="connsiteX15" fmla="*/ 101589 w 147174"/>
                <a:gd name="connsiteY15" fmla="*/ 480480 h 614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174" h="614971">
                  <a:moveTo>
                    <a:pt x="101589" y="480480"/>
                  </a:moveTo>
                  <a:cubicBezTo>
                    <a:pt x="89815" y="476469"/>
                    <a:pt x="77639" y="475400"/>
                    <a:pt x="65999" y="476870"/>
                  </a:cubicBezTo>
                  <a:cubicBezTo>
                    <a:pt x="58774" y="431282"/>
                    <a:pt x="77372" y="361362"/>
                    <a:pt x="96906" y="288234"/>
                  </a:cubicBezTo>
                  <a:cubicBezTo>
                    <a:pt x="105201" y="257486"/>
                    <a:pt x="113630" y="225668"/>
                    <a:pt x="120855" y="193582"/>
                  </a:cubicBezTo>
                  <a:cubicBezTo>
                    <a:pt x="129017" y="157219"/>
                    <a:pt x="126474" y="122059"/>
                    <a:pt x="114299" y="90507"/>
                  </a:cubicBezTo>
                  <a:cubicBezTo>
                    <a:pt x="101990" y="58556"/>
                    <a:pt x="79646" y="30481"/>
                    <a:pt x="48472" y="9091"/>
                  </a:cubicBezTo>
                  <a:cubicBezTo>
                    <a:pt x="43655" y="5882"/>
                    <a:pt x="38839" y="2807"/>
                    <a:pt x="33754" y="0"/>
                  </a:cubicBezTo>
                  <a:cubicBezTo>
                    <a:pt x="35895" y="9358"/>
                    <a:pt x="39775" y="18984"/>
                    <a:pt x="45930" y="28610"/>
                  </a:cubicBezTo>
                  <a:cubicBezTo>
                    <a:pt x="59443" y="39037"/>
                    <a:pt x="70949" y="51069"/>
                    <a:pt x="80181" y="64171"/>
                  </a:cubicBezTo>
                  <a:cubicBezTo>
                    <a:pt x="105067" y="99732"/>
                    <a:pt x="113764" y="143983"/>
                    <a:pt x="103328" y="190106"/>
                  </a:cubicBezTo>
                  <a:cubicBezTo>
                    <a:pt x="96103" y="221924"/>
                    <a:pt x="87674" y="253475"/>
                    <a:pt x="79512" y="284090"/>
                  </a:cubicBezTo>
                  <a:cubicBezTo>
                    <a:pt x="58507" y="362566"/>
                    <a:pt x="39775" y="432351"/>
                    <a:pt x="48338" y="481148"/>
                  </a:cubicBezTo>
                  <a:cubicBezTo>
                    <a:pt x="28670" y="488233"/>
                    <a:pt x="12347" y="502940"/>
                    <a:pt x="4587" y="522993"/>
                  </a:cubicBezTo>
                  <a:cubicBezTo>
                    <a:pt x="-9729" y="559758"/>
                    <a:pt x="10608" y="600533"/>
                    <a:pt x="49676" y="613902"/>
                  </a:cubicBezTo>
                  <a:cubicBezTo>
                    <a:pt x="88744" y="627271"/>
                    <a:pt x="132228" y="608287"/>
                    <a:pt x="146544" y="571522"/>
                  </a:cubicBezTo>
                  <a:cubicBezTo>
                    <a:pt x="160860" y="534624"/>
                    <a:pt x="140657" y="493849"/>
                    <a:pt x="101589" y="480480"/>
                  </a:cubicBez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55" name="Forma libre 455">
              <a:extLst>
                <a:ext uri="{FF2B5EF4-FFF2-40B4-BE49-F238E27FC236}">
                  <a16:creationId xmlns:a16="http://schemas.microsoft.com/office/drawing/2014/main" id="{92ED2CD0-C9C6-CF4D-9B4C-6892DDCD8589}"/>
                </a:ext>
              </a:extLst>
            </p:cNvPr>
            <p:cNvSpPr/>
            <p:nvPr/>
          </p:nvSpPr>
          <p:spPr>
            <a:xfrm>
              <a:off x="1317097" y="7340890"/>
              <a:ext cx="173934" cy="641709"/>
            </a:xfrm>
            <a:custGeom>
              <a:avLst/>
              <a:gdLst>
                <a:gd name="connsiteX0" fmla="*/ 95645 w 173933"/>
                <a:gd name="connsiteY0" fmla="*/ 372859 h 641709"/>
                <a:gd name="connsiteX1" fmla="*/ 92300 w 173933"/>
                <a:gd name="connsiteY1" fmla="*/ 373127 h 641709"/>
                <a:gd name="connsiteX2" fmla="*/ 79723 w 173933"/>
                <a:gd name="connsiteY2" fmla="*/ 79010 h 641709"/>
                <a:gd name="connsiteX3" fmla="*/ 132706 w 173933"/>
                <a:gd name="connsiteY3" fmla="*/ 25534 h 641709"/>
                <a:gd name="connsiteX4" fmla="*/ 143142 w 173933"/>
                <a:gd name="connsiteY4" fmla="*/ 0 h 641709"/>
                <a:gd name="connsiteX5" fmla="*/ 136452 w 173933"/>
                <a:gd name="connsiteY5" fmla="*/ 3342 h 641709"/>
                <a:gd name="connsiteX6" fmla="*/ 48683 w 173933"/>
                <a:gd name="connsiteY6" fmla="*/ 101604 h 641709"/>
                <a:gd name="connsiteX7" fmla="*/ 35571 w 173933"/>
                <a:gd name="connsiteY7" fmla="*/ 234223 h 641709"/>
                <a:gd name="connsiteX8" fmla="*/ 74639 w 173933"/>
                <a:gd name="connsiteY8" fmla="*/ 377004 h 641709"/>
                <a:gd name="connsiteX9" fmla="*/ 115 w 173933"/>
                <a:gd name="connsiteY9" fmla="*/ 512565 h 641709"/>
                <a:gd name="connsiteX10" fmla="*/ 8009 w 173933"/>
                <a:gd name="connsiteY10" fmla="*/ 524864 h 641709"/>
                <a:gd name="connsiteX11" fmla="*/ 10685 w 173933"/>
                <a:gd name="connsiteY11" fmla="*/ 630345 h 641709"/>
                <a:gd name="connsiteX12" fmla="*/ 17776 w 173933"/>
                <a:gd name="connsiteY12" fmla="*/ 634757 h 641709"/>
                <a:gd name="connsiteX13" fmla="*/ 24867 w 173933"/>
                <a:gd name="connsiteY13" fmla="*/ 635693 h 641709"/>
                <a:gd name="connsiteX14" fmla="*/ 28480 w 173933"/>
                <a:gd name="connsiteY14" fmla="*/ 649864 h 641709"/>
                <a:gd name="connsiteX15" fmla="*/ 33162 w 173933"/>
                <a:gd name="connsiteY15" fmla="*/ 652805 h 641709"/>
                <a:gd name="connsiteX16" fmla="*/ 40387 w 173933"/>
                <a:gd name="connsiteY16" fmla="*/ 649597 h 641709"/>
                <a:gd name="connsiteX17" fmla="*/ 46943 w 173933"/>
                <a:gd name="connsiteY17" fmla="*/ 634623 h 641709"/>
                <a:gd name="connsiteX18" fmla="*/ 38916 w 173933"/>
                <a:gd name="connsiteY18" fmla="*/ 613500 h 641709"/>
                <a:gd name="connsiteX19" fmla="*/ 25804 w 173933"/>
                <a:gd name="connsiteY19" fmla="*/ 627805 h 641709"/>
                <a:gd name="connsiteX20" fmla="*/ 16438 w 173933"/>
                <a:gd name="connsiteY20" fmla="*/ 624998 h 641709"/>
                <a:gd name="connsiteX21" fmla="*/ 16171 w 173933"/>
                <a:gd name="connsiteY21" fmla="*/ 524731 h 641709"/>
                <a:gd name="connsiteX22" fmla="*/ 24332 w 173933"/>
                <a:gd name="connsiteY22" fmla="*/ 515506 h 641709"/>
                <a:gd name="connsiteX23" fmla="*/ 95912 w 173933"/>
                <a:gd name="connsiteY23" fmla="*/ 395854 h 641709"/>
                <a:gd name="connsiteX24" fmla="*/ 162810 w 173933"/>
                <a:gd name="connsiteY24" fmla="*/ 503206 h 641709"/>
                <a:gd name="connsiteX25" fmla="*/ 172978 w 173933"/>
                <a:gd name="connsiteY25" fmla="*/ 513100 h 641709"/>
                <a:gd name="connsiteX26" fmla="*/ 161740 w 173933"/>
                <a:gd name="connsiteY26" fmla="*/ 613902 h 641709"/>
                <a:gd name="connsiteX27" fmla="*/ 152106 w 173933"/>
                <a:gd name="connsiteY27" fmla="*/ 615907 h 641709"/>
                <a:gd name="connsiteX28" fmla="*/ 140734 w 173933"/>
                <a:gd name="connsiteY28" fmla="*/ 600399 h 641709"/>
                <a:gd name="connsiteX29" fmla="*/ 130432 w 173933"/>
                <a:gd name="connsiteY29" fmla="*/ 620586 h 641709"/>
                <a:gd name="connsiteX30" fmla="*/ 142205 w 173933"/>
                <a:gd name="connsiteY30" fmla="*/ 639971 h 641709"/>
                <a:gd name="connsiteX31" fmla="*/ 152374 w 173933"/>
                <a:gd name="connsiteY31" fmla="*/ 623661 h 641709"/>
                <a:gd name="connsiteX32" fmla="*/ 166958 w 173933"/>
                <a:gd name="connsiteY32" fmla="*/ 619650 h 641709"/>
                <a:gd name="connsiteX33" fmla="*/ 180872 w 173933"/>
                <a:gd name="connsiteY33" fmla="*/ 511897 h 641709"/>
                <a:gd name="connsiteX34" fmla="*/ 186893 w 173933"/>
                <a:gd name="connsiteY34" fmla="*/ 500666 h 641709"/>
                <a:gd name="connsiteX35" fmla="*/ 95645 w 173933"/>
                <a:gd name="connsiteY35" fmla="*/ 372859 h 641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933" h="641709">
                  <a:moveTo>
                    <a:pt x="95645" y="372859"/>
                  </a:moveTo>
                  <a:cubicBezTo>
                    <a:pt x="94574" y="372859"/>
                    <a:pt x="93504" y="372993"/>
                    <a:pt x="92300" y="373127"/>
                  </a:cubicBezTo>
                  <a:cubicBezTo>
                    <a:pt x="79456" y="343715"/>
                    <a:pt x="14966" y="184357"/>
                    <a:pt x="79723" y="79010"/>
                  </a:cubicBezTo>
                  <a:cubicBezTo>
                    <a:pt x="92166" y="58689"/>
                    <a:pt x="109426" y="40507"/>
                    <a:pt x="132706" y="25534"/>
                  </a:cubicBezTo>
                  <a:cubicBezTo>
                    <a:pt x="137790" y="16844"/>
                    <a:pt x="141135" y="8289"/>
                    <a:pt x="143142" y="0"/>
                  </a:cubicBezTo>
                  <a:cubicBezTo>
                    <a:pt x="140868" y="1069"/>
                    <a:pt x="138593" y="2139"/>
                    <a:pt x="136452" y="3342"/>
                  </a:cubicBezTo>
                  <a:cubicBezTo>
                    <a:pt x="94574" y="25936"/>
                    <a:pt x="65139" y="59224"/>
                    <a:pt x="48683" y="101604"/>
                  </a:cubicBezTo>
                  <a:cubicBezTo>
                    <a:pt x="34233" y="138903"/>
                    <a:pt x="29550" y="183422"/>
                    <a:pt x="35571" y="234223"/>
                  </a:cubicBezTo>
                  <a:cubicBezTo>
                    <a:pt x="43331" y="299999"/>
                    <a:pt x="65808" y="356683"/>
                    <a:pt x="74639" y="377004"/>
                  </a:cubicBezTo>
                  <a:cubicBezTo>
                    <a:pt x="16572" y="399597"/>
                    <a:pt x="918" y="507485"/>
                    <a:pt x="115" y="512565"/>
                  </a:cubicBezTo>
                  <a:cubicBezTo>
                    <a:pt x="-688" y="517913"/>
                    <a:pt x="2791" y="522993"/>
                    <a:pt x="8009" y="524864"/>
                  </a:cubicBezTo>
                  <a:cubicBezTo>
                    <a:pt x="3995" y="543982"/>
                    <a:pt x="-8715" y="611094"/>
                    <a:pt x="10685" y="630345"/>
                  </a:cubicBezTo>
                  <a:cubicBezTo>
                    <a:pt x="12692" y="632351"/>
                    <a:pt x="15100" y="633821"/>
                    <a:pt x="17776" y="634757"/>
                  </a:cubicBezTo>
                  <a:cubicBezTo>
                    <a:pt x="19917" y="635559"/>
                    <a:pt x="22325" y="635693"/>
                    <a:pt x="24867" y="635693"/>
                  </a:cubicBezTo>
                  <a:cubicBezTo>
                    <a:pt x="24600" y="641709"/>
                    <a:pt x="26071" y="646790"/>
                    <a:pt x="28480" y="649864"/>
                  </a:cubicBezTo>
                  <a:cubicBezTo>
                    <a:pt x="29818" y="651468"/>
                    <a:pt x="31423" y="652671"/>
                    <a:pt x="33162" y="652805"/>
                  </a:cubicBezTo>
                  <a:cubicBezTo>
                    <a:pt x="35705" y="653073"/>
                    <a:pt x="38113" y="651869"/>
                    <a:pt x="40387" y="649597"/>
                  </a:cubicBezTo>
                  <a:cubicBezTo>
                    <a:pt x="43465" y="646388"/>
                    <a:pt x="46007" y="641040"/>
                    <a:pt x="46943" y="634623"/>
                  </a:cubicBezTo>
                  <a:cubicBezTo>
                    <a:pt x="48549" y="623795"/>
                    <a:pt x="44936" y="614302"/>
                    <a:pt x="38916" y="613500"/>
                  </a:cubicBezTo>
                  <a:cubicBezTo>
                    <a:pt x="33564" y="612832"/>
                    <a:pt x="28212" y="618982"/>
                    <a:pt x="25804" y="627805"/>
                  </a:cubicBezTo>
                  <a:cubicBezTo>
                    <a:pt x="21924" y="628207"/>
                    <a:pt x="18980" y="627404"/>
                    <a:pt x="16438" y="624998"/>
                  </a:cubicBezTo>
                  <a:cubicBezTo>
                    <a:pt x="1319" y="610025"/>
                    <a:pt x="10685" y="549998"/>
                    <a:pt x="16171" y="524731"/>
                  </a:cubicBezTo>
                  <a:cubicBezTo>
                    <a:pt x="20318" y="523260"/>
                    <a:pt x="23663" y="519918"/>
                    <a:pt x="24332" y="515506"/>
                  </a:cubicBezTo>
                  <a:cubicBezTo>
                    <a:pt x="28881" y="482485"/>
                    <a:pt x="50690" y="396656"/>
                    <a:pt x="95912" y="395854"/>
                  </a:cubicBezTo>
                  <a:cubicBezTo>
                    <a:pt x="148895" y="394918"/>
                    <a:pt x="162676" y="502137"/>
                    <a:pt x="162810" y="503206"/>
                  </a:cubicBezTo>
                  <a:cubicBezTo>
                    <a:pt x="163479" y="508421"/>
                    <a:pt x="167760" y="512297"/>
                    <a:pt x="172978" y="513100"/>
                  </a:cubicBezTo>
                  <a:cubicBezTo>
                    <a:pt x="175788" y="538100"/>
                    <a:pt x="178732" y="600265"/>
                    <a:pt x="161740" y="613902"/>
                  </a:cubicBezTo>
                  <a:cubicBezTo>
                    <a:pt x="159064" y="616040"/>
                    <a:pt x="155853" y="616576"/>
                    <a:pt x="152106" y="615907"/>
                  </a:cubicBezTo>
                  <a:cubicBezTo>
                    <a:pt x="150768" y="606950"/>
                    <a:pt x="146086" y="600265"/>
                    <a:pt x="140734" y="600399"/>
                  </a:cubicBezTo>
                  <a:cubicBezTo>
                    <a:pt x="134579" y="600667"/>
                    <a:pt x="130030" y="609624"/>
                    <a:pt x="130432" y="620586"/>
                  </a:cubicBezTo>
                  <a:cubicBezTo>
                    <a:pt x="130833" y="631549"/>
                    <a:pt x="136051" y="640238"/>
                    <a:pt x="142205" y="639971"/>
                  </a:cubicBezTo>
                  <a:cubicBezTo>
                    <a:pt x="147557" y="639837"/>
                    <a:pt x="151705" y="632752"/>
                    <a:pt x="152374" y="623661"/>
                  </a:cubicBezTo>
                  <a:cubicBezTo>
                    <a:pt x="157859" y="624329"/>
                    <a:pt x="162810" y="622992"/>
                    <a:pt x="166958" y="619650"/>
                  </a:cubicBezTo>
                  <a:cubicBezTo>
                    <a:pt x="189836" y="601201"/>
                    <a:pt x="182478" y="525266"/>
                    <a:pt x="180872" y="511897"/>
                  </a:cubicBezTo>
                  <a:cubicBezTo>
                    <a:pt x="184886" y="509624"/>
                    <a:pt x="187428" y="505346"/>
                    <a:pt x="186893" y="500666"/>
                  </a:cubicBezTo>
                  <a:cubicBezTo>
                    <a:pt x="186759" y="495453"/>
                    <a:pt x="171640" y="371523"/>
                    <a:pt x="95645" y="372859"/>
                  </a:cubicBez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cxnSp>
        <p:nvCxnSpPr>
          <p:cNvPr id="58" name="Elbow Connector 32">
            <a:extLst>
              <a:ext uri="{FF2B5EF4-FFF2-40B4-BE49-F238E27FC236}">
                <a16:creationId xmlns:a16="http://schemas.microsoft.com/office/drawing/2014/main" id="{34F17BB8-C23D-924D-95C5-6D6EF54239AF}"/>
              </a:ext>
            </a:extLst>
          </p:cNvPr>
          <p:cNvCxnSpPr>
            <a:cxnSpLocks/>
          </p:cNvCxnSpPr>
          <p:nvPr/>
        </p:nvCxnSpPr>
        <p:spPr>
          <a:xfrm flipH="1" flipV="1">
            <a:off x="16350227" y="6490490"/>
            <a:ext cx="1695539" cy="987477"/>
          </a:xfrm>
          <a:prstGeom prst="bentConnector3">
            <a:avLst>
              <a:gd name="adj1" fmla="val 747"/>
            </a:avLst>
          </a:prstGeom>
          <a:ln w="635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395">
            <a:extLst>
              <a:ext uri="{FF2B5EF4-FFF2-40B4-BE49-F238E27FC236}">
                <a16:creationId xmlns:a16="http://schemas.microsoft.com/office/drawing/2014/main" id="{2DED778F-BF5B-294B-86C6-11976D13558B}"/>
              </a:ext>
            </a:extLst>
          </p:cNvPr>
          <p:cNvSpPr txBox="1"/>
          <p:nvPr/>
        </p:nvSpPr>
        <p:spPr>
          <a:xfrm>
            <a:off x="17903670" y="8089570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280F4F-61FD-B04C-9749-678B5AB0F81F}"/>
              </a:ext>
            </a:extLst>
          </p:cNvPr>
          <p:cNvSpPr txBox="1"/>
          <p:nvPr/>
        </p:nvSpPr>
        <p:spPr>
          <a:xfrm>
            <a:off x="17903671" y="8773886"/>
            <a:ext cx="51287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3" name="CuadroTexto 395">
            <a:extLst>
              <a:ext uri="{FF2B5EF4-FFF2-40B4-BE49-F238E27FC236}">
                <a16:creationId xmlns:a16="http://schemas.microsoft.com/office/drawing/2014/main" id="{C327E482-F136-B145-8CA0-251A2E11BD7B}"/>
              </a:ext>
            </a:extLst>
          </p:cNvPr>
          <p:cNvSpPr txBox="1"/>
          <p:nvPr/>
        </p:nvSpPr>
        <p:spPr>
          <a:xfrm flipH="1">
            <a:off x="2771989" y="8089570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2E036F-7BAE-C04B-94D0-B5E1E1FC56CC}"/>
              </a:ext>
            </a:extLst>
          </p:cNvPr>
          <p:cNvSpPr txBox="1"/>
          <p:nvPr/>
        </p:nvSpPr>
        <p:spPr>
          <a:xfrm flipH="1">
            <a:off x="1350843" y="8773886"/>
            <a:ext cx="51287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A8713E-8E13-7543-844B-597DC99A421C}"/>
              </a:ext>
            </a:extLst>
          </p:cNvPr>
          <p:cNvSpPr txBox="1"/>
          <p:nvPr/>
        </p:nvSpPr>
        <p:spPr>
          <a:xfrm>
            <a:off x="6351814" y="10634294"/>
            <a:ext cx="116740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Analysis of different brands and products and very often.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1B8DDF6-CCA1-DA40-AC7F-54BA21DF878E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57" name="CuadroTexto 350">
              <a:extLst>
                <a:ext uri="{FF2B5EF4-FFF2-40B4-BE49-F238E27FC236}">
                  <a16:creationId xmlns:a16="http://schemas.microsoft.com/office/drawing/2014/main" id="{965EDE44-78F4-B842-81D0-067828A31416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65" name="CuadroTexto 351">
              <a:extLst>
                <a:ext uri="{FF2B5EF4-FFF2-40B4-BE49-F238E27FC236}">
                  <a16:creationId xmlns:a16="http://schemas.microsoft.com/office/drawing/2014/main" id="{03E520EE-E413-C94E-B735-0CAAC88E7CF2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5D6CD86-52CB-9745-956E-E6F375424D1B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465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13">
            <a:extLst>
              <a:ext uri="{FF2B5EF4-FFF2-40B4-BE49-F238E27FC236}">
                <a16:creationId xmlns:a16="http://schemas.microsoft.com/office/drawing/2014/main" id="{D4E30578-105D-0444-805B-5435F50E2880}"/>
              </a:ext>
            </a:extLst>
          </p:cNvPr>
          <p:cNvSpPr/>
          <p:nvPr/>
        </p:nvSpPr>
        <p:spPr>
          <a:xfrm>
            <a:off x="2598339" y="4876800"/>
            <a:ext cx="13509353" cy="761254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6DDD694-4B16-5F44-BBEC-34D625BE8F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5030144"/>
              </p:ext>
            </p:extLst>
          </p:nvPr>
        </p:nvGraphicFramePr>
        <p:xfrm>
          <a:off x="9738587" y="7110617"/>
          <a:ext cx="12040724" cy="4687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5AEF7C50-DC11-FE44-8DFA-F39CA858CB7B}"/>
              </a:ext>
            </a:extLst>
          </p:cNvPr>
          <p:cNvSpPr/>
          <p:nvPr/>
        </p:nvSpPr>
        <p:spPr>
          <a:xfrm rot="10800000">
            <a:off x="14109362" y="5468468"/>
            <a:ext cx="2765474" cy="16713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774EFCB2-91D2-0C4F-A1FD-7C16E3D39708}"/>
              </a:ext>
            </a:extLst>
          </p:cNvPr>
          <p:cNvSpPr/>
          <p:nvPr/>
        </p:nvSpPr>
        <p:spPr>
          <a:xfrm rot="10800000">
            <a:off x="15267531" y="6984774"/>
            <a:ext cx="448987" cy="387058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3DA103-A988-DB48-903C-E4532087B4A0}"/>
              </a:ext>
            </a:extLst>
          </p:cNvPr>
          <p:cNvSpPr txBox="1"/>
          <p:nvPr/>
        </p:nvSpPr>
        <p:spPr>
          <a:xfrm>
            <a:off x="14659458" y="5747605"/>
            <a:ext cx="1665135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Careers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B14BCE-4AB4-4E43-A552-F58F1C1A1F4F}"/>
              </a:ext>
            </a:extLst>
          </p:cNvPr>
          <p:cNvSpPr/>
          <p:nvPr/>
        </p:nvSpPr>
        <p:spPr>
          <a:xfrm>
            <a:off x="14334720" y="6251472"/>
            <a:ext cx="2314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45.76%</a:t>
            </a:r>
            <a:endParaRPr lang="en-US" sz="5400" b="1" dirty="0">
              <a:solidFill>
                <a:schemeClr val="bg1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2EA78A-90C2-C940-AE9A-FF733F4416D2}"/>
              </a:ext>
            </a:extLst>
          </p:cNvPr>
          <p:cNvSpPr txBox="1"/>
          <p:nvPr/>
        </p:nvSpPr>
        <p:spPr>
          <a:xfrm>
            <a:off x="3121801" y="10413163"/>
            <a:ext cx="56689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E83AD0-E64A-D74C-86F1-E1E482904593}"/>
              </a:ext>
            </a:extLst>
          </p:cNvPr>
          <p:cNvSpPr/>
          <p:nvPr/>
        </p:nvSpPr>
        <p:spPr>
          <a:xfrm>
            <a:off x="2633378" y="9540109"/>
            <a:ext cx="66458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Century Gothic" panose="020B0502020202020204" pitchFamily="34" charset="0"/>
                <a:ea typeface="Roboto Medium" panose="02000000000000000000" pitchFamily="2" charset="0"/>
                <a:cs typeface="Poppins Medium" pitchFamily="2" charset="77"/>
              </a:rPr>
              <a:t>Hospital Careers</a:t>
            </a:r>
            <a:endParaRPr lang="en-US" sz="6000" b="1" dirty="0">
              <a:solidFill>
                <a:schemeClr val="tx2"/>
              </a:solidFill>
              <a:latin typeface="Century Gothic" panose="020B0502020202020204" pitchFamily="34" charset="0"/>
              <a:ea typeface="Roboto Medium" panose="02000000000000000000" pitchFamily="2" charset="0"/>
              <a:cs typeface="Poppins Medium" pitchFamily="2" charset="77"/>
            </a:endParaRPr>
          </a:p>
        </p:txBody>
      </p:sp>
      <p:sp>
        <p:nvSpPr>
          <p:cNvPr id="94" name="Forma libre 328">
            <a:extLst>
              <a:ext uri="{FF2B5EF4-FFF2-40B4-BE49-F238E27FC236}">
                <a16:creationId xmlns:a16="http://schemas.microsoft.com/office/drawing/2014/main" id="{045D2559-BA9F-8A46-B681-9215C1EA1B67}"/>
              </a:ext>
            </a:extLst>
          </p:cNvPr>
          <p:cNvSpPr/>
          <p:nvPr/>
        </p:nvSpPr>
        <p:spPr>
          <a:xfrm>
            <a:off x="3595832" y="5939532"/>
            <a:ext cx="4720905" cy="3195506"/>
          </a:xfrm>
          <a:custGeom>
            <a:avLst/>
            <a:gdLst>
              <a:gd name="connsiteX0" fmla="*/ 1250984 w 1244294"/>
              <a:gd name="connsiteY0" fmla="*/ 168047 h 842243"/>
              <a:gd name="connsiteX1" fmla="*/ 813207 w 1244294"/>
              <a:gd name="connsiteY1" fmla="*/ 168047 h 842243"/>
              <a:gd name="connsiteX2" fmla="*/ 813207 w 1244294"/>
              <a:gd name="connsiteY2" fmla="*/ 0 h 842243"/>
              <a:gd name="connsiteX3" fmla="*/ 437777 w 1244294"/>
              <a:gd name="connsiteY3" fmla="*/ 0 h 842243"/>
              <a:gd name="connsiteX4" fmla="*/ 437777 w 1244294"/>
              <a:gd name="connsiteY4" fmla="*/ 168047 h 842243"/>
              <a:gd name="connsiteX5" fmla="*/ 0 w 1244294"/>
              <a:gd name="connsiteY5" fmla="*/ 168047 h 842243"/>
              <a:gd name="connsiteX6" fmla="*/ 0 w 1244294"/>
              <a:gd name="connsiteY6" fmla="*/ 849462 h 842243"/>
              <a:gd name="connsiteX7" fmla="*/ 566355 w 1244294"/>
              <a:gd name="connsiteY7" fmla="*/ 849462 h 842243"/>
              <a:gd name="connsiteX8" fmla="*/ 566355 w 1244294"/>
              <a:gd name="connsiteY8" fmla="*/ 612698 h 842243"/>
              <a:gd name="connsiteX9" fmla="*/ 682489 w 1244294"/>
              <a:gd name="connsiteY9" fmla="*/ 612698 h 842243"/>
              <a:gd name="connsiteX10" fmla="*/ 682489 w 1244294"/>
              <a:gd name="connsiteY10" fmla="*/ 849462 h 842243"/>
              <a:gd name="connsiteX11" fmla="*/ 1250984 w 1244294"/>
              <a:gd name="connsiteY11" fmla="*/ 849462 h 84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44294" h="842243">
                <a:moveTo>
                  <a:pt x="1250984" y="168047"/>
                </a:moveTo>
                <a:lnTo>
                  <a:pt x="813207" y="168047"/>
                </a:lnTo>
                <a:lnTo>
                  <a:pt x="813207" y="0"/>
                </a:lnTo>
                <a:lnTo>
                  <a:pt x="437777" y="0"/>
                </a:lnTo>
                <a:lnTo>
                  <a:pt x="437777" y="168047"/>
                </a:lnTo>
                <a:lnTo>
                  <a:pt x="0" y="168047"/>
                </a:lnTo>
                <a:lnTo>
                  <a:pt x="0" y="849462"/>
                </a:lnTo>
                <a:lnTo>
                  <a:pt x="566355" y="849462"/>
                </a:lnTo>
                <a:lnTo>
                  <a:pt x="566355" y="612698"/>
                </a:lnTo>
                <a:lnTo>
                  <a:pt x="682489" y="612698"/>
                </a:lnTo>
                <a:lnTo>
                  <a:pt x="682489" y="849462"/>
                </a:lnTo>
                <a:lnTo>
                  <a:pt x="1250984" y="84946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5" name="Forma libre 329">
            <a:extLst>
              <a:ext uri="{FF2B5EF4-FFF2-40B4-BE49-F238E27FC236}">
                <a16:creationId xmlns:a16="http://schemas.microsoft.com/office/drawing/2014/main" id="{564A75B8-1613-1E4A-A855-4C3B53744A3C}"/>
              </a:ext>
            </a:extLst>
          </p:cNvPr>
          <p:cNvSpPr/>
          <p:nvPr/>
        </p:nvSpPr>
        <p:spPr>
          <a:xfrm>
            <a:off x="5744607" y="8264134"/>
            <a:ext cx="406099" cy="862280"/>
          </a:xfrm>
          <a:custGeom>
            <a:avLst/>
            <a:gdLst>
              <a:gd name="connsiteX0" fmla="*/ 0 w 107036"/>
              <a:gd name="connsiteY0" fmla="*/ 0 h 227272"/>
              <a:gd name="connsiteX1" fmla="*/ 116134 w 107036"/>
              <a:gd name="connsiteY1" fmla="*/ 0 h 227272"/>
              <a:gd name="connsiteX2" fmla="*/ 116134 w 107036"/>
              <a:gd name="connsiteY2" fmla="*/ 236630 h 227272"/>
              <a:gd name="connsiteX3" fmla="*/ 0 w 107036"/>
              <a:gd name="connsiteY3" fmla="*/ 236630 h 227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227272">
                <a:moveTo>
                  <a:pt x="0" y="0"/>
                </a:moveTo>
                <a:lnTo>
                  <a:pt x="116134" y="0"/>
                </a:lnTo>
                <a:lnTo>
                  <a:pt x="116134" y="236630"/>
                </a:lnTo>
                <a:lnTo>
                  <a:pt x="0" y="2366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6" name="Forma libre 330">
            <a:extLst>
              <a:ext uri="{FF2B5EF4-FFF2-40B4-BE49-F238E27FC236}">
                <a16:creationId xmlns:a16="http://schemas.microsoft.com/office/drawing/2014/main" id="{3F6B1AD8-7AB1-D84B-9DC0-A97A73DE2C78}"/>
              </a:ext>
            </a:extLst>
          </p:cNvPr>
          <p:cNvSpPr/>
          <p:nvPr/>
        </p:nvSpPr>
        <p:spPr>
          <a:xfrm>
            <a:off x="5874052" y="6118072"/>
            <a:ext cx="152289" cy="557944"/>
          </a:xfrm>
          <a:custGeom>
            <a:avLst/>
            <a:gdLst>
              <a:gd name="connsiteX0" fmla="*/ 0 w 40138"/>
              <a:gd name="connsiteY0" fmla="*/ 0 h 147058"/>
              <a:gd name="connsiteX1" fmla="*/ 47363 w 40138"/>
              <a:gd name="connsiteY1" fmla="*/ 0 h 147058"/>
              <a:gd name="connsiteX2" fmla="*/ 47363 w 40138"/>
              <a:gd name="connsiteY2" fmla="*/ 154411 h 147058"/>
              <a:gd name="connsiteX3" fmla="*/ 0 w 40138"/>
              <a:gd name="connsiteY3" fmla="*/ 154411 h 1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38" h="147058">
                <a:moveTo>
                  <a:pt x="0" y="0"/>
                </a:moveTo>
                <a:lnTo>
                  <a:pt x="47363" y="0"/>
                </a:lnTo>
                <a:lnTo>
                  <a:pt x="47363" y="154411"/>
                </a:lnTo>
                <a:lnTo>
                  <a:pt x="0" y="154411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7" name="Forma libre 331">
            <a:extLst>
              <a:ext uri="{FF2B5EF4-FFF2-40B4-BE49-F238E27FC236}">
                <a16:creationId xmlns:a16="http://schemas.microsoft.com/office/drawing/2014/main" id="{D2B76BB5-98F8-6649-AEF5-9FC521F06F1F}"/>
              </a:ext>
            </a:extLst>
          </p:cNvPr>
          <p:cNvSpPr/>
          <p:nvPr/>
        </p:nvSpPr>
        <p:spPr>
          <a:xfrm>
            <a:off x="5682320" y="6317498"/>
            <a:ext cx="558388" cy="152168"/>
          </a:xfrm>
          <a:custGeom>
            <a:avLst/>
            <a:gdLst>
              <a:gd name="connsiteX0" fmla="*/ 0 w 147174"/>
              <a:gd name="connsiteY0" fmla="*/ 49332 h 40106"/>
              <a:gd name="connsiteX1" fmla="*/ 0 w 147174"/>
              <a:gd name="connsiteY1" fmla="*/ 0 h 40106"/>
              <a:gd name="connsiteX2" fmla="*/ 148379 w 147174"/>
              <a:gd name="connsiteY2" fmla="*/ 0 h 40106"/>
              <a:gd name="connsiteX3" fmla="*/ 148379 w 147174"/>
              <a:gd name="connsiteY3" fmla="*/ 49332 h 4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74" h="40106">
                <a:moveTo>
                  <a:pt x="0" y="49332"/>
                </a:moveTo>
                <a:lnTo>
                  <a:pt x="0" y="0"/>
                </a:lnTo>
                <a:lnTo>
                  <a:pt x="148379" y="0"/>
                </a:lnTo>
                <a:lnTo>
                  <a:pt x="148379" y="49332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8" name="Forma libre 332">
            <a:extLst>
              <a:ext uri="{FF2B5EF4-FFF2-40B4-BE49-F238E27FC236}">
                <a16:creationId xmlns:a16="http://schemas.microsoft.com/office/drawing/2014/main" id="{BE878EB6-F142-8F47-B39C-41A2C03BA8A0}"/>
              </a:ext>
            </a:extLst>
          </p:cNvPr>
          <p:cNvSpPr/>
          <p:nvPr/>
        </p:nvSpPr>
        <p:spPr>
          <a:xfrm>
            <a:off x="4137470" y="7016873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9" name="Forma libre 333">
            <a:extLst>
              <a:ext uri="{FF2B5EF4-FFF2-40B4-BE49-F238E27FC236}">
                <a16:creationId xmlns:a16="http://schemas.microsoft.com/office/drawing/2014/main" id="{3DF4524C-18CE-064B-89BB-EAED3EAEC577}"/>
              </a:ext>
            </a:extLst>
          </p:cNvPr>
          <p:cNvSpPr/>
          <p:nvPr/>
        </p:nvSpPr>
        <p:spPr>
          <a:xfrm>
            <a:off x="5142565" y="7016873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0" name="Forma libre 334">
            <a:extLst>
              <a:ext uri="{FF2B5EF4-FFF2-40B4-BE49-F238E27FC236}">
                <a16:creationId xmlns:a16="http://schemas.microsoft.com/office/drawing/2014/main" id="{909980EF-D0F3-EF45-B135-2DC963138E7C}"/>
              </a:ext>
            </a:extLst>
          </p:cNvPr>
          <p:cNvSpPr/>
          <p:nvPr/>
        </p:nvSpPr>
        <p:spPr>
          <a:xfrm>
            <a:off x="6190809" y="7016873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1" name="Forma libre 335">
            <a:extLst>
              <a:ext uri="{FF2B5EF4-FFF2-40B4-BE49-F238E27FC236}">
                <a16:creationId xmlns:a16="http://schemas.microsoft.com/office/drawing/2014/main" id="{35AE76DC-42D2-B34B-AC3E-EA1E083C4610}"/>
              </a:ext>
            </a:extLst>
          </p:cNvPr>
          <p:cNvSpPr/>
          <p:nvPr/>
        </p:nvSpPr>
        <p:spPr>
          <a:xfrm>
            <a:off x="7195905" y="7016873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2" name="Forma libre 336">
            <a:extLst>
              <a:ext uri="{FF2B5EF4-FFF2-40B4-BE49-F238E27FC236}">
                <a16:creationId xmlns:a16="http://schemas.microsoft.com/office/drawing/2014/main" id="{FCAB9F7D-F2BD-3546-8622-4C2A3770921A}"/>
              </a:ext>
            </a:extLst>
          </p:cNvPr>
          <p:cNvSpPr/>
          <p:nvPr/>
        </p:nvSpPr>
        <p:spPr>
          <a:xfrm>
            <a:off x="4137470" y="7643801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3" name="Forma libre 337">
            <a:extLst>
              <a:ext uri="{FF2B5EF4-FFF2-40B4-BE49-F238E27FC236}">
                <a16:creationId xmlns:a16="http://schemas.microsoft.com/office/drawing/2014/main" id="{4BB2E6E2-B30B-F54D-A46F-8BE8F8056663}"/>
              </a:ext>
            </a:extLst>
          </p:cNvPr>
          <p:cNvSpPr/>
          <p:nvPr/>
        </p:nvSpPr>
        <p:spPr>
          <a:xfrm>
            <a:off x="5142565" y="7643801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4" name="Forma libre 338">
            <a:extLst>
              <a:ext uri="{FF2B5EF4-FFF2-40B4-BE49-F238E27FC236}">
                <a16:creationId xmlns:a16="http://schemas.microsoft.com/office/drawing/2014/main" id="{22F811BB-B418-3447-B479-BCF8B2F07842}"/>
              </a:ext>
            </a:extLst>
          </p:cNvPr>
          <p:cNvSpPr/>
          <p:nvPr/>
        </p:nvSpPr>
        <p:spPr>
          <a:xfrm>
            <a:off x="6190809" y="7643801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5" name="Forma libre 339">
            <a:extLst>
              <a:ext uri="{FF2B5EF4-FFF2-40B4-BE49-F238E27FC236}">
                <a16:creationId xmlns:a16="http://schemas.microsoft.com/office/drawing/2014/main" id="{6B87ADCA-41ED-754C-8D86-5D9DA0C5F682}"/>
              </a:ext>
            </a:extLst>
          </p:cNvPr>
          <p:cNvSpPr/>
          <p:nvPr/>
        </p:nvSpPr>
        <p:spPr>
          <a:xfrm>
            <a:off x="7195905" y="7643801"/>
            <a:ext cx="609149" cy="253613"/>
          </a:xfrm>
          <a:custGeom>
            <a:avLst/>
            <a:gdLst>
              <a:gd name="connsiteX0" fmla="*/ 0 w 160554"/>
              <a:gd name="connsiteY0" fmla="*/ 0 h 66844"/>
              <a:gd name="connsiteX1" fmla="*/ 162561 w 160554"/>
              <a:gd name="connsiteY1" fmla="*/ 0 h 66844"/>
              <a:gd name="connsiteX2" fmla="*/ 162561 w 160554"/>
              <a:gd name="connsiteY2" fmla="*/ 76604 h 66844"/>
              <a:gd name="connsiteX3" fmla="*/ 0 w 160554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54" h="66844">
                <a:moveTo>
                  <a:pt x="0" y="0"/>
                </a:moveTo>
                <a:lnTo>
                  <a:pt x="162561" y="0"/>
                </a:lnTo>
                <a:lnTo>
                  <a:pt x="162561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6" name="Forma libre 340">
            <a:extLst>
              <a:ext uri="{FF2B5EF4-FFF2-40B4-BE49-F238E27FC236}">
                <a16:creationId xmlns:a16="http://schemas.microsoft.com/office/drawing/2014/main" id="{AD82B31D-6BDE-204A-81D8-EF4F41887031}"/>
              </a:ext>
            </a:extLst>
          </p:cNvPr>
          <p:cNvSpPr/>
          <p:nvPr/>
        </p:nvSpPr>
        <p:spPr>
          <a:xfrm>
            <a:off x="4137470" y="8466012"/>
            <a:ext cx="406099" cy="253613"/>
          </a:xfrm>
          <a:custGeom>
            <a:avLst/>
            <a:gdLst>
              <a:gd name="connsiteX0" fmla="*/ 0 w 107036"/>
              <a:gd name="connsiteY0" fmla="*/ 0 h 66844"/>
              <a:gd name="connsiteX1" fmla="*/ 117338 w 107036"/>
              <a:gd name="connsiteY1" fmla="*/ 0 h 66844"/>
              <a:gd name="connsiteX2" fmla="*/ 117338 w 107036"/>
              <a:gd name="connsiteY2" fmla="*/ 76604 h 66844"/>
              <a:gd name="connsiteX3" fmla="*/ 0 w 107036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66844">
                <a:moveTo>
                  <a:pt x="0" y="0"/>
                </a:moveTo>
                <a:lnTo>
                  <a:pt x="117338" y="0"/>
                </a:lnTo>
                <a:lnTo>
                  <a:pt x="117338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7" name="Forma libre 341">
            <a:extLst>
              <a:ext uri="{FF2B5EF4-FFF2-40B4-BE49-F238E27FC236}">
                <a16:creationId xmlns:a16="http://schemas.microsoft.com/office/drawing/2014/main" id="{3E52C225-7409-AD42-9483-25E3E2BA2B68}"/>
              </a:ext>
            </a:extLst>
          </p:cNvPr>
          <p:cNvSpPr/>
          <p:nvPr/>
        </p:nvSpPr>
        <p:spPr>
          <a:xfrm>
            <a:off x="4889259" y="8466012"/>
            <a:ext cx="406099" cy="253613"/>
          </a:xfrm>
          <a:custGeom>
            <a:avLst/>
            <a:gdLst>
              <a:gd name="connsiteX0" fmla="*/ 0 w 107036"/>
              <a:gd name="connsiteY0" fmla="*/ 0 h 66844"/>
              <a:gd name="connsiteX1" fmla="*/ 117338 w 107036"/>
              <a:gd name="connsiteY1" fmla="*/ 0 h 66844"/>
              <a:gd name="connsiteX2" fmla="*/ 117338 w 107036"/>
              <a:gd name="connsiteY2" fmla="*/ 76604 h 66844"/>
              <a:gd name="connsiteX3" fmla="*/ 0 w 107036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66844">
                <a:moveTo>
                  <a:pt x="0" y="0"/>
                </a:moveTo>
                <a:lnTo>
                  <a:pt x="117338" y="0"/>
                </a:lnTo>
                <a:lnTo>
                  <a:pt x="117338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8" name="Forma libre 342">
            <a:extLst>
              <a:ext uri="{FF2B5EF4-FFF2-40B4-BE49-F238E27FC236}">
                <a16:creationId xmlns:a16="http://schemas.microsoft.com/office/drawing/2014/main" id="{AA66DEA3-3CDC-7C4E-B3C3-7B0C59A54710}"/>
              </a:ext>
            </a:extLst>
          </p:cNvPr>
          <p:cNvSpPr/>
          <p:nvPr/>
        </p:nvSpPr>
        <p:spPr>
          <a:xfrm>
            <a:off x="6610104" y="8466012"/>
            <a:ext cx="406099" cy="253613"/>
          </a:xfrm>
          <a:custGeom>
            <a:avLst/>
            <a:gdLst>
              <a:gd name="connsiteX0" fmla="*/ 0 w 107036"/>
              <a:gd name="connsiteY0" fmla="*/ 0 h 66844"/>
              <a:gd name="connsiteX1" fmla="*/ 117339 w 107036"/>
              <a:gd name="connsiteY1" fmla="*/ 0 h 66844"/>
              <a:gd name="connsiteX2" fmla="*/ 117339 w 107036"/>
              <a:gd name="connsiteY2" fmla="*/ 76604 h 66844"/>
              <a:gd name="connsiteX3" fmla="*/ 0 w 107036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66844">
                <a:moveTo>
                  <a:pt x="0" y="0"/>
                </a:moveTo>
                <a:lnTo>
                  <a:pt x="117339" y="0"/>
                </a:lnTo>
                <a:lnTo>
                  <a:pt x="117339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9" name="Forma libre 343">
            <a:extLst>
              <a:ext uri="{FF2B5EF4-FFF2-40B4-BE49-F238E27FC236}">
                <a16:creationId xmlns:a16="http://schemas.microsoft.com/office/drawing/2014/main" id="{C6441F12-2388-B042-A3C2-976E07FE16E7}"/>
              </a:ext>
            </a:extLst>
          </p:cNvPr>
          <p:cNvSpPr/>
          <p:nvPr/>
        </p:nvSpPr>
        <p:spPr>
          <a:xfrm>
            <a:off x="7361898" y="8466012"/>
            <a:ext cx="406099" cy="253613"/>
          </a:xfrm>
          <a:custGeom>
            <a:avLst/>
            <a:gdLst>
              <a:gd name="connsiteX0" fmla="*/ 0 w 107036"/>
              <a:gd name="connsiteY0" fmla="*/ 0 h 66844"/>
              <a:gd name="connsiteX1" fmla="*/ 117339 w 107036"/>
              <a:gd name="connsiteY1" fmla="*/ 0 h 66844"/>
              <a:gd name="connsiteX2" fmla="*/ 117339 w 107036"/>
              <a:gd name="connsiteY2" fmla="*/ 76604 h 66844"/>
              <a:gd name="connsiteX3" fmla="*/ 0 w 107036"/>
              <a:gd name="connsiteY3" fmla="*/ 76604 h 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66844">
                <a:moveTo>
                  <a:pt x="0" y="0"/>
                </a:moveTo>
                <a:lnTo>
                  <a:pt x="117339" y="0"/>
                </a:lnTo>
                <a:lnTo>
                  <a:pt x="117339" y="76604"/>
                </a:lnTo>
                <a:lnTo>
                  <a:pt x="0" y="7660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10" name="Forma libre 344">
            <a:extLst>
              <a:ext uri="{FF2B5EF4-FFF2-40B4-BE49-F238E27FC236}">
                <a16:creationId xmlns:a16="http://schemas.microsoft.com/office/drawing/2014/main" id="{1742DCB5-C668-6543-867C-346747B642F2}"/>
              </a:ext>
            </a:extLst>
          </p:cNvPr>
          <p:cNvSpPr/>
          <p:nvPr/>
        </p:nvSpPr>
        <p:spPr>
          <a:xfrm>
            <a:off x="5668465" y="8226600"/>
            <a:ext cx="558388" cy="152168"/>
          </a:xfrm>
          <a:custGeom>
            <a:avLst/>
            <a:gdLst>
              <a:gd name="connsiteX0" fmla="*/ 0 w 147174"/>
              <a:gd name="connsiteY0" fmla="*/ 0 h 40106"/>
              <a:gd name="connsiteX1" fmla="*/ 156139 w 147174"/>
              <a:gd name="connsiteY1" fmla="*/ 0 h 40106"/>
              <a:gd name="connsiteX2" fmla="*/ 156139 w 147174"/>
              <a:gd name="connsiteY2" fmla="*/ 50936 h 40106"/>
              <a:gd name="connsiteX3" fmla="*/ 0 w 147174"/>
              <a:gd name="connsiteY3" fmla="*/ 50936 h 4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174" h="40106">
                <a:moveTo>
                  <a:pt x="0" y="0"/>
                </a:moveTo>
                <a:lnTo>
                  <a:pt x="156139" y="0"/>
                </a:lnTo>
                <a:lnTo>
                  <a:pt x="156139" y="50936"/>
                </a:lnTo>
                <a:lnTo>
                  <a:pt x="0" y="50936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9C5D60-7181-2942-9F26-81B0C5E8AB01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0" name="CuadroTexto 350">
              <a:extLst>
                <a:ext uri="{FF2B5EF4-FFF2-40B4-BE49-F238E27FC236}">
                  <a16:creationId xmlns:a16="http://schemas.microsoft.com/office/drawing/2014/main" id="{05B569A4-B2D6-624F-98D7-75986D32916F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1" name="CuadroTexto 351">
              <a:extLst>
                <a:ext uri="{FF2B5EF4-FFF2-40B4-BE49-F238E27FC236}">
                  <a16:creationId xmlns:a16="http://schemas.microsoft.com/office/drawing/2014/main" id="{AE637E13-8D15-8B4E-9323-69F6667F161A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8399481-1799-AC47-BAB1-C78546C9D0CD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3230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nip Same Side Corner Rectangle 45">
            <a:extLst>
              <a:ext uri="{FF2B5EF4-FFF2-40B4-BE49-F238E27FC236}">
                <a16:creationId xmlns:a16="http://schemas.microsoft.com/office/drawing/2014/main" id="{863C8F15-0DAE-3446-B626-221005A793E3}"/>
              </a:ext>
            </a:extLst>
          </p:cNvPr>
          <p:cNvSpPr/>
          <p:nvPr/>
        </p:nvSpPr>
        <p:spPr>
          <a:xfrm rot="5400000">
            <a:off x="6744473" y="5961788"/>
            <a:ext cx="3388729" cy="3961696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47" name="Snip Same Side Corner Rectangle 46">
            <a:extLst>
              <a:ext uri="{FF2B5EF4-FFF2-40B4-BE49-F238E27FC236}">
                <a16:creationId xmlns:a16="http://schemas.microsoft.com/office/drawing/2014/main" id="{3FE37967-CCC6-A046-A8B6-08542E17CED1}"/>
              </a:ext>
            </a:extLst>
          </p:cNvPr>
          <p:cNvSpPr/>
          <p:nvPr/>
        </p:nvSpPr>
        <p:spPr>
          <a:xfrm rot="16200000" flipH="1">
            <a:off x="14244448" y="5961791"/>
            <a:ext cx="3388729" cy="3961696"/>
          </a:xfrm>
          <a:prstGeom prst="snip2SameRect">
            <a:avLst>
              <a:gd name="adj1" fmla="val 50000"/>
              <a:gd name="adj2" fmla="val 0"/>
            </a:avLst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61" name="Forma libre 445">
            <a:extLst>
              <a:ext uri="{FF2B5EF4-FFF2-40B4-BE49-F238E27FC236}">
                <a16:creationId xmlns:a16="http://schemas.microsoft.com/office/drawing/2014/main" id="{FB416908-CEBD-CD43-85AC-15510B3CEC17}"/>
              </a:ext>
            </a:extLst>
          </p:cNvPr>
          <p:cNvSpPr/>
          <p:nvPr/>
        </p:nvSpPr>
        <p:spPr>
          <a:xfrm>
            <a:off x="11277358" y="5376333"/>
            <a:ext cx="1918056" cy="4216387"/>
          </a:xfrm>
          <a:custGeom>
            <a:avLst/>
            <a:gdLst>
              <a:gd name="connsiteX0" fmla="*/ 76531 w 334487"/>
              <a:gd name="connsiteY0" fmla="*/ 434223 h 735291"/>
              <a:gd name="connsiteX1" fmla="*/ 66764 w 334487"/>
              <a:gd name="connsiteY1" fmla="*/ 457886 h 735291"/>
              <a:gd name="connsiteX2" fmla="*/ 48300 w 334487"/>
              <a:gd name="connsiteY2" fmla="*/ 481282 h 735291"/>
              <a:gd name="connsiteX3" fmla="*/ 48166 w 334487"/>
              <a:gd name="connsiteY3" fmla="*/ 481416 h 735291"/>
              <a:gd name="connsiteX4" fmla="*/ 17527 w 334487"/>
              <a:gd name="connsiteY4" fmla="*/ 507618 h 735291"/>
              <a:gd name="connsiteX5" fmla="*/ 0 w 334487"/>
              <a:gd name="connsiteY5" fmla="*/ 547458 h 735291"/>
              <a:gd name="connsiteX6" fmla="*/ 347733 w 334487"/>
              <a:gd name="connsiteY6" fmla="*/ 735560 h 735291"/>
              <a:gd name="connsiteX7" fmla="*/ 314017 w 334487"/>
              <a:gd name="connsiteY7" fmla="*/ 494249 h 735291"/>
              <a:gd name="connsiteX8" fmla="*/ 299032 w 334487"/>
              <a:gd name="connsiteY8" fmla="*/ 481282 h 735291"/>
              <a:gd name="connsiteX9" fmla="*/ 290469 w 334487"/>
              <a:gd name="connsiteY9" fmla="*/ 472458 h 735291"/>
              <a:gd name="connsiteX10" fmla="*/ 282174 w 334487"/>
              <a:gd name="connsiteY10" fmla="*/ 461229 h 735291"/>
              <a:gd name="connsiteX11" fmla="*/ 270935 w 334487"/>
              <a:gd name="connsiteY11" fmla="*/ 434758 h 735291"/>
              <a:gd name="connsiteX12" fmla="*/ 277892 w 334487"/>
              <a:gd name="connsiteY12" fmla="*/ 372860 h 735291"/>
              <a:gd name="connsiteX13" fmla="*/ 335826 w 334487"/>
              <a:gd name="connsiteY13" fmla="*/ 146523 h 735291"/>
              <a:gd name="connsiteX14" fmla="*/ 200425 w 334487"/>
              <a:gd name="connsiteY14" fmla="*/ 0 h 735291"/>
              <a:gd name="connsiteX15" fmla="*/ 401 w 334487"/>
              <a:gd name="connsiteY15" fmla="*/ 130347 h 735291"/>
              <a:gd name="connsiteX16" fmla="*/ 69841 w 334487"/>
              <a:gd name="connsiteY16" fmla="*/ 372726 h 735291"/>
              <a:gd name="connsiteX17" fmla="*/ 76531 w 334487"/>
              <a:gd name="connsiteY17" fmla="*/ 434223 h 73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34487" h="735291">
                <a:moveTo>
                  <a:pt x="76531" y="434223"/>
                </a:moveTo>
                <a:cubicBezTo>
                  <a:pt x="74658" y="441843"/>
                  <a:pt x="71447" y="449864"/>
                  <a:pt x="66764" y="457886"/>
                </a:cubicBezTo>
                <a:cubicBezTo>
                  <a:pt x="62215" y="465774"/>
                  <a:pt x="56328" y="473528"/>
                  <a:pt x="48300" y="481282"/>
                </a:cubicBezTo>
                <a:cubicBezTo>
                  <a:pt x="48300" y="481282"/>
                  <a:pt x="48166" y="481416"/>
                  <a:pt x="48166" y="481416"/>
                </a:cubicBezTo>
                <a:cubicBezTo>
                  <a:pt x="39470" y="489704"/>
                  <a:pt x="28900" y="498661"/>
                  <a:pt x="17527" y="507618"/>
                </a:cubicBezTo>
                <a:cubicBezTo>
                  <a:pt x="9767" y="520185"/>
                  <a:pt x="4014" y="533688"/>
                  <a:pt x="0" y="547458"/>
                </a:cubicBezTo>
                <a:lnTo>
                  <a:pt x="347733" y="735560"/>
                </a:lnTo>
                <a:cubicBezTo>
                  <a:pt x="343987" y="716441"/>
                  <a:pt x="325256" y="510426"/>
                  <a:pt x="314017" y="494249"/>
                </a:cubicBezTo>
                <a:cubicBezTo>
                  <a:pt x="308665" y="489838"/>
                  <a:pt x="303581" y="485426"/>
                  <a:pt x="299032" y="481282"/>
                </a:cubicBezTo>
                <a:cubicBezTo>
                  <a:pt x="295821" y="478340"/>
                  <a:pt x="293011" y="475400"/>
                  <a:pt x="290469" y="472458"/>
                </a:cubicBezTo>
                <a:cubicBezTo>
                  <a:pt x="287258" y="468715"/>
                  <a:pt x="284582" y="464971"/>
                  <a:pt x="282174" y="461229"/>
                </a:cubicBezTo>
                <a:cubicBezTo>
                  <a:pt x="276421" y="452272"/>
                  <a:pt x="272942" y="443314"/>
                  <a:pt x="270935" y="434758"/>
                </a:cubicBezTo>
                <a:cubicBezTo>
                  <a:pt x="263175" y="401469"/>
                  <a:pt x="277759" y="372993"/>
                  <a:pt x="277892" y="372860"/>
                </a:cubicBezTo>
                <a:cubicBezTo>
                  <a:pt x="308665" y="331951"/>
                  <a:pt x="333551" y="206015"/>
                  <a:pt x="335826" y="146523"/>
                </a:cubicBezTo>
                <a:cubicBezTo>
                  <a:pt x="267724" y="122727"/>
                  <a:pt x="219558" y="35160"/>
                  <a:pt x="200425" y="0"/>
                </a:cubicBezTo>
                <a:cubicBezTo>
                  <a:pt x="184370" y="45321"/>
                  <a:pt x="55391" y="104010"/>
                  <a:pt x="401" y="130347"/>
                </a:cubicBezTo>
                <a:cubicBezTo>
                  <a:pt x="8028" y="183021"/>
                  <a:pt x="44019" y="338502"/>
                  <a:pt x="69841" y="372726"/>
                </a:cubicBezTo>
                <a:cubicBezTo>
                  <a:pt x="69707" y="372993"/>
                  <a:pt x="84558" y="400533"/>
                  <a:pt x="76531" y="434223"/>
                </a:cubicBezTo>
                <a:close/>
              </a:path>
            </a:pathLst>
          </a:custGeom>
          <a:solidFill>
            <a:srgbClr val="EAB998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2" name="Forma libre 446">
            <a:extLst>
              <a:ext uri="{FF2B5EF4-FFF2-40B4-BE49-F238E27FC236}">
                <a16:creationId xmlns:a16="http://schemas.microsoft.com/office/drawing/2014/main" id="{BA80D70F-A55D-664C-9A39-6C21C28C33C2}"/>
              </a:ext>
            </a:extLst>
          </p:cNvPr>
          <p:cNvSpPr/>
          <p:nvPr/>
        </p:nvSpPr>
        <p:spPr>
          <a:xfrm>
            <a:off x="9776674" y="8073285"/>
            <a:ext cx="4986940" cy="3373112"/>
          </a:xfrm>
          <a:custGeom>
            <a:avLst/>
            <a:gdLst>
              <a:gd name="connsiteX0" fmla="*/ 302109 w 869667"/>
              <a:gd name="connsiteY0" fmla="*/ 1872 h 588233"/>
              <a:gd name="connsiteX1" fmla="*/ 108106 w 869667"/>
              <a:gd name="connsiteY1" fmla="*/ 120053 h 588233"/>
              <a:gd name="connsiteX2" fmla="*/ 0 w 869667"/>
              <a:gd name="connsiteY2" fmla="*/ 589303 h 588233"/>
              <a:gd name="connsiteX3" fmla="*/ 137943 w 869667"/>
              <a:gd name="connsiteY3" fmla="*/ 589303 h 588233"/>
              <a:gd name="connsiteX4" fmla="*/ 159618 w 869667"/>
              <a:gd name="connsiteY4" fmla="*/ 487833 h 588233"/>
              <a:gd name="connsiteX5" fmla="*/ 159618 w 869667"/>
              <a:gd name="connsiteY5" fmla="*/ 592110 h 588233"/>
              <a:gd name="connsiteX6" fmla="*/ 713930 w 869667"/>
              <a:gd name="connsiteY6" fmla="*/ 592110 h 588233"/>
              <a:gd name="connsiteX7" fmla="*/ 715803 w 869667"/>
              <a:gd name="connsiteY7" fmla="*/ 495319 h 588233"/>
              <a:gd name="connsiteX8" fmla="*/ 744703 w 869667"/>
              <a:gd name="connsiteY8" fmla="*/ 591174 h 588233"/>
              <a:gd name="connsiteX9" fmla="*/ 877696 w 869667"/>
              <a:gd name="connsiteY9" fmla="*/ 591174 h 588233"/>
              <a:gd name="connsiteX10" fmla="*/ 741626 w 869667"/>
              <a:gd name="connsiteY10" fmla="*/ 105080 h 588233"/>
              <a:gd name="connsiteX11" fmla="*/ 555517 w 869667"/>
              <a:gd name="connsiteY11" fmla="*/ 0 h 588233"/>
              <a:gd name="connsiteX12" fmla="*/ 439115 w 869667"/>
              <a:gd name="connsiteY12" fmla="*/ 134090 h 588233"/>
              <a:gd name="connsiteX13" fmla="*/ 306792 w 869667"/>
              <a:gd name="connsiteY13" fmla="*/ 0 h 588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69667" h="588233">
                <a:moveTo>
                  <a:pt x="302109" y="1872"/>
                </a:moveTo>
                <a:cubicBezTo>
                  <a:pt x="302109" y="1872"/>
                  <a:pt x="129514" y="93983"/>
                  <a:pt x="108106" y="120053"/>
                </a:cubicBezTo>
                <a:cubicBezTo>
                  <a:pt x="86699" y="146122"/>
                  <a:pt x="25689" y="210293"/>
                  <a:pt x="0" y="589303"/>
                </a:cubicBezTo>
                <a:cubicBezTo>
                  <a:pt x="82418" y="589303"/>
                  <a:pt x="137943" y="589303"/>
                  <a:pt x="137943" y="589303"/>
                </a:cubicBezTo>
                <a:lnTo>
                  <a:pt x="159618" y="487833"/>
                </a:lnTo>
                <a:lnTo>
                  <a:pt x="159618" y="592110"/>
                </a:lnTo>
                <a:lnTo>
                  <a:pt x="713930" y="592110"/>
                </a:lnTo>
                <a:lnTo>
                  <a:pt x="715803" y="495319"/>
                </a:lnTo>
                <a:lnTo>
                  <a:pt x="744703" y="591174"/>
                </a:lnTo>
                <a:lnTo>
                  <a:pt x="877696" y="591174"/>
                </a:lnTo>
                <a:cubicBezTo>
                  <a:pt x="877696" y="591174"/>
                  <a:pt x="854950" y="162566"/>
                  <a:pt x="741626" y="105080"/>
                </a:cubicBezTo>
                <a:cubicBezTo>
                  <a:pt x="627900" y="47326"/>
                  <a:pt x="555517" y="0"/>
                  <a:pt x="555517" y="0"/>
                </a:cubicBezTo>
                <a:lnTo>
                  <a:pt x="439115" y="134090"/>
                </a:lnTo>
                <a:lnTo>
                  <a:pt x="306792" y="0"/>
                </a:lnTo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3" name="Forma libre 447">
            <a:extLst>
              <a:ext uri="{FF2B5EF4-FFF2-40B4-BE49-F238E27FC236}">
                <a16:creationId xmlns:a16="http://schemas.microsoft.com/office/drawing/2014/main" id="{03F4B213-6951-F54B-9862-253DB20CB49D}"/>
              </a:ext>
            </a:extLst>
          </p:cNvPr>
          <p:cNvSpPr/>
          <p:nvPr/>
        </p:nvSpPr>
        <p:spPr>
          <a:xfrm>
            <a:off x="11377863" y="8001990"/>
            <a:ext cx="230169" cy="229986"/>
          </a:xfrm>
          <a:custGeom>
            <a:avLst/>
            <a:gdLst>
              <a:gd name="connsiteX0" fmla="*/ 0 w 40138"/>
              <a:gd name="connsiteY0" fmla="*/ 49732 h 40106"/>
              <a:gd name="connsiteX1" fmla="*/ 30639 w 40138"/>
              <a:gd name="connsiteY1" fmla="*/ 23529 h 40106"/>
              <a:gd name="connsiteX2" fmla="*/ 30773 w 40138"/>
              <a:gd name="connsiteY2" fmla="*/ 23396 h 40106"/>
              <a:gd name="connsiteX3" fmla="*/ 49237 w 40138"/>
              <a:gd name="connsiteY3" fmla="*/ 0 h 40106"/>
              <a:gd name="connsiteX4" fmla="*/ 0 w 40138"/>
              <a:gd name="connsiteY4" fmla="*/ 49732 h 4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38" h="40106">
                <a:moveTo>
                  <a:pt x="0" y="49732"/>
                </a:moveTo>
                <a:cubicBezTo>
                  <a:pt x="11506" y="40775"/>
                  <a:pt x="22076" y="31818"/>
                  <a:pt x="30639" y="23529"/>
                </a:cubicBezTo>
                <a:cubicBezTo>
                  <a:pt x="30639" y="23529"/>
                  <a:pt x="30773" y="23396"/>
                  <a:pt x="30773" y="23396"/>
                </a:cubicBezTo>
                <a:cubicBezTo>
                  <a:pt x="38801" y="15641"/>
                  <a:pt x="44688" y="7754"/>
                  <a:pt x="49237" y="0"/>
                </a:cubicBezTo>
                <a:cubicBezTo>
                  <a:pt x="27562" y="13903"/>
                  <a:pt x="11640" y="30882"/>
                  <a:pt x="0" y="49732"/>
                </a:cubicBezTo>
                <a:close/>
              </a:path>
            </a:pathLst>
          </a:custGeom>
          <a:noFill/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4" name="Forma libre 448">
            <a:extLst>
              <a:ext uri="{FF2B5EF4-FFF2-40B4-BE49-F238E27FC236}">
                <a16:creationId xmlns:a16="http://schemas.microsoft.com/office/drawing/2014/main" id="{945E38E8-1856-764C-8C97-DDB698894B5F}"/>
              </a:ext>
            </a:extLst>
          </p:cNvPr>
          <p:cNvSpPr/>
          <p:nvPr/>
        </p:nvSpPr>
        <p:spPr>
          <a:xfrm>
            <a:off x="12894661" y="8021154"/>
            <a:ext cx="153444" cy="153324"/>
          </a:xfrm>
          <a:custGeom>
            <a:avLst/>
            <a:gdLst>
              <a:gd name="connsiteX0" fmla="*/ 0 w 26759"/>
              <a:gd name="connsiteY0" fmla="*/ 0 h 26737"/>
              <a:gd name="connsiteX1" fmla="*/ 8295 w 26759"/>
              <a:gd name="connsiteY1" fmla="*/ 11229 h 26737"/>
              <a:gd name="connsiteX2" fmla="*/ 16858 w 26759"/>
              <a:gd name="connsiteY2" fmla="*/ 20053 h 26737"/>
              <a:gd name="connsiteX3" fmla="*/ 31843 w 26759"/>
              <a:gd name="connsiteY3" fmla="*/ 33021 h 26737"/>
              <a:gd name="connsiteX4" fmla="*/ 0 w 26759"/>
              <a:gd name="connsiteY4" fmla="*/ 0 h 26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59" h="26737">
                <a:moveTo>
                  <a:pt x="0" y="0"/>
                </a:moveTo>
                <a:cubicBezTo>
                  <a:pt x="2408" y="3743"/>
                  <a:pt x="5084" y="7487"/>
                  <a:pt x="8295" y="11229"/>
                </a:cubicBezTo>
                <a:cubicBezTo>
                  <a:pt x="10837" y="14171"/>
                  <a:pt x="13781" y="17112"/>
                  <a:pt x="16858" y="20053"/>
                </a:cubicBezTo>
                <a:cubicBezTo>
                  <a:pt x="21407" y="24198"/>
                  <a:pt x="26491" y="28610"/>
                  <a:pt x="31843" y="33021"/>
                </a:cubicBezTo>
                <a:cubicBezTo>
                  <a:pt x="23280" y="20856"/>
                  <a:pt x="12577" y="9759"/>
                  <a:pt x="0" y="0"/>
                </a:cubicBezTo>
                <a:close/>
              </a:path>
            </a:pathLst>
          </a:custGeom>
          <a:noFill/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5" name="Forma libre 449">
            <a:extLst>
              <a:ext uri="{FF2B5EF4-FFF2-40B4-BE49-F238E27FC236}">
                <a16:creationId xmlns:a16="http://schemas.microsoft.com/office/drawing/2014/main" id="{21D073C7-6B6F-2D47-9968-99E4B73F4522}"/>
              </a:ext>
            </a:extLst>
          </p:cNvPr>
          <p:cNvSpPr/>
          <p:nvPr/>
        </p:nvSpPr>
        <p:spPr>
          <a:xfrm>
            <a:off x="11570439" y="8105483"/>
            <a:ext cx="690502" cy="1149923"/>
          </a:xfrm>
          <a:custGeom>
            <a:avLst/>
            <a:gdLst>
              <a:gd name="connsiteX0" fmla="*/ 0 w 120415"/>
              <a:gd name="connsiteY0" fmla="*/ 0 h 200534"/>
              <a:gd name="connsiteX1" fmla="*/ 46828 w 120415"/>
              <a:gd name="connsiteY1" fmla="*/ 211631 h 200534"/>
              <a:gd name="connsiteX2" fmla="*/ 126303 w 120415"/>
              <a:gd name="connsiteY2" fmla="*/ 128475 h 200534"/>
              <a:gd name="connsiteX3" fmla="*/ 0 w 120415"/>
              <a:gd name="connsiteY3" fmla="*/ 0 h 20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15" h="200534">
                <a:moveTo>
                  <a:pt x="0" y="0"/>
                </a:moveTo>
                <a:cubicBezTo>
                  <a:pt x="0" y="0"/>
                  <a:pt x="43082" y="212834"/>
                  <a:pt x="46828" y="211631"/>
                </a:cubicBezTo>
                <a:cubicBezTo>
                  <a:pt x="50575" y="210427"/>
                  <a:pt x="126303" y="128475"/>
                  <a:pt x="126303" y="1284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6" name="Forma libre 450">
            <a:extLst>
              <a:ext uri="{FF2B5EF4-FFF2-40B4-BE49-F238E27FC236}">
                <a16:creationId xmlns:a16="http://schemas.microsoft.com/office/drawing/2014/main" id="{5EEE08EA-D03D-344C-A4DE-F353CE839E3C}"/>
              </a:ext>
            </a:extLst>
          </p:cNvPr>
          <p:cNvSpPr/>
          <p:nvPr/>
        </p:nvSpPr>
        <p:spPr>
          <a:xfrm>
            <a:off x="12293161" y="8087850"/>
            <a:ext cx="613777" cy="1226585"/>
          </a:xfrm>
          <a:custGeom>
            <a:avLst/>
            <a:gdLst>
              <a:gd name="connsiteX0" fmla="*/ 114796 w 107036"/>
              <a:gd name="connsiteY0" fmla="*/ 0 h 213903"/>
              <a:gd name="connsiteX1" fmla="*/ 79474 w 107036"/>
              <a:gd name="connsiteY1" fmla="*/ 214705 h 213903"/>
              <a:gd name="connsiteX2" fmla="*/ 0 w 107036"/>
              <a:gd name="connsiteY2" fmla="*/ 131550 h 213903"/>
              <a:gd name="connsiteX3" fmla="*/ 114796 w 107036"/>
              <a:gd name="connsiteY3" fmla="*/ 0 h 213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6" h="213903">
                <a:moveTo>
                  <a:pt x="114796" y="0"/>
                </a:moveTo>
                <a:cubicBezTo>
                  <a:pt x="114796" y="0"/>
                  <a:pt x="83087" y="215909"/>
                  <a:pt x="79474" y="214705"/>
                </a:cubicBezTo>
                <a:cubicBezTo>
                  <a:pt x="75728" y="213502"/>
                  <a:pt x="0" y="131550"/>
                  <a:pt x="0" y="131550"/>
                </a:cubicBezTo>
                <a:lnTo>
                  <a:pt x="114796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8" name="Forma libre 451">
            <a:extLst>
              <a:ext uri="{FF2B5EF4-FFF2-40B4-BE49-F238E27FC236}">
                <a16:creationId xmlns:a16="http://schemas.microsoft.com/office/drawing/2014/main" id="{F6432F34-3843-534D-B587-769CE2088AA1}"/>
              </a:ext>
            </a:extLst>
          </p:cNvPr>
          <p:cNvSpPr/>
          <p:nvPr/>
        </p:nvSpPr>
        <p:spPr>
          <a:xfrm>
            <a:off x="11136191" y="5226851"/>
            <a:ext cx="2301663" cy="2836479"/>
          </a:xfrm>
          <a:custGeom>
            <a:avLst/>
            <a:gdLst>
              <a:gd name="connsiteX0" fmla="*/ 208185 w 401385"/>
              <a:gd name="connsiteY0" fmla="*/ 7618 h 494650"/>
              <a:gd name="connsiteX1" fmla="*/ 78671 w 401385"/>
              <a:gd name="connsiteY1" fmla="*/ 26201 h 494650"/>
              <a:gd name="connsiteX2" fmla="*/ 16189 w 401385"/>
              <a:gd name="connsiteY2" fmla="*/ 316708 h 494650"/>
              <a:gd name="connsiteX3" fmla="*/ 0 w 401385"/>
              <a:gd name="connsiteY3" fmla="*/ 474328 h 494650"/>
              <a:gd name="connsiteX4" fmla="*/ 91382 w 401385"/>
              <a:gd name="connsiteY4" fmla="*/ 499195 h 494650"/>
              <a:gd name="connsiteX5" fmla="*/ 116803 w 401385"/>
              <a:gd name="connsiteY5" fmla="*/ 408553 h 494650"/>
              <a:gd name="connsiteX6" fmla="*/ 70510 w 401385"/>
              <a:gd name="connsiteY6" fmla="*/ 203072 h 494650"/>
              <a:gd name="connsiteX7" fmla="*/ 216213 w 401385"/>
              <a:gd name="connsiteY7" fmla="*/ 11228 h 494650"/>
              <a:gd name="connsiteX8" fmla="*/ 337030 w 401385"/>
              <a:gd name="connsiteY8" fmla="*/ 197458 h 494650"/>
              <a:gd name="connsiteX9" fmla="*/ 290469 w 401385"/>
              <a:gd name="connsiteY9" fmla="*/ 401066 h 494650"/>
              <a:gd name="connsiteX10" fmla="*/ 308799 w 401385"/>
              <a:gd name="connsiteY10" fmla="*/ 498927 h 494650"/>
              <a:gd name="connsiteX11" fmla="*/ 393358 w 401385"/>
              <a:gd name="connsiteY11" fmla="*/ 474328 h 494650"/>
              <a:gd name="connsiteX12" fmla="*/ 382922 w 401385"/>
              <a:gd name="connsiteY12" fmla="*/ 346521 h 494650"/>
              <a:gd name="connsiteX13" fmla="*/ 337833 w 401385"/>
              <a:gd name="connsiteY13" fmla="*/ 26201 h 494650"/>
              <a:gd name="connsiteX14" fmla="*/ 208185 w 401385"/>
              <a:gd name="connsiteY14" fmla="*/ 7618 h 494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1385" h="494650">
                <a:moveTo>
                  <a:pt x="208185" y="7618"/>
                </a:moveTo>
                <a:cubicBezTo>
                  <a:pt x="208185" y="7618"/>
                  <a:pt x="150386" y="-15911"/>
                  <a:pt x="78671" y="26201"/>
                </a:cubicBezTo>
                <a:cubicBezTo>
                  <a:pt x="6957" y="68447"/>
                  <a:pt x="4683" y="247190"/>
                  <a:pt x="16189" y="316708"/>
                </a:cubicBezTo>
                <a:cubicBezTo>
                  <a:pt x="27696" y="386227"/>
                  <a:pt x="26625" y="449462"/>
                  <a:pt x="0" y="474328"/>
                </a:cubicBezTo>
                <a:cubicBezTo>
                  <a:pt x="17393" y="502938"/>
                  <a:pt x="72918" y="518980"/>
                  <a:pt x="91382" y="499195"/>
                </a:cubicBezTo>
                <a:cubicBezTo>
                  <a:pt x="109846" y="479274"/>
                  <a:pt x="126035" y="430879"/>
                  <a:pt x="116803" y="408553"/>
                </a:cubicBezTo>
                <a:cubicBezTo>
                  <a:pt x="107571" y="386227"/>
                  <a:pt x="41476" y="273927"/>
                  <a:pt x="70510" y="203072"/>
                </a:cubicBezTo>
                <a:cubicBezTo>
                  <a:pt x="99410" y="132351"/>
                  <a:pt x="208051" y="32351"/>
                  <a:pt x="216213" y="11228"/>
                </a:cubicBezTo>
                <a:cubicBezTo>
                  <a:pt x="235881" y="49731"/>
                  <a:pt x="327664" y="151468"/>
                  <a:pt x="337030" y="197458"/>
                </a:cubicBezTo>
                <a:cubicBezTo>
                  <a:pt x="359373" y="307350"/>
                  <a:pt x="326326" y="341440"/>
                  <a:pt x="290469" y="401066"/>
                </a:cubicBezTo>
                <a:cubicBezTo>
                  <a:pt x="254612" y="460692"/>
                  <a:pt x="308799" y="498927"/>
                  <a:pt x="308799" y="498927"/>
                </a:cubicBezTo>
                <a:cubicBezTo>
                  <a:pt x="308799" y="498927"/>
                  <a:pt x="356430" y="512697"/>
                  <a:pt x="393358" y="474328"/>
                </a:cubicBezTo>
                <a:cubicBezTo>
                  <a:pt x="369007" y="435825"/>
                  <a:pt x="362585" y="398794"/>
                  <a:pt x="382922" y="346521"/>
                </a:cubicBezTo>
                <a:cubicBezTo>
                  <a:pt x="411821" y="272056"/>
                  <a:pt x="423461" y="70987"/>
                  <a:pt x="337833" y="26201"/>
                </a:cubicBezTo>
                <a:cubicBezTo>
                  <a:pt x="252204" y="-18585"/>
                  <a:pt x="208185" y="7618"/>
                  <a:pt x="208185" y="7618"/>
                </a:cubicBezTo>
                <a:close/>
              </a:path>
            </a:pathLst>
          </a:custGeom>
          <a:solidFill>
            <a:schemeClr val="tx2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1" name="Forma libre 452">
            <a:extLst>
              <a:ext uri="{FF2B5EF4-FFF2-40B4-BE49-F238E27FC236}">
                <a16:creationId xmlns:a16="http://schemas.microsoft.com/office/drawing/2014/main" id="{960C5855-3A1B-7F49-8288-05697FC8E163}"/>
              </a:ext>
            </a:extLst>
          </p:cNvPr>
          <p:cNvSpPr/>
          <p:nvPr/>
        </p:nvSpPr>
        <p:spPr>
          <a:xfrm>
            <a:off x="11014968" y="5056651"/>
            <a:ext cx="2685277" cy="996599"/>
          </a:xfrm>
          <a:custGeom>
            <a:avLst/>
            <a:gdLst>
              <a:gd name="connsiteX0" fmla="*/ 30505 w 468282"/>
              <a:gd name="connsiteY0" fmla="*/ 176871 h 173796"/>
              <a:gd name="connsiteX1" fmla="*/ 0 w 468282"/>
              <a:gd name="connsiteY1" fmla="*/ 64571 h 173796"/>
              <a:gd name="connsiteX2" fmla="*/ 245113 w 468282"/>
              <a:gd name="connsiteY2" fmla="*/ 0 h 173796"/>
              <a:gd name="connsiteX3" fmla="*/ 470825 w 468282"/>
              <a:gd name="connsiteY3" fmla="*/ 65775 h 173796"/>
              <a:gd name="connsiteX4" fmla="*/ 430151 w 468282"/>
              <a:gd name="connsiteY4" fmla="*/ 172860 h 17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8282" h="173796">
                <a:moveTo>
                  <a:pt x="30505" y="176871"/>
                </a:moveTo>
                <a:lnTo>
                  <a:pt x="0" y="64571"/>
                </a:lnTo>
                <a:lnTo>
                  <a:pt x="245113" y="0"/>
                </a:lnTo>
                <a:lnTo>
                  <a:pt x="470825" y="65775"/>
                </a:lnTo>
                <a:lnTo>
                  <a:pt x="430151" y="172860"/>
                </a:lnTo>
                <a:close/>
              </a:path>
            </a:pathLst>
          </a:custGeom>
          <a:solidFill>
            <a:schemeClr val="accent1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3" name="Forma libre 453">
            <a:extLst>
              <a:ext uri="{FF2B5EF4-FFF2-40B4-BE49-F238E27FC236}">
                <a16:creationId xmlns:a16="http://schemas.microsoft.com/office/drawing/2014/main" id="{A1CD2F40-EFB1-CF44-BCB9-A8EB72F08D5D}"/>
              </a:ext>
            </a:extLst>
          </p:cNvPr>
          <p:cNvSpPr/>
          <p:nvPr/>
        </p:nvSpPr>
        <p:spPr>
          <a:xfrm>
            <a:off x="12090614" y="5301202"/>
            <a:ext cx="460333" cy="459971"/>
          </a:xfrm>
          <a:custGeom>
            <a:avLst/>
            <a:gdLst>
              <a:gd name="connsiteX0" fmla="*/ 91650 w 80277"/>
              <a:gd name="connsiteY0" fmla="*/ 33823 h 80213"/>
              <a:gd name="connsiteX1" fmla="*/ 57666 w 80277"/>
              <a:gd name="connsiteY1" fmla="*/ 33823 h 80213"/>
              <a:gd name="connsiteX2" fmla="*/ 57666 w 80277"/>
              <a:gd name="connsiteY2" fmla="*/ 0 h 80213"/>
              <a:gd name="connsiteX3" fmla="*/ 33984 w 80277"/>
              <a:gd name="connsiteY3" fmla="*/ 0 h 80213"/>
              <a:gd name="connsiteX4" fmla="*/ 33984 w 80277"/>
              <a:gd name="connsiteY4" fmla="*/ 33823 h 80213"/>
              <a:gd name="connsiteX5" fmla="*/ 0 w 80277"/>
              <a:gd name="connsiteY5" fmla="*/ 33823 h 80213"/>
              <a:gd name="connsiteX6" fmla="*/ 0 w 80277"/>
              <a:gd name="connsiteY6" fmla="*/ 57620 h 80213"/>
              <a:gd name="connsiteX7" fmla="*/ 33984 w 80277"/>
              <a:gd name="connsiteY7" fmla="*/ 57620 h 80213"/>
              <a:gd name="connsiteX8" fmla="*/ 33984 w 80277"/>
              <a:gd name="connsiteY8" fmla="*/ 91443 h 80213"/>
              <a:gd name="connsiteX9" fmla="*/ 57666 w 80277"/>
              <a:gd name="connsiteY9" fmla="*/ 91443 h 80213"/>
              <a:gd name="connsiteX10" fmla="*/ 57666 w 80277"/>
              <a:gd name="connsiteY10" fmla="*/ 57620 h 80213"/>
              <a:gd name="connsiteX11" fmla="*/ 91650 w 80277"/>
              <a:gd name="connsiteY11" fmla="*/ 57620 h 8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0277" h="80213">
                <a:moveTo>
                  <a:pt x="91650" y="33823"/>
                </a:moveTo>
                <a:lnTo>
                  <a:pt x="57666" y="33823"/>
                </a:lnTo>
                <a:lnTo>
                  <a:pt x="57666" y="0"/>
                </a:lnTo>
                <a:lnTo>
                  <a:pt x="33984" y="0"/>
                </a:lnTo>
                <a:lnTo>
                  <a:pt x="33984" y="33823"/>
                </a:lnTo>
                <a:lnTo>
                  <a:pt x="0" y="33823"/>
                </a:lnTo>
                <a:lnTo>
                  <a:pt x="0" y="57620"/>
                </a:lnTo>
                <a:lnTo>
                  <a:pt x="33984" y="57620"/>
                </a:lnTo>
                <a:lnTo>
                  <a:pt x="33984" y="91443"/>
                </a:lnTo>
                <a:lnTo>
                  <a:pt x="57666" y="91443"/>
                </a:lnTo>
                <a:lnTo>
                  <a:pt x="57666" y="57620"/>
                </a:lnTo>
                <a:lnTo>
                  <a:pt x="91650" y="57620"/>
                </a:lnTo>
                <a:close/>
              </a:path>
            </a:pathLst>
          </a:custGeom>
          <a:solidFill>
            <a:srgbClr val="FFFFFF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4" name="Forma libre 454">
            <a:extLst>
              <a:ext uri="{FF2B5EF4-FFF2-40B4-BE49-F238E27FC236}">
                <a16:creationId xmlns:a16="http://schemas.microsoft.com/office/drawing/2014/main" id="{21EFD3A6-A31A-D646-BA5B-596AEC33FC4D}"/>
              </a:ext>
            </a:extLst>
          </p:cNvPr>
          <p:cNvSpPr/>
          <p:nvPr/>
        </p:nvSpPr>
        <p:spPr>
          <a:xfrm>
            <a:off x="12640494" y="7882395"/>
            <a:ext cx="843946" cy="3526430"/>
          </a:xfrm>
          <a:custGeom>
            <a:avLst/>
            <a:gdLst>
              <a:gd name="connsiteX0" fmla="*/ 101589 w 147174"/>
              <a:gd name="connsiteY0" fmla="*/ 480480 h 614971"/>
              <a:gd name="connsiteX1" fmla="*/ 65999 w 147174"/>
              <a:gd name="connsiteY1" fmla="*/ 476870 h 614971"/>
              <a:gd name="connsiteX2" fmla="*/ 96906 w 147174"/>
              <a:gd name="connsiteY2" fmla="*/ 288234 h 614971"/>
              <a:gd name="connsiteX3" fmla="*/ 120855 w 147174"/>
              <a:gd name="connsiteY3" fmla="*/ 193582 h 614971"/>
              <a:gd name="connsiteX4" fmla="*/ 114299 w 147174"/>
              <a:gd name="connsiteY4" fmla="*/ 90507 h 614971"/>
              <a:gd name="connsiteX5" fmla="*/ 48472 w 147174"/>
              <a:gd name="connsiteY5" fmla="*/ 9091 h 614971"/>
              <a:gd name="connsiteX6" fmla="*/ 33754 w 147174"/>
              <a:gd name="connsiteY6" fmla="*/ 0 h 614971"/>
              <a:gd name="connsiteX7" fmla="*/ 45930 w 147174"/>
              <a:gd name="connsiteY7" fmla="*/ 28610 h 614971"/>
              <a:gd name="connsiteX8" fmla="*/ 80181 w 147174"/>
              <a:gd name="connsiteY8" fmla="*/ 64171 h 614971"/>
              <a:gd name="connsiteX9" fmla="*/ 103328 w 147174"/>
              <a:gd name="connsiteY9" fmla="*/ 190106 h 614971"/>
              <a:gd name="connsiteX10" fmla="*/ 79512 w 147174"/>
              <a:gd name="connsiteY10" fmla="*/ 284090 h 614971"/>
              <a:gd name="connsiteX11" fmla="*/ 48338 w 147174"/>
              <a:gd name="connsiteY11" fmla="*/ 481148 h 614971"/>
              <a:gd name="connsiteX12" fmla="*/ 4587 w 147174"/>
              <a:gd name="connsiteY12" fmla="*/ 522993 h 614971"/>
              <a:gd name="connsiteX13" fmla="*/ 49676 w 147174"/>
              <a:gd name="connsiteY13" fmla="*/ 613902 h 614971"/>
              <a:gd name="connsiteX14" fmla="*/ 146544 w 147174"/>
              <a:gd name="connsiteY14" fmla="*/ 571522 h 614971"/>
              <a:gd name="connsiteX15" fmla="*/ 101589 w 147174"/>
              <a:gd name="connsiteY15" fmla="*/ 480480 h 614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7174" h="614971">
                <a:moveTo>
                  <a:pt x="101589" y="480480"/>
                </a:moveTo>
                <a:cubicBezTo>
                  <a:pt x="89815" y="476469"/>
                  <a:pt x="77639" y="475400"/>
                  <a:pt x="65999" y="476870"/>
                </a:cubicBezTo>
                <a:cubicBezTo>
                  <a:pt x="58774" y="431282"/>
                  <a:pt x="77372" y="361362"/>
                  <a:pt x="96906" y="288234"/>
                </a:cubicBezTo>
                <a:cubicBezTo>
                  <a:pt x="105201" y="257486"/>
                  <a:pt x="113630" y="225668"/>
                  <a:pt x="120855" y="193582"/>
                </a:cubicBezTo>
                <a:cubicBezTo>
                  <a:pt x="129017" y="157219"/>
                  <a:pt x="126474" y="122059"/>
                  <a:pt x="114299" y="90507"/>
                </a:cubicBezTo>
                <a:cubicBezTo>
                  <a:pt x="101990" y="58556"/>
                  <a:pt x="79646" y="30481"/>
                  <a:pt x="48472" y="9091"/>
                </a:cubicBezTo>
                <a:cubicBezTo>
                  <a:pt x="43655" y="5882"/>
                  <a:pt x="38839" y="2807"/>
                  <a:pt x="33754" y="0"/>
                </a:cubicBezTo>
                <a:cubicBezTo>
                  <a:pt x="35895" y="9358"/>
                  <a:pt x="39775" y="18984"/>
                  <a:pt x="45930" y="28610"/>
                </a:cubicBezTo>
                <a:cubicBezTo>
                  <a:pt x="59443" y="39037"/>
                  <a:pt x="70949" y="51069"/>
                  <a:pt x="80181" y="64171"/>
                </a:cubicBezTo>
                <a:cubicBezTo>
                  <a:pt x="105067" y="99732"/>
                  <a:pt x="113764" y="143983"/>
                  <a:pt x="103328" y="190106"/>
                </a:cubicBezTo>
                <a:cubicBezTo>
                  <a:pt x="96103" y="221924"/>
                  <a:pt x="87674" y="253475"/>
                  <a:pt x="79512" y="284090"/>
                </a:cubicBezTo>
                <a:cubicBezTo>
                  <a:pt x="58507" y="362566"/>
                  <a:pt x="39775" y="432351"/>
                  <a:pt x="48338" y="481148"/>
                </a:cubicBezTo>
                <a:cubicBezTo>
                  <a:pt x="28670" y="488233"/>
                  <a:pt x="12347" y="502940"/>
                  <a:pt x="4587" y="522993"/>
                </a:cubicBezTo>
                <a:cubicBezTo>
                  <a:pt x="-9729" y="559758"/>
                  <a:pt x="10608" y="600533"/>
                  <a:pt x="49676" y="613902"/>
                </a:cubicBezTo>
                <a:cubicBezTo>
                  <a:pt x="88744" y="627271"/>
                  <a:pt x="132228" y="608287"/>
                  <a:pt x="146544" y="571522"/>
                </a:cubicBezTo>
                <a:cubicBezTo>
                  <a:pt x="160860" y="534624"/>
                  <a:pt x="140657" y="493849"/>
                  <a:pt x="101589" y="480480"/>
                </a:cubicBezTo>
                <a:close/>
              </a:path>
            </a:pathLst>
          </a:custGeom>
          <a:solidFill>
            <a:schemeClr val="accent4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5" name="Forma libre 455">
            <a:extLst>
              <a:ext uri="{FF2B5EF4-FFF2-40B4-BE49-F238E27FC236}">
                <a16:creationId xmlns:a16="http://schemas.microsoft.com/office/drawing/2014/main" id="{02A8B6F9-63FF-9E44-9D9A-C3AE39CC8F57}"/>
              </a:ext>
            </a:extLst>
          </p:cNvPr>
          <p:cNvSpPr/>
          <p:nvPr/>
        </p:nvSpPr>
        <p:spPr>
          <a:xfrm>
            <a:off x="10815598" y="7878565"/>
            <a:ext cx="997390" cy="3679754"/>
          </a:xfrm>
          <a:custGeom>
            <a:avLst/>
            <a:gdLst>
              <a:gd name="connsiteX0" fmla="*/ 95645 w 173933"/>
              <a:gd name="connsiteY0" fmla="*/ 372859 h 641709"/>
              <a:gd name="connsiteX1" fmla="*/ 92300 w 173933"/>
              <a:gd name="connsiteY1" fmla="*/ 373127 h 641709"/>
              <a:gd name="connsiteX2" fmla="*/ 79723 w 173933"/>
              <a:gd name="connsiteY2" fmla="*/ 79010 h 641709"/>
              <a:gd name="connsiteX3" fmla="*/ 132706 w 173933"/>
              <a:gd name="connsiteY3" fmla="*/ 25534 h 641709"/>
              <a:gd name="connsiteX4" fmla="*/ 143142 w 173933"/>
              <a:gd name="connsiteY4" fmla="*/ 0 h 641709"/>
              <a:gd name="connsiteX5" fmla="*/ 136452 w 173933"/>
              <a:gd name="connsiteY5" fmla="*/ 3342 h 641709"/>
              <a:gd name="connsiteX6" fmla="*/ 48683 w 173933"/>
              <a:gd name="connsiteY6" fmla="*/ 101604 h 641709"/>
              <a:gd name="connsiteX7" fmla="*/ 35571 w 173933"/>
              <a:gd name="connsiteY7" fmla="*/ 234223 h 641709"/>
              <a:gd name="connsiteX8" fmla="*/ 74639 w 173933"/>
              <a:gd name="connsiteY8" fmla="*/ 377004 h 641709"/>
              <a:gd name="connsiteX9" fmla="*/ 115 w 173933"/>
              <a:gd name="connsiteY9" fmla="*/ 512565 h 641709"/>
              <a:gd name="connsiteX10" fmla="*/ 8009 w 173933"/>
              <a:gd name="connsiteY10" fmla="*/ 524864 h 641709"/>
              <a:gd name="connsiteX11" fmla="*/ 10685 w 173933"/>
              <a:gd name="connsiteY11" fmla="*/ 630345 h 641709"/>
              <a:gd name="connsiteX12" fmla="*/ 17776 w 173933"/>
              <a:gd name="connsiteY12" fmla="*/ 634757 h 641709"/>
              <a:gd name="connsiteX13" fmla="*/ 24867 w 173933"/>
              <a:gd name="connsiteY13" fmla="*/ 635693 h 641709"/>
              <a:gd name="connsiteX14" fmla="*/ 28480 w 173933"/>
              <a:gd name="connsiteY14" fmla="*/ 649864 h 641709"/>
              <a:gd name="connsiteX15" fmla="*/ 33162 w 173933"/>
              <a:gd name="connsiteY15" fmla="*/ 652805 h 641709"/>
              <a:gd name="connsiteX16" fmla="*/ 40387 w 173933"/>
              <a:gd name="connsiteY16" fmla="*/ 649597 h 641709"/>
              <a:gd name="connsiteX17" fmla="*/ 46943 w 173933"/>
              <a:gd name="connsiteY17" fmla="*/ 634623 h 641709"/>
              <a:gd name="connsiteX18" fmla="*/ 38916 w 173933"/>
              <a:gd name="connsiteY18" fmla="*/ 613500 h 641709"/>
              <a:gd name="connsiteX19" fmla="*/ 25804 w 173933"/>
              <a:gd name="connsiteY19" fmla="*/ 627805 h 641709"/>
              <a:gd name="connsiteX20" fmla="*/ 16438 w 173933"/>
              <a:gd name="connsiteY20" fmla="*/ 624998 h 641709"/>
              <a:gd name="connsiteX21" fmla="*/ 16171 w 173933"/>
              <a:gd name="connsiteY21" fmla="*/ 524731 h 641709"/>
              <a:gd name="connsiteX22" fmla="*/ 24332 w 173933"/>
              <a:gd name="connsiteY22" fmla="*/ 515506 h 641709"/>
              <a:gd name="connsiteX23" fmla="*/ 95912 w 173933"/>
              <a:gd name="connsiteY23" fmla="*/ 395854 h 641709"/>
              <a:gd name="connsiteX24" fmla="*/ 162810 w 173933"/>
              <a:gd name="connsiteY24" fmla="*/ 503206 h 641709"/>
              <a:gd name="connsiteX25" fmla="*/ 172978 w 173933"/>
              <a:gd name="connsiteY25" fmla="*/ 513100 h 641709"/>
              <a:gd name="connsiteX26" fmla="*/ 161740 w 173933"/>
              <a:gd name="connsiteY26" fmla="*/ 613902 h 641709"/>
              <a:gd name="connsiteX27" fmla="*/ 152106 w 173933"/>
              <a:gd name="connsiteY27" fmla="*/ 615907 h 641709"/>
              <a:gd name="connsiteX28" fmla="*/ 140734 w 173933"/>
              <a:gd name="connsiteY28" fmla="*/ 600399 h 641709"/>
              <a:gd name="connsiteX29" fmla="*/ 130432 w 173933"/>
              <a:gd name="connsiteY29" fmla="*/ 620586 h 641709"/>
              <a:gd name="connsiteX30" fmla="*/ 142205 w 173933"/>
              <a:gd name="connsiteY30" fmla="*/ 639971 h 641709"/>
              <a:gd name="connsiteX31" fmla="*/ 152374 w 173933"/>
              <a:gd name="connsiteY31" fmla="*/ 623661 h 641709"/>
              <a:gd name="connsiteX32" fmla="*/ 166958 w 173933"/>
              <a:gd name="connsiteY32" fmla="*/ 619650 h 641709"/>
              <a:gd name="connsiteX33" fmla="*/ 180872 w 173933"/>
              <a:gd name="connsiteY33" fmla="*/ 511897 h 641709"/>
              <a:gd name="connsiteX34" fmla="*/ 186893 w 173933"/>
              <a:gd name="connsiteY34" fmla="*/ 500666 h 641709"/>
              <a:gd name="connsiteX35" fmla="*/ 95645 w 173933"/>
              <a:gd name="connsiteY35" fmla="*/ 372859 h 641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73933" h="641709">
                <a:moveTo>
                  <a:pt x="95645" y="372859"/>
                </a:moveTo>
                <a:cubicBezTo>
                  <a:pt x="94574" y="372859"/>
                  <a:pt x="93504" y="372993"/>
                  <a:pt x="92300" y="373127"/>
                </a:cubicBezTo>
                <a:cubicBezTo>
                  <a:pt x="79456" y="343715"/>
                  <a:pt x="14966" y="184357"/>
                  <a:pt x="79723" y="79010"/>
                </a:cubicBezTo>
                <a:cubicBezTo>
                  <a:pt x="92166" y="58689"/>
                  <a:pt x="109426" y="40507"/>
                  <a:pt x="132706" y="25534"/>
                </a:cubicBezTo>
                <a:cubicBezTo>
                  <a:pt x="137790" y="16844"/>
                  <a:pt x="141135" y="8289"/>
                  <a:pt x="143142" y="0"/>
                </a:cubicBezTo>
                <a:cubicBezTo>
                  <a:pt x="140868" y="1069"/>
                  <a:pt x="138593" y="2139"/>
                  <a:pt x="136452" y="3342"/>
                </a:cubicBezTo>
                <a:cubicBezTo>
                  <a:pt x="94574" y="25936"/>
                  <a:pt x="65139" y="59224"/>
                  <a:pt x="48683" y="101604"/>
                </a:cubicBezTo>
                <a:cubicBezTo>
                  <a:pt x="34233" y="138903"/>
                  <a:pt x="29550" y="183422"/>
                  <a:pt x="35571" y="234223"/>
                </a:cubicBezTo>
                <a:cubicBezTo>
                  <a:pt x="43331" y="299999"/>
                  <a:pt x="65808" y="356683"/>
                  <a:pt x="74639" y="377004"/>
                </a:cubicBezTo>
                <a:cubicBezTo>
                  <a:pt x="16572" y="399597"/>
                  <a:pt x="918" y="507485"/>
                  <a:pt x="115" y="512565"/>
                </a:cubicBezTo>
                <a:cubicBezTo>
                  <a:pt x="-688" y="517913"/>
                  <a:pt x="2791" y="522993"/>
                  <a:pt x="8009" y="524864"/>
                </a:cubicBezTo>
                <a:cubicBezTo>
                  <a:pt x="3995" y="543982"/>
                  <a:pt x="-8715" y="611094"/>
                  <a:pt x="10685" y="630345"/>
                </a:cubicBezTo>
                <a:cubicBezTo>
                  <a:pt x="12692" y="632351"/>
                  <a:pt x="15100" y="633821"/>
                  <a:pt x="17776" y="634757"/>
                </a:cubicBezTo>
                <a:cubicBezTo>
                  <a:pt x="19917" y="635559"/>
                  <a:pt x="22325" y="635693"/>
                  <a:pt x="24867" y="635693"/>
                </a:cubicBezTo>
                <a:cubicBezTo>
                  <a:pt x="24600" y="641709"/>
                  <a:pt x="26071" y="646790"/>
                  <a:pt x="28480" y="649864"/>
                </a:cubicBezTo>
                <a:cubicBezTo>
                  <a:pt x="29818" y="651468"/>
                  <a:pt x="31423" y="652671"/>
                  <a:pt x="33162" y="652805"/>
                </a:cubicBezTo>
                <a:cubicBezTo>
                  <a:pt x="35705" y="653073"/>
                  <a:pt x="38113" y="651869"/>
                  <a:pt x="40387" y="649597"/>
                </a:cubicBezTo>
                <a:cubicBezTo>
                  <a:pt x="43465" y="646388"/>
                  <a:pt x="46007" y="641040"/>
                  <a:pt x="46943" y="634623"/>
                </a:cubicBezTo>
                <a:cubicBezTo>
                  <a:pt x="48549" y="623795"/>
                  <a:pt x="44936" y="614302"/>
                  <a:pt x="38916" y="613500"/>
                </a:cubicBezTo>
                <a:cubicBezTo>
                  <a:pt x="33564" y="612832"/>
                  <a:pt x="28212" y="618982"/>
                  <a:pt x="25804" y="627805"/>
                </a:cubicBezTo>
                <a:cubicBezTo>
                  <a:pt x="21924" y="628207"/>
                  <a:pt x="18980" y="627404"/>
                  <a:pt x="16438" y="624998"/>
                </a:cubicBezTo>
                <a:cubicBezTo>
                  <a:pt x="1319" y="610025"/>
                  <a:pt x="10685" y="549998"/>
                  <a:pt x="16171" y="524731"/>
                </a:cubicBezTo>
                <a:cubicBezTo>
                  <a:pt x="20318" y="523260"/>
                  <a:pt x="23663" y="519918"/>
                  <a:pt x="24332" y="515506"/>
                </a:cubicBezTo>
                <a:cubicBezTo>
                  <a:pt x="28881" y="482485"/>
                  <a:pt x="50690" y="396656"/>
                  <a:pt x="95912" y="395854"/>
                </a:cubicBezTo>
                <a:cubicBezTo>
                  <a:pt x="148895" y="394918"/>
                  <a:pt x="162676" y="502137"/>
                  <a:pt x="162810" y="503206"/>
                </a:cubicBezTo>
                <a:cubicBezTo>
                  <a:pt x="163479" y="508421"/>
                  <a:pt x="167760" y="512297"/>
                  <a:pt x="172978" y="513100"/>
                </a:cubicBezTo>
                <a:cubicBezTo>
                  <a:pt x="175788" y="538100"/>
                  <a:pt x="178732" y="600265"/>
                  <a:pt x="161740" y="613902"/>
                </a:cubicBezTo>
                <a:cubicBezTo>
                  <a:pt x="159064" y="616040"/>
                  <a:pt x="155853" y="616576"/>
                  <a:pt x="152106" y="615907"/>
                </a:cubicBezTo>
                <a:cubicBezTo>
                  <a:pt x="150768" y="606950"/>
                  <a:pt x="146086" y="600265"/>
                  <a:pt x="140734" y="600399"/>
                </a:cubicBezTo>
                <a:cubicBezTo>
                  <a:pt x="134579" y="600667"/>
                  <a:pt x="130030" y="609624"/>
                  <a:pt x="130432" y="620586"/>
                </a:cubicBezTo>
                <a:cubicBezTo>
                  <a:pt x="130833" y="631549"/>
                  <a:pt x="136051" y="640238"/>
                  <a:pt x="142205" y="639971"/>
                </a:cubicBezTo>
                <a:cubicBezTo>
                  <a:pt x="147557" y="639837"/>
                  <a:pt x="151705" y="632752"/>
                  <a:pt x="152374" y="623661"/>
                </a:cubicBezTo>
                <a:cubicBezTo>
                  <a:pt x="157859" y="624329"/>
                  <a:pt x="162810" y="622992"/>
                  <a:pt x="166958" y="619650"/>
                </a:cubicBezTo>
                <a:cubicBezTo>
                  <a:pt x="189836" y="601201"/>
                  <a:pt x="182478" y="525266"/>
                  <a:pt x="180872" y="511897"/>
                </a:cubicBezTo>
                <a:cubicBezTo>
                  <a:pt x="184886" y="509624"/>
                  <a:pt x="187428" y="505346"/>
                  <a:pt x="186893" y="500666"/>
                </a:cubicBezTo>
                <a:cubicBezTo>
                  <a:pt x="186759" y="495453"/>
                  <a:pt x="171640" y="371523"/>
                  <a:pt x="95645" y="372859"/>
                </a:cubicBezTo>
                <a:close/>
              </a:path>
            </a:pathLst>
          </a:custGeom>
          <a:solidFill>
            <a:schemeClr val="accent4"/>
          </a:solidFill>
          <a:ln w="13376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77" name="CuadroTexto 395">
            <a:extLst>
              <a:ext uri="{FF2B5EF4-FFF2-40B4-BE49-F238E27FC236}">
                <a16:creationId xmlns:a16="http://schemas.microsoft.com/office/drawing/2014/main" id="{59407968-2BBF-8F4F-AF79-F3625C8AF744}"/>
              </a:ext>
            </a:extLst>
          </p:cNvPr>
          <p:cNvSpPr txBox="1"/>
          <p:nvPr/>
        </p:nvSpPr>
        <p:spPr>
          <a:xfrm>
            <a:off x="18345396" y="6760581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F634819-FF1C-F542-9E84-6A5EC107CF35}"/>
              </a:ext>
            </a:extLst>
          </p:cNvPr>
          <p:cNvSpPr txBox="1"/>
          <p:nvPr/>
        </p:nvSpPr>
        <p:spPr>
          <a:xfrm>
            <a:off x="18345396" y="7444897"/>
            <a:ext cx="44089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4" name="CuadroTexto 395">
            <a:extLst>
              <a:ext uri="{FF2B5EF4-FFF2-40B4-BE49-F238E27FC236}">
                <a16:creationId xmlns:a16="http://schemas.microsoft.com/office/drawing/2014/main" id="{4F858E08-F374-E045-A0D7-1E5E18C5966B}"/>
              </a:ext>
            </a:extLst>
          </p:cNvPr>
          <p:cNvSpPr txBox="1"/>
          <p:nvPr/>
        </p:nvSpPr>
        <p:spPr>
          <a:xfrm flipH="1">
            <a:off x="2324661" y="6760581"/>
            <a:ext cx="37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4F7A490-403F-A846-858A-85F2F64A7F32}"/>
              </a:ext>
            </a:extLst>
          </p:cNvPr>
          <p:cNvSpPr txBox="1"/>
          <p:nvPr/>
        </p:nvSpPr>
        <p:spPr>
          <a:xfrm flipH="1">
            <a:off x="1632857" y="7444897"/>
            <a:ext cx="43993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7" name="Forma libre 285">
            <a:extLst>
              <a:ext uri="{FF2B5EF4-FFF2-40B4-BE49-F238E27FC236}">
                <a16:creationId xmlns:a16="http://schemas.microsoft.com/office/drawing/2014/main" id="{B3B024A5-1B8C-CA49-8085-CE7FE9C8C12A}"/>
              </a:ext>
            </a:extLst>
          </p:cNvPr>
          <p:cNvSpPr/>
          <p:nvPr/>
        </p:nvSpPr>
        <p:spPr>
          <a:xfrm>
            <a:off x="7598739" y="8025814"/>
            <a:ext cx="988648" cy="680330"/>
          </a:xfrm>
          <a:custGeom>
            <a:avLst/>
            <a:gdLst>
              <a:gd name="connsiteX0" fmla="*/ 405395 w 406641"/>
              <a:gd name="connsiteY0" fmla="*/ 27781 h 279828"/>
              <a:gd name="connsiteX1" fmla="*/ 393667 w 406641"/>
              <a:gd name="connsiteY1" fmla="*/ 20360 h 279828"/>
              <a:gd name="connsiteX2" fmla="*/ 294135 w 406641"/>
              <a:gd name="connsiteY2" fmla="*/ 20360 h 279828"/>
              <a:gd name="connsiteX3" fmla="*/ 263232 w 406641"/>
              <a:gd name="connsiteY3" fmla="*/ 5104 h 279828"/>
              <a:gd name="connsiteX4" fmla="*/ 250156 w 406641"/>
              <a:gd name="connsiteY4" fmla="*/ 304 h 279828"/>
              <a:gd name="connsiteX5" fmla="*/ 240270 w 406641"/>
              <a:gd name="connsiteY5" fmla="*/ 10087 h 279828"/>
              <a:gd name="connsiteX6" fmla="*/ 215361 w 406641"/>
              <a:gd name="connsiteY6" fmla="*/ 119764 h 279828"/>
              <a:gd name="connsiteX7" fmla="*/ 182045 w 406641"/>
              <a:gd name="connsiteY7" fmla="*/ 149785 h 279828"/>
              <a:gd name="connsiteX8" fmla="*/ 142580 w 406641"/>
              <a:gd name="connsiteY8" fmla="*/ 128586 h 279828"/>
              <a:gd name="connsiteX9" fmla="*/ 92061 w 406641"/>
              <a:gd name="connsiteY9" fmla="*/ 27524 h 279828"/>
              <a:gd name="connsiteX10" fmla="*/ 80437 w 406641"/>
              <a:gd name="connsiteY10" fmla="*/ 20363 h 279828"/>
              <a:gd name="connsiteX11" fmla="*/ 12974 w 406641"/>
              <a:gd name="connsiteY11" fmla="*/ 20363 h 279828"/>
              <a:gd name="connsiteX12" fmla="*/ 1247 w 406641"/>
              <a:gd name="connsiteY12" fmla="*/ 27783 h 279828"/>
              <a:gd name="connsiteX13" fmla="*/ 2907 w 406641"/>
              <a:gd name="connsiteY13" fmla="*/ 41536 h 279828"/>
              <a:gd name="connsiteX14" fmla="*/ 193253 w 406641"/>
              <a:gd name="connsiteY14" fmla="*/ 275055 h 279828"/>
              <a:gd name="connsiteX15" fmla="*/ 203321 w 406641"/>
              <a:gd name="connsiteY15" fmla="*/ 279829 h 279828"/>
              <a:gd name="connsiteX16" fmla="*/ 213388 w 406641"/>
              <a:gd name="connsiteY16" fmla="*/ 275055 h 279828"/>
              <a:gd name="connsiteX17" fmla="*/ 403735 w 406641"/>
              <a:gd name="connsiteY17" fmla="*/ 41532 h 279828"/>
              <a:gd name="connsiteX18" fmla="*/ 405395 w 406641"/>
              <a:gd name="connsiteY18" fmla="*/ 27781 h 279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06641" h="279828">
                <a:moveTo>
                  <a:pt x="405395" y="27781"/>
                </a:moveTo>
                <a:cubicBezTo>
                  <a:pt x="403241" y="23240"/>
                  <a:pt x="398674" y="20360"/>
                  <a:pt x="393667" y="20360"/>
                </a:cubicBezTo>
                <a:lnTo>
                  <a:pt x="294135" y="20360"/>
                </a:lnTo>
                <a:cubicBezTo>
                  <a:pt x="281888" y="20360"/>
                  <a:pt x="270628" y="14808"/>
                  <a:pt x="263232" y="5104"/>
                </a:cubicBezTo>
                <a:cubicBezTo>
                  <a:pt x="260197" y="1108"/>
                  <a:pt x="255085" y="-786"/>
                  <a:pt x="250156" y="304"/>
                </a:cubicBezTo>
                <a:cubicBezTo>
                  <a:pt x="245252" y="1368"/>
                  <a:pt x="241386" y="5182"/>
                  <a:pt x="240270" y="10087"/>
                </a:cubicBezTo>
                <a:lnTo>
                  <a:pt x="215361" y="119764"/>
                </a:lnTo>
                <a:cubicBezTo>
                  <a:pt x="211703" y="135773"/>
                  <a:pt x="198314" y="147839"/>
                  <a:pt x="182045" y="149785"/>
                </a:cubicBezTo>
                <a:cubicBezTo>
                  <a:pt x="164635" y="151912"/>
                  <a:pt x="149871" y="143168"/>
                  <a:pt x="142580" y="128586"/>
                </a:cubicBezTo>
                <a:lnTo>
                  <a:pt x="92061" y="27524"/>
                </a:lnTo>
                <a:cubicBezTo>
                  <a:pt x="89830" y="23139"/>
                  <a:pt x="85341" y="20363"/>
                  <a:pt x="80437" y="20363"/>
                </a:cubicBezTo>
                <a:lnTo>
                  <a:pt x="12974" y="20363"/>
                </a:lnTo>
                <a:cubicBezTo>
                  <a:pt x="7966" y="20363"/>
                  <a:pt x="3400" y="23242"/>
                  <a:pt x="1247" y="27783"/>
                </a:cubicBezTo>
                <a:cubicBezTo>
                  <a:pt x="-881" y="32298"/>
                  <a:pt x="-258" y="37669"/>
                  <a:pt x="2907" y="41536"/>
                </a:cubicBezTo>
                <a:lnTo>
                  <a:pt x="193253" y="275055"/>
                </a:lnTo>
                <a:cubicBezTo>
                  <a:pt x="195718" y="278091"/>
                  <a:pt x="199429" y="279829"/>
                  <a:pt x="203321" y="279829"/>
                </a:cubicBezTo>
                <a:cubicBezTo>
                  <a:pt x="207213" y="279829"/>
                  <a:pt x="210923" y="278091"/>
                  <a:pt x="213388" y="275055"/>
                </a:cubicBezTo>
                <a:lnTo>
                  <a:pt x="403735" y="41532"/>
                </a:lnTo>
                <a:cubicBezTo>
                  <a:pt x="406900" y="37667"/>
                  <a:pt x="407522" y="32295"/>
                  <a:pt x="405395" y="27781"/>
                </a:cubicBezTo>
                <a:close/>
              </a:path>
            </a:pathLst>
          </a:custGeom>
          <a:solidFill>
            <a:schemeClr val="accent1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98" name="Forma libre 286">
            <a:extLst>
              <a:ext uri="{FF2B5EF4-FFF2-40B4-BE49-F238E27FC236}">
                <a16:creationId xmlns:a16="http://schemas.microsoft.com/office/drawing/2014/main" id="{B9C2E7B2-B2BE-8542-A307-02906D0962DA}"/>
              </a:ext>
            </a:extLst>
          </p:cNvPr>
          <p:cNvSpPr/>
          <p:nvPr/>
        </p:nvSpPr>
        <p:spPr>
          <a:xfrm>
            <a:off x="7399148" y="7318317"/>
            <a:ext cx="1387838" cy="1009331"/>
          </a:xfrm>
          <a:custGeom>
            <a:avLst/>
            <a:gdLst>
              <a:gd name="connsiteX0" fmla="*/ 557858 w 570832"/>
              <a:gd name="connsiteY0" fmla="*/ 259468 h 415150"/>
              <a:gd name="connsiteX1" fmla="*/ 543691 w 570832"/>
              <a:gd name="connsiteY1" fmla="*/ 259468 h 415150"/>
              <a:gd name="connsiteX2" fmla="*/ 570831 w 570832"/>
              <a:gd name="connsiteY2" fmla="*/ 168655 h 415150"/>
              <a:gd name="connsiteX3" fmla="*/ 402176 w 570832"/>
              <a:gd name="connsiteY3" fmla="*/ 0 h 415150"/>
              <a:gd name="connsiteX4" fmla="*/ 285416 w 570832"/>
              <a:gd name="connsiteY4" fmla="*/ 47172 h 415150"/>
              <a:gd name="connsiteX5" fmla="*/ 168655 w 570832"/>
              <a:gd name="connsiteY5" fmla="*/ 0 h 415150"/>
              <a:gd name="connsiteX6" fmla="*/ 0 w 570832"/>
              <a:gd name="connsiteY6" fmla="*/ 168655 h 415150"/>
              <a:gd name="connsiteX7" fmla="*/ 27167 w 570832"/>
              <a:gd name="connsiteY7" fmla="*/ 259469 h 415150"/>
              <a:gd name="connsiteX8" fmla="*/ 12974 w 570832"/>
              <a:gd name="connsiteY8" fmla="*/ 259469 h 415150"/>
              <a:gd name="connsiteX9" fmla="*/ 0 w 570832"/>
              <a:gd name="connsiteY9" fmla="*/ 272442 h 415150"/>
              <a:gd name="connsiteX10" fmla="*/ 12973 w 570832"/>
              <a:gd name="connsiteY10" fmla="*/ 285416 h 415150"/>
              <a:gd name="connsiteX11" fmla="*/ 178566 w 570832"/>
              <a:gd name="connsiteY11" fmla="*/ 285416 h 415150"/>
              <a:gd name="connsiteX12" fmla="*/ 190165 w 570832"/>
              <a:gd name="connsiteY12" fmla="*/ 292577 h 415150"/>
              <a:gd name="connsiteX13" fmla="*/ 247871 w 570832"/>
              <a:gd name="connsiteY13" fmla="*/ 407962 h 415150"/>
              <a:gd name="connsiteX14" fmla="*/ 259469 w 570832"/>
              <a:gd name="connsiteY14" fmla="*/ 415150 h 415150"/>
              <a:gd name="connsiteX15" fmla="*/ 261026 w 570832"/>
              <a:gd name="connsiteY15" fmla="*/ 415072 h 415150"/>
              <a:gd name="connsiteX16" fmla="*/ 272131 w 570832"/>
              <a:gd name="connsiteY16" fmla="*/ 405057 h 415150"/>
              <a:gd name="connsiteX17" fmla="*/ 316423 w 570832"/>
              <a:gd name="connsiteY17" fmla="*/ 210118 h 415150"/>
              <a:gd name="connsiteX18" fmla="*/ 328852 w 570832"/>
              <a:gd name="connsiteY18" fmla="*/ 200051 h 415150"/>
              <a:gd name="connsiteX19" fmla="*/ 341358 w 570832"/>
              <a:gd name="connsiteY19" fmla="*/ 208899 h 415150"/>
              <a:gd name="connsiteX20" fmla="*/ 363906 w 570832"/>
              <a:gd name="connsiteY20" fmla="*/ 276542 h 415150"/>
              <a:gd name="connsiteX21" fmla="*/ 376231 w 570832"/>
              <a:gd name="connsiteY21" fmla="*/ 285416 h 415150"/>
              <a:gd name="connsiteX22" fmla="*/ 557859 w 570832"/>
              <a:gd name="connsiteY22" fmla="*/ 285416 h 415150"/>
              <a:gd name="connsiteX23" fmla="*/ 570832 w 570832"/>
              <a:gd name="connsiteY23" fmla="*/ 272442 h 415150"/>
              <a:gd name="connsiteX24" fmla="*/ 557858 w 570832"/>
              <a:gd name="connsiteY24" fmla="*/ 259468 h 41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70832" h="415150">
                <a:moveTo>
                  <a:pt x="557858" y="259468"/>
                </a:moveTo>
                <a:lnTo>
                  <a:pt x="543691" y="259468"/>
                </a:lnTo>
                <a:cubicBezTo>
                  <a:pt x="561101" y="232406"/>
                  <a:pt x="570831" y="201062"/>
                  <a:pt x="570831" y="168655"/>
                </a:cubicBezTo>
                <a:cubicBezTo>
                  <a:pt x="570831" y="75661"/>
                  <a:pt x="495170" y="0"/>
                  <a:pt x="402176" y="0"/>
                </a:cubicBezTo>
                <a:cubicBezTo>
                  <a:pt x="358560" y="0"/>
                  <a:pt x="316759" y="17047"/>
                  <a:pt x="285416" y="47172"/>
                </a:cubicBezTo>
                <a:cubicBezTo>
                  <a:pt x="254072" y="17047"/>
                  <a:pt x="212271" y="0"/>
                  <a:pt x="168655" y="0"/>
                </a:cubicBezTo>
                <a:cubicBezTo>
                  <a:pt x="75661" y="0"/>
                  <a:pt x="0" y="75661"/>
                  <a:pt x="0" y="168655"/>
                </a:cubicBezTo>
                <a:cubicBezTo>
                  <a:pt x="0" y="200959"/>
                  <a:pt x="9652" y="232225"/>
                  <a:pt x="27167" y="259469"/>
                </a:cubicBezTo>
                <a:lnTo>
                  <a:pt x="12974" y="259469"/>
                </a:lnTo>
                <a:cubicBezTo>
                  <a:pt x="5812" y="259468"/>
                  <a:pt x="0" y="265280"/>
                  <a:pt x="0" y="272442"/>
                </a:cubicBezTo>
                <a:cubicBezTo>
                  <a:pt x="0" y="279605"/>
                  <a:pt x="5812" y="285416"/>
                  <a:pt x="12973" y="285416"/>
                </a:cubicBezTo>
                <a:lnTo>
                  <a:pt x="178566" y="285416"/>
                </a:lnTo>
                <a:cubicBezTo>
                  <a:pt x="183497" y="285416"/>
                  <a:pt x="187959" y="288166"/>
                  <a:pt x="190165" y="292577"/>
                </a:cubicBezTo>
                <a:lnTo>
                  <a:pt x="247871" y="407962"/>
                </a:lnTo>
                <a:cubicBezTo>
                  <a:pt x="250076" y="412425"/>
                  <a:pt x="254617" y="415150"/>
                  <a:pt x="259469" y="415150"/>
                </a:cubicBezTo>
                <a:cubicBezTo>
                  <a:pt x="259988" y="415150"/>
                  <a:pt x="260507" y="415125"/>
                  <a:pt x="261026" y="415072"/>
                </a:cubicBezTo>
                <a:cubicBezTo>
                  <a:pt x="266474" y="414423"/>
                  <a:pt x="270912" y="410402"/>
                  <a:pt x="272131" y="405057"/>
                </a:cubicBezTo>
                <a:lnTo>
                  <a:pt x="316423" y="210118"/>
                </a:lnTo>
                <a:cubicBezTo>
                  <a:pt x="317721" y="204488"/>
                  <a:pt x="322650" y="200336"/>
                  <a:pt x="328852" y="200051"/>
                </a:cubicBezTo>
                <a:cubicBezTo>
                  <a:pt x="334768" y="200051"/>
                  <a:pt x="339569" y="203423"/>
                  <a:pt x="341358" y="208899"/>
                </a:cubicBezTo>
                <a:lnTo>
                  <a:pt x="363906" y="276542"/>
                </a:lnTo>
                <a:cubicBezTo>
                  <a:pt x="365696" y="281836"/>
                  <a:pt x="370652" y="285416"/>
                  <a:pt x="376231" y="285416"/>
                </a:cubicBezTo>
                <a:lnTo>
                  <a:pt x="557859" y="285416"/>
                </a:lnTo>
                <a:cubicBezTo>
                  <a:pt x="565020" y="285416"/>
                  <a:pt x="570832" y="279604"/>
                  <a:pt x="570832" y="272442"/>
                </a:cubicBezTo>
                <a:cubicBezTo>
                  <a:pt x="570832" y="265281"/>
                  <a:pt x="565019" y="259468"/>
                  <a:pt x="557858" y="259468"/>
                </a:cubicBezTo>
                <a:close/>
              </a:path>
            </a:pathLst>
          </a:custGeom>
          <a:solidFill>
            <a:schemeClr val="accent1"/>
          </a:solidFill>
          <a:ln w="10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100" name="Forma libre 378">
            <a:extLst>
              <a:ext uri="{FF2B5EF4-FFF2-40B4-BE49-F238E27FC236}">
                <a16:creationId xmlns:a16="http://schemas.microsoft.com/office/drawing/2014/main" id="{B5328F3D-5141-4F45-8376-B60B589A8541}"/>
              </a:ext>
            </a:extLst>
          </p:cNvPr>
          <p:cNvSpPr/>
          <p:nvPr/>
        </p:nvSpPr>
        <p:spPr>
          <a:xfrm>
            <a:off x="15492947" y="7459570"/>
            <a:ext cx="1697381" cy="1131587"/>
          </a:xfrm>
          <a:custGeom>
            <a:avLst/>
            <a:gdLst>
              <a:gd name="connsiteX0" fmla="*/ 593537 w 599144"/>
              <a:gd name="connsiteY0" fmla="*/ 28043 h 399429"/>
              <a:gd name="connsiteX1" fmla="*/ 582138 w 599144"/>
              <a:gd name="connsiteY1" fmla="*/ 26547 h 399429"/>
              <a:gd name="connsiteX2" fmla="*/ 480577 w 599144"/>
              <a:gd name="connsiteY2" fmla="*/ 63483 h 399429"/>
              <a:gd name="connsiteX3" fmla="*/ 452352 w 599144"/>
              <a:gd name="connsiteY3" fmla="*/ 89445 h 399429"/>
              <a:gd name="connsiteX4" fmla="*/ 449919 w 599144"/>
              <a:gd name="connsiteY4" fmla="*/ 96462 h 399429"/>
              <a:gd name="connsiteX5" fmla="*/ 367861 w 599144"/>
              <a:gd name="connsiteY5" fmla="*/ 64554 h 399429"/>
              <a:gd name="connsiteX6" fmla="*/ 250836 w 599144"/>
              <a:gd name="connsiteY6" fmla="*/ 76168 h 399429"/>
              <a:gd name="connsiteX7" fmla="*/ 189789 w 599144"/>
              <a:gd name="connsiteY7" fmla="*/ 80345 h 399429"/>
              <a:gd name="connsiteX8" fmla="*/ 151921 w 599144"/>
              <a:gd name="connsiteY8" fmla="*/ 83365 h 399429"/>
              <a:gd name="connsiteX9" fmla="*/ 147379 w 599144"/>
              <a:gd name="connsiteY9" fmla="*/ 64531 h 399429"/>
              <a:gd name="connsiteX10" fmla="*/ 119154 w 599144"/>
              <a:gd name="connsiteY10" fmla="*/ 38569 h 399429"/>
              <a:gd name="connsiteX11" fmla="*/ 17592 w 599144"/>
              <a:gd name="connsiteY11" fmla="*/ 1631 h 399429"/>
              <a:gd name="connsiteX12" fmla="*/ 6194 w 599144"/>
              <a:gd name="connsiteY12" fmla="*/ 3127 h 399429"/>
              <a:gd name="connsiteX13" fmla="*/ 876 w 599144"/>
              <a:gd name="connsiteY13" fmla="*/ 13335 h 399429"/>
              <a:gd name="connsiteX14" fmla="*/ 876 w 599144"/>
              <a:gd name="connsiteY14" fmla="*/ 262491 h 399429"/>
              <a:gd name="connsiteX15" fmla="*/ 13334 w 599144"/>
              <a:gd name="connsiteY15" fmla="*/ 274950 h 399429"/>
              <a:gd name="connsiteX16" fmla="*/ 49722 w 599144"/>
              <a:gd name="connsiteY16" fmla="*/ 274950 h 399429"/>
              <a:gd name="connsiteX17" fmla="*/ 88904 w 599144"/>
              <a:gd name="connsiteY17" fmla="*/ 255863 h 399429"/>
              <a:gd name="connsiteX18" fmla="*/ 105892 w 599144"/>
              <a:gd name="connsiteY18" fmla="*/ 268672 h 399429"/>
              <a:gd name="connsiteX19" fmla="*/ 143326 w 599144"/>
              <a:gd name="connsiteY19" fmla="*/ 297396 h 399429"/>
              <a:gd name="connsiteX20" fmla="*/ 256591 w 599144"/>
              <a:gd name="connsiteY20" fmla="*/ 385464 h 399429"/>
              <a:gd name="connsiteX21" fmla="*/ 299864 w 599144"/>
              <a:gd name="connsiteY21" fmla="*/ 399529 h 399429"/>
              <a:gd name="connsiteX22" fmla="*/ 329258 w 599144"/>
              <a:gd name="connsiteY22" fmla="*/ 391219 h 399429"/>
              <a:gd name="connsiteX23" fmla="*/ 360475 w 599144"/>
              <a:gd name="connsiteY23" fmla="*/ 390525 h 399429"/>
              <a:gd name="connsiteX24" fmla="*/ 383578 w 599144"/>
              <a:gd name="connsiteY24" fmla="*/ 367409 h 399429"/>
              <a:gd name="connsiteX25" fmla="*/ 414625 w 599144"/>
              <a:gd name="connsiteY25" fmla="*/ 362859 h 399429"/>
              <a:gd name="connsiteX26" fmla="*/ 434868 w 599144"/>
              <a:gd name="connsiteY26" fmla="*/ 342481 h 399429"/>
              <a:gd name="connsiteX27" fmla="*/ 462083 w 599144"/>
              <a:gd name="connsiteY27" fmla="*/ 333794 h 399429"/>
              <a:gd name="connsiteX28" fmla="*/ 478407 w 599144"/>
              <a:gd name="connsiteY28" fmla="*/ 296842 h 399429"/>
              <a:gd name="connsiteX29" fmla="*/ 510008 w 599144"/>
              <a:gd name="connsiteY29" fmla="*/ 279360 h 399429"/>
              <a:gd name="connsiteX30" fmla="*/ 550006 w 599144"/>
              <a:gd name="connsiteY30" fmla="*/ 299864 h 399429"/>
              <a:gd name="connsiteX31" fmla="*/ 586394 w 599144"/>
              <a:gd name="connsiteY31" fmla="*/ 299864 h 399429"/>
              <a:gd name="connsiteX32" fmla="*/ 598852 w 599144"/>
              <a:gd name="connsiteY32" fmla="*/ 287406 h 399429"/>
              <a:gd name="connsiteX33" fmla="*/ 598852 w 599144"/>
              <a:gd name="connsiteY33" fmla="*/ 38251 h 399429"/>
              <a:gd name="connsiteX34" fmla="*/ 593537 w 599144"/>
              <a:gd name="connsiteY34" fmla="*/ 28043 h 399429"/>
              <a:gd name="connsiteX35" fmla="*/ 446962 w 599144"/>
              <a:gd name="connsiteY35" fmla="*/ 314003 h 399429"/>
              <a:gd name="connsiteX36" fmla="*/ 434200 w 599144"/>
              <a:gd name="connsiteY36" fmla="*/ 316412 h 399429"/>
              <a:gd name="connsiteX37" fmla="*/ 433720 w 599144"/>
              <a:gd name="connsiteY37" fmla="*/ 316162 h 399429"/>
              <a:gd name="connsiteX38" fmla="*/ 433106 w 599144"/>
              <a:gd name="connsiteY38" fmla="*/ 315438 h 399429"/>
              <a:gd name="connsiteX39" fmla="*/ 359636 w 599144"/>
              <a:gd name="connsiteY39" fmla="*/ 241859 h 399429"/>
              <a:gd name="connsiteX40" fmla="*/ 342032 w 599144"/>
              <a:gd name="connsiteY40" fmla="*/ 241482 h 399429"/>
              <a:gd name="connsiteX41" fmla="*/ 341655 w 599144"/>
              <a:gd name="connsiteY41" fmla="*/ 259086 h 399429"/>
              <a:gd name="connsiteX42" fmla="*/ 412505 w 599144"/>
              <a:gd name="connsiteY42" fmla="*/ 330445 h 399429"/>
              <a:gd name="connsiteX43" fmla="*/ 403470 w 599144"/>
              <a:gd name="connsiteY43" fmla="*/ 340585 h 399429"/>
              <a:gd name="connsiteX44" fmla="*/ 384053 w 599144"/>
              <a:gd name="connsiteY44" fmla="*/ 341023 h 399429"/>
              <a:gd name="connsiteX45" fmla="*/ 383727 w 599144"/>
              <a:gd name="connsiteY45" fmla="*/ 340857 h 399429"/>
              <a:gd name="connsiteX46" fmla="*/ 383346 w 599144"/>
              <a:gd name="connsiteY46" fmla="*/ 340402 h 399429"/>
              <a:gd name="connsiteX47" fmla="*/ 322444 w 599144"/>
              <a:gd name="connsiteY47" fmla="*/ 279415 h 399429"/>
              <a:gd name="connsiteX48" fmla="*/ 304840 w 599144"/>
              <a:gd name="connsiteY48" fmla="*/ 278673 h 399429"/>
              <a:gd name="connsiteX49" fmla="*/ 304098 w 599144"/>
              <a:gd name="connsiteY49" fmla="*/ 296277 h 399429"/>
              <a:gd name="connsiteX50" fmla="*/ 361872 w 599144"/>
              <a:gd name="connsiteY50" fmla="*/ 354749 h 399429"/>
              <a:gd name="connsiteX51" fmla="*/ 350413 w 599144"/>
              <a:gd name="connsiteY51" fmla="*/ 367739 h 399429"/>
              <a:gd name="connsiteX52" fmla="*/ 333394 w 599144"/>
              <a:gd name="connsiteY52" fmla="*/ 365202 h 399429"/>
              <a:gd name="connsiteX53" fmla="*/ 272540 w 599144"/>
              <a:gd name="connsiteY53" fmla="*/ 304257 h 399429"/>
              <a:gd name="connsiteX54" fmla="*/ 254936 w 599144"/>
              <a:gd name="connsiteY54" fmla="*/ 303662 h 399429"/>
              <a:gd name="connsiteX55" fmla="*/ 254340 w 599144"/>
              <a:gd name="connsiteY55" fmla="*/ 321266 h 399429"/>
              <a:gd name="connsiteX56" fmla="*/ 306267 w 599144"/>
              <a:gd name="connsiteY56" fmla="*/ 374211 h 399429"/>
              <a:gd name="connsiteX57" fmla="*/ 299864 w 599144"/>
              <a:gd name="connsiteY57" fmla="*/ 374613 h 399429"/>
              <a:gd name="connsiteX58" fmla="*/ 270277 w 599144"/>
              <a:gd name="connsiteY58" fmla="*/ 364637 h 399429"/>
              <a:gd name="connsiteX59" fmla="*/ 159336 w 599144"/>
              <a:gd name="connsiteY59" fmla="*/ 278307 h 399429"/>
              <a:gd name="connsiteX60" fmla="*/ 120856 w 599144"/>
              <a:gd name="connsiteY60" fmla="*/ 248757 h 399429"/>
              <a:gd name="connsiteX61" fmla="*/ 100000 w 599144"/>
              <a:gd name="connsiteY61" fmla="*/ 232995 h 399429"/>
              <a:gd name="connsiteX62" fmla="*/ 146645 w 599144"/>
              <a:gd name="connsiteY62" fmla="*/ 108593 h 399429"/>
              <a:gd name="connsiteX63" fmla="*/ 191977 w 599144"/>
              <a:gd name="connsiteY63" fmla="*/ 105161 h 399429"/>
              <a:gd name="connsiteX64" fmla="*/ 220553 w 599144"/>
              <a:gd name="connsiteY64" fmla="*/ 102760 h 399429"/>
              <a:gd name="connsiteX65" fmla="*/ 188011 w 599144"/>
              <a:gd name="connsiteY65" fmla="*/ 167949 h 399429"/>
              <a:gd name="connsiteX66" fmla="*/ 205664 w 599144"/>
              <a:gd name="connsiteY66" fmla="*/ 194800 h 399429"/>
              <a:gd name="connsiteX67" fmla="*/ 227053 w 599144"/>
              <a:gd name="connsiteY67" fmla="*/ 200298 h 399429"/>
              <a:gd name="connsiteX68" fmla="*/ 281860 w 599144"/>
              <a:gd name="connsiteY68" fmla="*/ 174530 h 399429"/>
              <a:gd name="connsiteX69" fmla="*/ 310121 w 599144"/>
              <a:gd name="connsiteY69" fmla="*/ 165564 h 399429"/>
              <a:gd name="connsiteX70" fmla="*/ 364856 w 599144"/>
              <a:gd name="connsiteY70" fmla="*/ 212366 h 399429"/>
              <a:gd name="connsiteX71" fmla="*/ 451952 w 599144"/>
              <a:gd name="connsiteY71" fmla="*/ 294036 h 399429"/>
              <a:gd name="connsiteX72" fmla="*/ 446962 w 599144"/>
              <a:gd name="connsiteY72" fmla="*/ 314003 h 39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99144" h="399429">
                <a:moveTo>
                  <a:pt x="593537" y="28043"/>
                </a:moveTo>
                <a:cubicBezTo>
                  <a:pt x="590215" y="25708"/>
                  <a:pt x="585957" y="25135"/>
                  <a:pt x="582138" y="26547"/>
                </a:cubicBezTo>
                <a:lnTo>
                  <a:pt x="480577" y="63483"/>
                </a:lnTo>
                <a:cubicBezTo>
                  <a:pt x="467986" y="68058"/>
                  <a:pt x="457960" y="77280"/>
                  <a:pt x="452352" y="89445"/>
                </a:cubicBezTo>
                <a:cubicBezTo>
                  <a:pt x="451301" y="91726"/>
                  <a:pt x="450611" y="94095"/>
                  <a:pt x="449919" y="96462"/>
                </a:cubicBezTo>
                <a:cubicBezTo>
                  <a:pt x="432480" y="91504"/>
                  <a:pt x="400070" y="81149"/>
                  <a:pt x="367861" y="64554"/>
                </a:cubicBezTo>
                <a:cubicBezTo>
                  <a:pt x="326304" y="43135"/>
                  <a:pt x="291130" y="45872"/>
                  <a:pt x="250836" y="76168"/>
                </a:cubicBezTo>
                <a:cubicBezTo>
                  <a:pt x="234636" y="76440"/>
                  <a:pt x="211999" y="78388"/>
                  <a:pt x="189789" y="80345"/>
                </a:cubicBezTo>
                <a:cubicBezTo>
                  <a:pt x="175823" y="81578"/>
                  <a:pt x="162624" y="82712"/>
                  <a:pt x="151921" y="83365"/>
                </a:cubicBezTo>
                <a:cubicBezTo>
                  <a:pt x="151658" y="76936"/>
                  <a:pt x="150154" y="70557"/>
                  <a:pt x="147379" y="64531"/>
                </a:cubicBezTo>
                <a:cubicBezTo>
                  <a:pt x="141771" y="52364"/>
                  <a:pt x="131746" y="43142"/>
                  <a:pt x="119154" y="38569"/>
                </a:cubicBezTo>
                <a:lnTo>
                  <a:pt x="17592" y="1631"/>
                </a:lnTo>
                <a:cubicBezTo>
                  <a:pt x="13785" y="232"/>
                  <a:pt x="9502" y="804"/>
                  <a:pt x="6194" y="3127"/>
                </a:cubicBezTo>
                <a:cubicBezTo>
                  <a:pt x="2859" y="5464"/>
                  <a:pt x="876" y="9271"/>
                  <a:pt x="876" y="13335"/>
                </a:cubicBezTo>
                <a:lnTo>
                  <a:pt x="876" y="262491"/>
                </a:lnTo>
                <a:cubicBezTo>
                  <a:pt x="876" y="269377"/>
                  <a:pt x="6448" y="274950"/>
                  <a:pt x="13334" y="274950"/>
                </a:cubicBezTo>
                <a:lnTo>
                  <a:pt x="49722" y="274950"/>
                </a:lnTo>
                <a:cubicBezTo>
                  <a:pt x="65198" y="274950"/>
                  <a:pt x="79596" y="267650"/>
                  <a:pt x="88904" y="255863"/>
                </a:cubicBezTo>
                <a:cubicBezTo>
                  <a:pt x="93861" y="259633"/>
                  <a:pt x="99734" y="264048"/>
                  <a:pt x="105892" y="268672"/>
                </a:cubicBezTo>
                <a:cubicBezTo>
                  <a:pt x="120430" y="279610"/>
                  <a:pt x="136343" y="291543"/>
                  <a:pt x="143326" y="297396"/>
                </a:cubicBezTo>
                <a:cubicBezTo>
                  <a:pt x="189715" y="336229"/>
                  <a:pt x="245484" y="378165"/>
                  <a:pt x="256591" y="385464"/>
                </a:cubicBezTo>
                <a:cubicBezTo>
                  <a:pt x="266968" y="392277"/>
                  <a:pt x="285654" y="399529"/>
                  <a:pt x="299864" y="399529"/>
                </a:cubicBezTo>
                <a:cubicBezTo>
                  <a:pt x="305424" y="399529"/>
                  <a:pt x="319427" y="399529"/>
                  <a:pt x="329258" y="391219"/>
                </a:cubicBezTo>
                <a:cubicBezTo>
                  <a:pt x="339392" y="395197"/>
                  <a:pt x="350316" y="395003"/>
                  <a:pt x="360475" y="390525"/>
                </a:cubicBezTo>
                <a:cubicBezTo>
                  <a:pt x="370609" y="386060"/>
                  <a:pt x="378809" y="377642"/>
                  <a:pt x="383578" y="367409"/>
                </a:cubicBezTo>
                <a:cubicBezTo>
                  <a:pt x="393310" y="369404"/>
                  <a:pt x="404491" y="367944"/>
                  <a:pt x="414625" y="362859"/>
                </a:cubicBezTo>
                <a:cubicBezTo>
                  <a:pt x="424126" y="358102"/>
                  <a:pt x="431122" y="350900"/>
                  <a:pt x="434868" y="342481"/>
                </a:cubicBezTo>
                <a:cubicBezTo>
                  <a:pt x="443871" y="343308"/>
                  <a:pt x="453483" y="340377"/>
                  <a:pt x="462083" y="333794"/>
                </a:cubicBezTo>
                <a:cubicBezTo>
                  <a:pt x="474372" y="324401"/>
                  <a:pt x="479999" y="310528"/>
                  <a:pt x="478407" y="296842"/>
                </a:cubicBezTo>
                <a:lnTo>
                  <a:pt x="510008" y="279360"/>
                </a:lnTo>
                <a:cubicBezTo>
                  <a:pt x="519262" y="291904"/>
                  <a:pt x="533971" y="299864"/>
                  <a:pt x="550006" y="299864"/>
                </a:cubicBezTo>
                <a:lnTo>
                  <a:pt x="586394" y="299864"/>
                </a:lnTo>
                <a:cubicBezTo>
                  <a:pt x="593280" y="299864"/>
                  <a:pt x="598852" y="294292"/>
                  <a:pt x="598852" y="287406"/>
                </a:cubicBezTo>
                <a:lnTo>
                  <a:pt x="598852" y="38251"/>
                </a:lnTo>
                <a:cubicBezTo>
                  <a:pt x="598853" y="34187"/>
                  <a:pt x="596870" y="30379"/>
                  <a:pt x="593537" y="28043"/>
                </a:cubicBezTo>
                <a:close/>
                <a:moveTo>
                  <a:pt x="446962" y="314003"/>
                </a:moveTo>
                <a:cubicBezTo>
                  <a:pt x="442740" y="317239"/>
                  <a:pt x="436828" y="319040"/>
                  <a:pt x="434200" y="316412"/>
                </a:cubicBezTo>
                <a:cubicBezTo>
                  <a:pt x="434066" y="316278"/>
                  <a:pt x="433858" y="316291"/>
                  <a:pt x="433720" y="316162"/>
                </a:cubicBezTo>
                <a:cubicBezTo>
                  <a:pt x="433482" y="315941"/>
                  <a:pt x="433364" y="315644"/>
                  <a:pt x="433106" y="315438"/>
                </a:cubicBezTo>
                <a:cubicBezTo>
                  <a:pt x="424200" y="308406"/>
                  <a:pt x="384296" y="267578"/>
                  <a:pt x="359636" y="241859"/>
                </a:cubicBezTo>
                <a:cubicBezTo>
                  <a:pt x="354880" y="236883"/>
                  <a:pt x="346984" y="236700"/>
                  <a:pt x="342032" y="241482"/>
                </a:cubicBezTo>
                <a:cubicBezTo>
                  <a:pt x="337057" y="246239"/>
                  <a:pt x="336886" y="254122"/>
                  <a:pt x="341655" y="259086"/>
                </a:cubicBezTo>
                <a:cubicBezTo>
                  <a:pt x="347443" y="265127"/>
                  <a:pt x="393908" y="313520"/>
                  <a:pt x="412505" y="330445"/>
                </a:cubicBezTo>
                <a:cubicBezTo>
                  <a:pt x="411116" y="335915"/>
                  <a:pt x="406045" y="339293"/>
                  <a:pt x="403470" y="340585"/>
                </a:cubicBezTo>
                <a:cubicBezTo>
                  <a:pt x="395489" y="344587"/>
                  <a:pt x="387168" y="343918"/>
                  <a:pt x="384053" y="341023"/>
                </a:cubicBezTo>
                <a:cubicBezTo>
                  <a:pt x="383961" y="340936"/>
                  <a:pt x="383822" y="340941"/>
                  <a:pt x="383727" y="340857"/>
                </a:cubicBezTo>
                <a:cubicBezTo>
                  <a:pt x="383575" y="340721"/>
                  <a:pt x="383508" y="340531"/>
                  <a:pt x="383346" y="340402"/>
                </a:cubicBezTo>
                <a:cubicBezTo>
                  <a:pt x="368406" y="328467"/>
                  <a:pt x="330924" y="288636"/>
                  <a:pt x="322444" y="279415"/>
                </a:cubicBezTo>
                <a:cubicBezTo>
                  <a:pt x="317784" y="274341"/>
                  <a:pt x="309913" y="274025"/>
                  <a:pt x="304840" y="278673"/>
                </a:cubicBezTo>
                <a:cubicBezTo>
                  <a:pt x="299779" y="283333"/>
                  <a:pt x="299438" y="291216"/>
                  <a:pt x="304098" y="296277"/>
                </a:cubicBezTo>
                <a:cubicBezTo>
                  <a:pt x="304507" y="296720"/>
                  <a:pt x="341240" y="336344"/>
                  <a:pt x="361872" y="354749"/>
                </a:cubicBezTo>
                <a:cubicBezTo>
                  <a:pt x="359844" y="360575"/>
                  <a:pt x="355713" y="365399"/>
                  <a:pt x="350413" y="367739"/>
                </a:cubicBezTo>
                <a:cubicBezTo>
                  <a:pt x="346502" y="369477"/>
                  <a:pt x="340384" y="370368"/>
                  <a:pt x="333394" y="365202"/>
                </a:cubicBezTo>
                <a:cubicBezTo>
                  <a:pt x="315504" y="350033"/>
                  <a:pt x="279601" y="311815"/>
                  <a:pt x="272540" y="304257"/>
                </a:cubicBezTo>
                <a:cubicBezTo>
                  <a:pt x="267856" y="299220"/>
                  <a:pt x="259948" y="298966"/>
                  <a:pt x="254936" y="303662"/>
                </a:cubicBezTo>
                <a:cubicBezTo>
                  <a:pt x="249911" y="308358"/>
                  <a:pt x="249644" y="316242"/>
                  <a:pt x="254340" y="321266"/>
                </a:cubicBezTo>
                <a:cubicBezTo>
                  <a:pt x="262712" y="330226"/>
                  <a:pt x="287456" y="356453"/>
                  <a:pt x="306267" y="374211"/>
                </a:cubicBezTo>
                <a:cubicBezTo>
                  <a:pt x="304166" y="374467"/>
                  <a:pt x="301960" y="374613"/>
                  <a:pt x="299864" y="374613"/>
                </a:cubicBezTo>
                <a:cubicBezTo>
                  <a:pt x="291615" y="374613"/>
                  <a:pt x="277443" y="369346"/>
                  <a:pt x="270277" y="364637"/>
                </a:cubicBezTo>
                <a:cubicBezTo>
                  <a:pt x="261543" y="358894"/>
                  <a:pt x="206698" y="317969"/>
                  <a:pt x="159336" y="278307"/>
                </a:cubicBezTo>
                <a:cubicBezTo>
                  <a:pt x="152171" y="272297"/>
                  <a:pt x="135820" y="259998"/>
                  <a:pt x="120856" y="248757"/>
                </a:cubicBezTo>
                <a:cubicBezTo>
                  <a:pt x="112835" y="242736"/>
                  <a:pt x="105446" y="237185"/>
                  <a:pt x="100000" y="232995"/>
                </a:cubicBezTo>
                <a:lnTo>
                  <a:pt x="146645" y="108593"/>
                </a:lnTo>
                <a:cubicBezTo>
                  <a:pt x="158752" y="108064"/>
                  <a:pt x="174894" y="106668"/>
                  <a:pt x="191977" y="105161"/>
                </a:cubicBezTo>
                <a:cubicBezTo>
                  <a:pt x="201640" y="104310"/>
                  <a:pt x="211310" y="103480"/>
                  <a:pt x="220553" y="102760"/>
                </a:cubicBezTo>
                <a:cubicBezTo>
                  <a:pt x="206348" y="117336"/>
                  <a:pt x="185227" y="143465"/>
                  <a:pt x="188011" y="167949"/>
                </a:cubicBezTo>
                <a:cubicBezTo>
                  <a:pt x="189289" y="179093"/>
                  <a:pt x="195384" y="188376"/>
                  <a:pt x="205664" y="194800"/>
                </a:cubicBezTo>
                <a:cubicBezTo>
                  <a:pt x="211504" y="198449"/>
                  <a:pt x="218707" y="200298"/>
                  <a:pt x="227053" y="200298"/>
                </a:cubicBezTo>
                <a:cubicBezTo>
                  <a:pt x="244754" y="200298"/>
                  <a:pt x="268210" y="191478"/>
                  <a:pt x="281860" y="174530"/>
                </a:cubicBezTo>
                <a:cubicBezTo>
                  <a:pt x="293575" y="172839"/>
                  <a:pt x="301483" y="169847"/>
                  <a:pt x="310121" y="165564"/>
                </a:cubicBezTo>
                <a:cubicBezTo>
                  <a:pt x="324720" y="179287"/>
                  <a:pt x="344295" y="195420"/>
                  <a:pt x="364856" y="212366"/>
                </a:cubicBezTo>
                <a:cubicBezTo>
                  <a:pt x="400648" y="241856"/>
                  <a:pt x="441221" y="275288"/>
                  <a:pt x="451952" y="294036"/>
                </a:cubicBezTo>
                <a:cubicBezTo>
                  <a:pt x="457923" y="304464"/>
                  <a:pt x="449639" y="311959"/>
                  <a:pt x="446962" y="31400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6A437DE-D2AC-D047-B7C1-5351B88A0B82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4" name="CuadroTexto 350">
              <a:extLst>
                <a:ext uri="{FF2B5EF4-FFF2-40B4-BE49-F238E27FC236}">
                  <a16:creationId xmlns:a16="http://schemas.microsoft.com/office/drawing/2014/main" id="{44BEE825-4A7D-114C-90EA-475F97751AF9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5" name="CuadroTexto 351">
              <a:extLst>
                <a:ext uri="{FF2B5EF4-FFF2-40B4-BE49-F238E27FC236}">
                  <a16:creationId xmlns:a16="http://schemas.microsoft.com/office/drawing/2014/main" id="{9A812C39-950C-4C4C-BC3D-6812DB9DCCD1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5C1EED-AFCA-4244-BDCA-593BBCFC7988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9943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A466F51-94F4-6C47-A223-194771A0A8CF}"/>
              </a:ext>
            </a:extLst>
          </p:cNvPr>
          <p:cNvGrpSpPr/>
          <p:nvPr/>
        </p:nvGrpSpPr>
        <p:grpSpPr>
          <a:xfrm>
            <a:off x="1824771" y="6165022"/>
            <a:ext cx="20728108" cy="6126913"/>
            <a:chOff x="1824771" y="4732462"/>
            <a:chExt cx="20728108" cy="612691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7E9C92A-47E3-7B44-B719-C9307A88A73D}"/>
                </a:ext>
              </a:extLst>
            </p:cNvPr>
            <p:cNvSpPr/>
            <p:nvPr/>
          </p:nvSpPr>
          <p:spPr>
            <a:xfrm>
              <a:off x="1824771" y="6729574"/>
              <a:ext cx="20728108" cy="3406331"/>
            </a:xfrm>
            <a:prstGeom prst="rect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5" name="AutoShape 92">
              <a:extLst>
                <a:ext uri="{FF2B5EF4-FFF2-40B4-BE49-F238E27FC236}">
                  <a16:creationId xmlns:a16="http://schemas.microsoft.com/office/drawing/2014/main" id="{E3BD3076-7248-F142-B0FE-3B0D4200CA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1236288" y="5235516"/>
              <a:ext cx="3018321" cy="3018321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36" name="AutoShape 92">
              <a:extLst>
                <a:ext uri="{FF2B5EF4-FFF2-40B4-BE49-F238E27FC236}">
                  <a16:creationId xmlns:a16="http://schemas.microsoft.com/office/drawing/2014/main" id="{2E797A5D-8E3F-194C-B318-C8066DB93B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1424933" y="5424161"/>
              <a:ext cx="2641031" cy="2641031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6D26991-A565-684D-827F-1353D6BBE63A}"/>
                </a:ext>
              </a:extLst>
            </p:cNvPr>
            <p:cNvSpPr/>
            <p:nvPr/>
          </p:nvSpPr>
          <p:spPr>
            <a:xfrm>
              <a:off x="10728229" y="9450669"/>
              <a:ext cx="11225111" cy="14087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4491D78-EF28-714B-B361-05A03DAA9DF3}"/>
                </a:ext>
              </a:extLst>
            </p:cNvPr>
            <p:cNvSpPr txBox="1"/>
            <p:nvPr/>
          </p:nvSpPr>
          <p:spPr>
            <a:xfrm>
              <a:off x="12215286" y="9801079"/>
              <a:ext cx="8250994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bg1"/>
                  </a:solidFill>
                  <a:latin typeface="Century Gothic" panose="020B0502020202020204" pitchFamily="34" charset="0"/>
                  <a:cs typeface="Poppins Medium" pitchFamily="2" charset="77"/>
                </a:rPr>
                <a:t>Medical Analysis</a:t>
              </a:r>
              <a:endParaRPr lang="ko-KR" altLang="en-US" sz="4000" b="1" dirty="0">
                <a:solidFill>
                  <a:schemeClr val="bg1"/>
                </a:solidFill>
                <a:latin typeface="Century Gothic" panose="020B0502020202020204" pitchFamily="34" charset="0"/>
                <a:cs typeface="Poppins Medium" pitchFamily="2" charset="77"/>
              </a:endParaRPr>
            </a:p>
          </p:txBody>
        </p:sp>
        <p:sp>
          <p:nvSpPr>
            <p:cNvPr id="42" name="AutoShape 92">
              <a:extLst>
                <a:ext uri="{FF2B5EF4-FFF2-40B4-BE49-F238E27FC236}">
                  <a16:creationId xmlns:a16="http://schemas.microsoft.com/office/drawing/2014/main" id="{FF3C63FA-7A00-BF4F-B6AC-1272A83CC6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3365428" y="4732462"/>
              <a:ext cx="4024428" cy="402442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43" name="AutoShape 92">
              <a:extLst>
                <a:ext uri="{FF2B5EF4-FFF2-40B4-BE49-F238E27FC236}">
                  <a16:creationId xmlns:a16="http://schemas.microsoft.com/office/drawing/2014/main" id="{17D8BB3A-F177-1B4B-92A7-64FD416966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3616955" y="4983989"/>
              <a:ext cx="3521375" cy="3521375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49" name="AutoShape 92">
              <a:extLst>
                <a:ext uri="{FF2B5EF4-FFF2-40B4-BE49-F238E27FC236}">
                  <a16:creationId xmlns:a16="http://schemas.microsoft.com/office/drawing/2014/main" id="{AD78AC9C-0126-BA46-885B-62E8046117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8101040" y="5738569"/>
              <a:ext cx="2012214" cy="20122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85000"/>
                </a:schemeClr>
              </a:solidFill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50" name="AutoShape 92">
              <a:extLst>
                <a:ext uri="{FF2B5EF4-FFF2-40B4-BE49-F238E27FC236}">
                  <a16:creationId xmlns:a16="http://schemas.microsoft.com/office/drawing/2014/main" id="{AA2F9F1C-4825-7C4E-8751-B857F31F983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8226803" y="5864332"/>
              <a:ext cx="1760687" cy="1760687"/>
            </a:xfrm>
            <a:prstGeom prst="ellipse">
              <a:avLst/>
            </a:prstGeom>
            <a:solidFill>
              <a:schemeClr val="accent3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</p:grpSp>
      <p:sp>
        <p:nvSpPr>
          <p:cNvPr id="56" name="CuadroTexto 395">
            <a:extLst>
              <a:ext uri="{FF2B5EF4-FFF2-40B4-BE49-F238E27FC236}">
                <a16:creationId xmlns:a16="http://schemas.microsoft.com/office/drawing/2014/main" id="{E779F232-6391-F64C-95F0-C362E05D688E}"/>
              </a:ext>
            </a:extLst>
          </p:cNvPr>
          <p:cNvSpPr txBox="1"/>
          <p:nvPr/>
        </p:nvSpPr>
        <p:spPr>
          <a:xfrm flipH="1">
            <a:off x="3066814" y="425126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9AFD33-B0FD-7F40-A47E-2388EB268B28}"/>
              </a:ext>
            </a:extLst>
          </p:cNvPr>
          <p:cNvSpPr txBox="1"/>
          <p:nvPr/>
        </p:nvSpPr>
        <p:spPr>
          <a:xfrm flipH="1">
            <a:off x="2098964" y="4935577"/>
            <a:ext cx="65573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followers.</a:t>
            </a:r>
          </a:p>
        </p:txBody>
      </p:sp>
      <p:sp>
        <p:nvSpPr>
          <p:cNvPr id="59" name="CuadroTexto 395">
            <a:extLst>
              <a:ext uri="{FF2B5EF4-FFF2-40B4-BE49-F238E27FC236}">
                <a16:creationId xmlns:a16="http://schemas.microsoft.com/office/drawing/2014/main" id="{24C134CF-1EE9-824C-8C22-12C19AB5AF16}"/>
              </a:ext>
            </a:extLst>
          </p:cNvPr>
          <p:cNvSpPr txBox="1"/>
          <p:nvPr/>
        </p:nvSpPr>
        <p:spPr>
          <a:xfrm flipH="1">
            <a:off x="10434620" y="473894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412047-1721-7540-8499-05BAE32238EA}"/>
              </a:ext>
            </a:extLst>
          </p:cNvPr>
          <p:cNvSpPr txBox="1"/>
          <p:nvPr/>
        </p:nvSpPr>
        <p:spPr>
          <a:xfrm flipH="1">
            <a:off x="9466770" y="5423257"/>
            <a:ext cx="65573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followers.</a:t>
            </a:r>
          </a:p>
        </p:txBody>
      </p:sp>
      <p:sp>
        <p:nvSpPr>
          <p:cNvPr id="70" name="CuadroTexto 395">
            <a:extLst>
              <a:ext uri="{FF2B5EF4-FFF2-40B4-BE49-F238E27FC236}">
                <a16:creationId xmlns:a16="http://schemas.microsoft.com/office/drawing/2014/main" id="{E02BBFD4-50A9-334B-A473-8E16F4DDF5D8}"/>
              </a:ext>
            </a:extLst>
          </p:cNvPr>
          <p:cNvSpPr txBox="1"/>
          <p:nvPr/>
        </p:nvSpPr>
        <p:spPr>
          <a:xfrm flipH="1">
            <a:off x="16796318" y="525460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C549EF-F357-A941-B28F-1966D46CE3EC}"/>
              </a:ext>
            </a:extLst>
          </p:cNvPr>
          <p:cNvSpPr txBox="1"/>
          <p:nvPr/>
        </p:nvSpPr>
        <p:spPr>
          <a:xfrm flipH="1">
            <a:off x="15828468" y="5938919"/>
            <a:ext cx="65573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followers.</a:t>
            </a:r>
          </a:p>
        </p:txBody>
      </p:sp>
      <p:sp>
        <p:nvSpPr>
          <p:cNvPr id="78" name="Gráfico 239">
            <a:extLst>
              <a:ext uri="{FF2B5EF4-FFF2-40B4-BE49-F238E27FC236}">
                <a16:creationId xmlns:a16="http://schemas.microsoft.com/office/drawing/2014/main" id="{A4379BCB-2DD8-F04A-9E67-0F5660FBD828}"/>
              </a:ext>
            </a:extLst>
          </p:cNvPr>
          <p:cNvSpPr/>
          <p:nvPr/>
        </p:nvSpPr>
        <p:spPr>
          <a:xfrm>
            <a:off x="18763616" y="7793295"/>
            <a:ext cx="654159" cy="654155"/>
          </a:xfrm>
          <a:custGeom>
            <a:avLst/>
            <a:gdLst>
              <a:gd name="connsiteX0" fmla="*/ 519307 w 571237"/>
              <a:gd name="connsiteY0" fmla="*/ 0 h 571237"/>
              <a:gd name="connsiteX1" fmla="*/ 51931 w 571237"/>
              <a:gd name="connsiteY1" fmla="*/ 0 h 571237"/>
              <a:gd name="connsiteX2" fmla="*/ 0 w 571237"/>
              <a:gd name="connsiteY2" fmla="*/ 51931 h 571237"/>
              <a:gd name="connsiteX3" fmla="*/ 0 w 571237"/>
              <a:gd name="connsiteY3" fmla="*/ 519307 h 571237"/>
              <a:gd name="connsiteX4" fmla="*/ 51931 w 571237"/>
              <a:gd name="connsiteY4" fmla="*/ 571238 h 571237"/>
              <a:gd name="connsiteX5" fmla="*/ 519307 w 571237"/>
              <a:gd name="connsiteY5" fmla="*/ 571238 h 571237"/>
              <a:gd name="connsiteX6" fmla="*/ 571238 w 571237"/>
              <a:gd name="connsiteY6" fmla="*/ 519307 h 571237"/>
              <a:gd name="connsiteX7" fmla="*/ 571238 w 571237"/>
              <a:gd name="connsiteY7" fmla="*/ 51931 h 571237"/>
              <a:gd name="connsiteX8" fmla="*/ 519307 w 571237"/>
              <a:gd name="connsiteY8" fmla="*/ 0 h 571237"/>
              <a:gd name="connsiteX9" fmla="*/ 467376 w 571237"/>
              <a:gd name="connsiteY9" fmla="*/ 350532 h 571237"/>
              <a:gd name="connsiteX10" fmla="*/ 454392 w 571237"/>
              <a:gd name="connsiteY10" fmla="*/ 363515 h 571237"/>
              <a:gd name="connsiteX11" fmla="*/ 363513 w 571237"/>
              <a:gd name="connsiteY11" fmla="*/ 363515 h 571237"/>
              <a:gd name="connsiteX12" fmla="*/ 363513 w 571237"/>
              <a:gd name="connsiteY12" fmla="*/ 454394 h 571237"/>
              <a:gd name="connsiteX13" fmla="*/ 350530 w 571237"/>
              <a:gd name="connsiteY13" fmla="*/ 467377 h 571237"/>
              <a:gd name="connsiteX14" fmla="*/ 220705 w 571237"/>
              <a:gd name="connsiteY14" fmla="*/ 467377 h 571237"/>
              <a:gd name="connsiteX15" fmla="*/ 207722 w 571237"/>
              <a:gd name="connsiteY15" fmla="*/ 454394 h 571237"/>
              <a:gd name="connsiteX16" fmla="*/ 207722 w 571237"/>
              <a:gd name="connsiteY16" fmla="*/ 363515 h 571237"/>
              <a:gd name="connsiteX17" fmla="*/ 116844 w 571237"/>
              <a:gd name="connsiteY17" fmla="*/ 363515 h 571237"/>
              <a:gd name="connsiteX18" fmla="*/ 103861 w 571237"/>
              <a:gd name="connsiteY18" fmla="*/ 350532 h 571237"/>
              <a:gd name="connsiteX19" fmla="*/ 103861 w 571237"/>
              <a:gd name="connsiteY19" fmla="*/ 220705 h 571237"/>
              <a:gd name="connsiteX20" fmla="*/ 116844 w 571237"/>
              <a:gd name="connsiteY20" fmla="*/ 207722 h 571237"/>
              <a:gd name="connsiteX21" fmla="*/ 207723 w 571237"/>
              <a:gd name="connsiteY21" fmla="*/ 207722 h 571237"/>
              <a:gd name="connsiteX22" fmla="*/ 207723 w 571237"/>
              <a:gd name="connsiteY22" fmla="*/ 116844 h 571237"/>
              <a:gd name="connsiteX23" fmla="*/ 220706 w 571237"/>
              <a:gd name="connsiteY23" fmla="*/ 103861 h 571237"/>
              <a:gd name="connsiteX24" fmla="*/ 350532 w 571237"/>
              <a:gd name="connsiteY24" fmla="*/ 103861 h 571237"/>
              <a:gd name="connsiteX25" fmla="*/ 363515 w 571237"/>
              <a:gd name="connsiteY25" fmla="*/ 116844 h 571237"/>
              <a:gd name="connsiteX26" fmla="*/ 363515 w 571237"/>
              <a:gd name="connsiteY26" fmla="*/ 207723 h 571237"/>
              <a:gd name="connsiteX27" fmla="*/ 454394 w 571237"/>
              <a:gd name="connsiteY27" fmla="*/ 207723 h 571237"/>
              <a:gd name="connsiteX28" fmla="*/ 467377 w 571237"/>
              <a:gd name="connsiteY28" fmla="*/ 220706 h 571237"/>
              <a:gd name="connsiteX29" fmla="*/ 467377 w 571237"/>
              <a:gd name="connsiteY29" fmla="*/ 350532 h 571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71237" h="571237">
                <a:moveTo>
                  <a:pt x="519307" y="0"/>
                </a:moveTo>
                <a:lnTo>
                  <a:pt x="51931" y="0"/>
                </a:lnTo>
                <a:cubicBezTo>
                  <a:pt x="23290" y="0"/>
                  <a:pt x="0" y="23290"/>
                  <a:pt x="0" y="51931"/>
                </a:cubicBezTo>
                <a:lnTo>
                  <a:pt x="0" y="519307"/>
                </a:lnTo>
                <a:cubicBezTo>
                  <a:pt x="0" y="547947"/>
                  <a:pt x="23290" y="571238"/>
                  <a:pt x="51931" y="571238"/>
                </a:cubicBezTo>
                <a:lnTo>
                  <a:pt x="519307" y="571238"/>
                </a:lnTo>
                <a:cubicBezTo>
                  <a:pt x="547947" y="571238"/>
                  <a:pt x="571238" y="547948"/>
                  <a:pt x="571238" y="519307"/>
                </a:cubicBezTo>
                <a:lnTo>
                  <a:pt x="571238" y="51931"/>
                </a:lnTo>
                <a:cubicBezTo>
                  <a:pt x="571236" y="23290"/>
                  <a:pt x="547947" y="0"/>
                  <a:pt x="519307" y="0"/>
                </a:cubicBezTo>
                <a:close/>
                <a:moveTo>
                  <a:pt x="467376" y="350532"/>
                </a:moveTo>
                <a:cubicBezTo>
                  <a:pt x="467376" y="357708"/>
                  <a:pt x="461569" y="363515"/>
                  <a:pt x="454392" y="363515"/>
                </a:cubicBezTo>
                <a:lnTo>
                  <a:pt x="363513" y="363515"/>
                </a:lnTo>
                <a:lnTo>
                  <a:pt x="363513" y="454394"/>
                </a:lnTo>
                <a:cubicBezTo>
                  <a:pt x="363513" y="461570"/>
                  <a:pt x="357707" y="467377"/>
                  <a:pt x="350530" y="467377"/>
                </a:cubicBezTo>
                <a:lnTo>
                  <a:pt x="220705" y="467377"/>
                </a:lnTo>
                <a:cubicBezTo>
                  <a:pt x="213529" y="467377"/>
                  <a:pt x="207722" y="461570"/>
                  <a:pt x="207722" y="454394"/>
                </a:cubicBezTo>
                <a:lnTo>
                  <a:pt x="207722" y="363515"/>
                </a:lnTo>
                <a:lnTo>
                  <a:pt x="116844" y="363515"/>
                </a:lnTo>
                <a:cubicBezTo>
                  <a:pt x="109668" y="363515"/>
                  <a:pt x="103861" y="357708"/>
                  <a:pt x="103861" y="350532"/>
                </a:cubicBezTo>
                <a:lnTo>
                  <a:pt x="103861" y="220705"/>
                </a:lnTo>
                <a:cubicBezTo>
                  <a:pt x="103861" y="213529"/>
                  <a:pt x="109668" y="207722"/>
                  <a:pt x="116844" y="207722"/>
                </a:cubicBezTo>
                <a:lnTo>
                  <a:pt x="207723" y="207722"/>
                </a:lnTo>
                <a:lnTo>
                  <a:pt x="207723" y="116844"/>
                </a:lnTo>
                <a:cubicBezTo>
                  <a:pt x="207723" y="109668"/>
                  <a:pt x="213530" y="103861"/>
                  <a:pt x="220706" y="103861"/>
                </a:cubicBezTo>
                <a:lnTo>
                  <a:pt x="350532" y="103861"/>
                </a:lnTo>
                <a:cubicBezTo>
                  <a:pt x="357708" y="103861"/>
                  <a:pt x="363515" y="109668"/>
                  <a:pt x="363515" y="116844"/>
                </a:cubicBezTo>
                <a:lnTo>
                  <a:pt x="363515" y="207723"/>
                </a:lnTo>
                <a:lnTo>
                  <a:pt x="454394" y="207723"/>
                </a:lnTo>
                <a:cubicBezTo>
                  <a:pt x="461570" y="207723"/>
                  <a:pt x="467377" y="213530"/>
                  <a:pt x="467377" y="220706"/>
                </a:cubicBezTo>
                <a:lnTo>
                  <a:pt x="467377" y="350532"/>
                </a:lnTo>
                <a:close/>
              </a:path>
            </a:pathLst>
          </a:custGeom>
          <a:solidFill>
            <a:schemeClr val="bg1"/>
          </a:solidFill>
          <a:ln w="1198" cap="flat">
            <a:noFill/>
            <a:prstDash val="solid"/>
            <a:miter/>
          </a:ln>
        </p:spPr>
        <p:txBody>
          <a:bodyPr rtlCol="0" anchor="ctr"/>
          <a:lstStyle/>
          <a:p>
            <a:endParaRPr lang="es-MX"/>
          </a:p>
        </p:txBody>
      </p:sp>
      <p:grpSp>
        <p:nvGrpSpPr>
          <p:cNvPr id="79" name="Gráfico 243">
            <a:extLst>
              <a:ext uri="{FF2B5EF4-FFF2-40B4-BE49-F238E27FC236}">
                <a16:creationId xmlns:a16="http://schemas.microsoft.com/office/drawing/2014/main" id="{8D92C010-9251-4846-954E-CD5B8B3B9B4D}"/>
              </a:ext>
            </a:extLst>
          </p:cNvPr>
          <p:cNvGrpSpPr/>
          <p:nvPr/>
        </p:nvGrpSpPr>
        <p:grpSpPr>
          <a:xfrm>
            <a:off x="4819612" y="7609017"/>
            <a:ext cx="1178852" cy="1178846"/>
            <a:chOff x="5171013" y="4285321"/>
            <a:chExt cx="570831" cy="570831"/>
          </a:xfrm>
          <a:solidFill>
            <a:schemeClr val="bg1"/>
          </a:solidFill>
        </p:grpSpPr>
        <p:sp>
          <p:nvSpPr>
            <p:cNvPr id="80" name="Forma libre 285">
              <a:extLst>
                <a:ext uri="{FF2B5EF4-FFF2-40B4-BE49-F238E27FC236}">
                  <a16:creationId xmlns:a16="http://schemas.microsoft.com/office/drawing/2014/main" id="{49FA8517-4A62-D24A-B14F-71CF0EE07178}"/>
                </a:ext>
              </a:extLst>
            </p:cNvPr>
            <p:cNvSpPr/>
            <p:nvPr/>
          </p:nvSpPr>
          <p:spPr>
            <a:xfrm>
              <a:off x="5253107" y="4576323"/>
              <a:ext cx="406641" cy="279828"/>
            </a:xfrm>
            <a:custGeom>
              <a:avLst/>
              <a:gdLst>
                <a:gd name="connsiteX0" fmla="*/ 405395 w 406641"/>
                <a:gd name="connsiteY0" fmla="*/ 27781 h 279828"/>
                <a:gd name="connsiteX1" fmla="*/ 393667 w 406641"/>
                <a:gd name="connsiteY1" fmla="*/ 20360 h 279828"/>
                <a:gd name="connsiteX2" fmla="*/ 294135 w 406641"/>
                <a:gd name="connsiteY2" fmla="*/ 20360 h 279828"/>
                <a:gd name="connsiteX3" fmla="*/ 263232 w 406641"/>
                <a:gd name="connsiteY3" fmla="*/ 5104 h 279828"/>
                <a:gd name="connsiteX4" fmla="*/ 250156 w 406641"/>
                <a:gd name="connsiteY4" fmla="*/ 304 h 279828"/>
                <a:gd name="connsiteX5" fmla="*/ 240270 w 406641"/>
                <a:gd name="connsiteY5" fmla="*/ 10087 h 279828"/>
                <a:gd name="connsiteX6" fmla="*/ 215361 w 406641"/>
                <a:gd name="connsiteY6" fmla="*/ 119764 h 279828"/>
                <a:gd name="connsiteX7" fmla="*/ 182045 w 406641"/>
                <a:gd name="connsiteY7" fmla="*/ 149785 h 279828"/>
                <a:gd name="connsiteX8" fmla="*/ 142580 w 406641"/>
                <a:gd name="connsiteY8" fmla="*/ 128586 h 279828"/>
                <a:gd name="connsiteX9" fmla="*/ 92061 w 406641"/>
                <a:gd name="connsiteY9" fmla="*/ 27524 h 279828"/>
                <a:gd name="connsiteX10" fmla="*/ 80437 w 406641"/>
                <a:gd name="connsiteY10" fmla="*/ 20363 h 279828"/>
                <a:gd name="connsiteX11" fmla="*/ 12974 w 406641"/>
                <a:gd name="connsiteY11" fmla="*/ 20363 h 279828"/>
                <a:gd name="connsiteX12" fmla="*/ 1247 w 406641"/>
                <a:gd name="connsiteY12" fmla="*/ 27783 h 279828"/>
                <a:gd name="connsiteX13" fmla="*/ 2907 w 406641"/>
                <a:gd name="connsiteY13" fmla="*/ 41536 h 279828"/>
                <a:gd name="connsiteX14" fmla="*/ 193253 w 406641"/>
                <a:gd name="connsiteY14" fmla="*/ 275055 h 279828"/>
                <a:gd name="connsiteX15" fmla="*/ 203321 w 406641"/>
                <a:gd name="connsiteY15" fmla="*/ 279829 h 279828"/>
                <a:gd name="connsiteX16" fmla="*/ 213388 w 406641"/>
                <a:gd name="connsiteY16" fmla="*/ 275055 h 279828"/>
                <a:gd name="connsiteX17" fmla="*/ 403735 w 406641"/>
                <a:gd name="connsiteY17" fmla="*/ 41532 h 279828"/>
                <a:gd name="connsiteX18" fmla="*/ 405395 w 406641"/>
                <a:gd name="connsiteY18" fmla="*/ 27781 h 279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6641" h="279828">
                  <a:moveTo>
                    <a:pt x="405395" y="27781"/>
                  </a:moveTo>
                  <a:cubicBezTo>
                    <a:pt x="403241" y="23240"/>
                    <a:pt x="398674" y="20360"/>
                    <a:pt x="393667" y="20360"/>
                  </a:cubicBezTo>
                  <a:lnTo>
                    <a:pt x="294135" y="20360"/>
                  </a:lnTo>
                  <a:cubicBezTo>
                    <a:pt x="281888" y="20360"/>
                    <a:pt x="270628" y="14808"/>
                    <a:pt x="263232" y="5104"/>
                  </a:cubicBezTo>
                  <a:cubicBezTo>
                    <a:pt x="260197" y="1108"/>
                    <a:pt x="255085" y="-786"/>
                    <a:pt x="250156" y="304"/>
                  </a:cubicBezTo>
                  <a:cubicBezTo>
                    <a:pt x="245252" y="1368"/>
                    <a:pt x="241386" y="5182"/>
                    <a:pt x="240270" y="10087"/>
                  </a:cubicBezTo>
                  <a:lnTo>
                    <a:pt x="215361" y="119764"/>
                  </a:lnTo>
                  <a:cubicBezTo>
                    <a:pt x="211703" y="135773"/>
                    <a:pt x="198314" y="147839"/>
                    <a:pt x="182045" y="149785"/>
                  </a:cubicBezTo>
                  <a:cubicBezTo>
                    <a:pt x="164635" y="151912"/>
                    <a:pt x="149871" y="143168"/>
                    <a:pt x="142580" y="128586"/>
                  </a:cubicBezTo>
                  <a:lnTo>
                    <a:pt x="92061" y="27524"/>
                  </a:lnTo>
                  <a:cubicBezTo>
                    <a:pt x="89830" y="23139"/>
                    <a:pt x="85341" y="20363"/>
                    <a:pt x="80437" y="20363"/>
                  </a:cubicBezTo>
                  <a:lnTo>
                    <a:pt x="12974" y="20363"/>
                  </a:lnTo>
                  <a:cubicBezTo>
                    <a:pt x="7966" y="20363"/>
                    <a:pt x="3400" y="23242"/>
                    <a:pt x="1247" y="27783"/>
                  </a:cubicBezTo>
                  <a:cubicBezTo>
                    <a:pt x="-881" y="32298"/>
                    <a:pt x="-258" y="37669"/>
                    <a:pt x="2907" y="41536"/>
                  </a:cubicBezTo>
                  <a:lnTo>
                    <a:pt x="193253" y="275055"/>
                  </a:lnTo>
                  <a:cubicBezTo>
                    <a:pt x="195718" y="278091"/>
                    <a:pt x="199429" y="279829"/>
                    <a:pt x="203321" y="279829"/>
                  </a:cubicBezTo>
                  <a:cubicBezTo>
                    <a:pt x="207213" y="279829"/>
                    <a:pt x="210923" y="278091"/>
                    <a:pt x="213388" y="275055"/>
                  </a:cubicBezTo>
                  <a:lnTo>
                    <a:pt x="403735" y="41532"/>
                  </a:lnTo>
                  <a:cubicBezTo>
                    <a:pt x="406900" y="37667"/>
                    <a:pt x="407522" y="32295"/>
                    <a:pt x="405395" y="27781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81" name="Forma libre 286">
              <a:extLst>
                <a:ext uri="{FF2B5EF4-FFF2-40B4-BE49-F238E27FC236}">
                  <a16:creationId xmlns:a16="http://schemas.microsoft.com/office/drawing/2014/main" id="{A25F3DE8-0B83-B74E-AC30-39F775A14F81}"/>
                </a:ext>
              </a:extLst>
            </p:cNvPr>
            <p:cNvSpPr/>
            <p:nvPr/>
          </p:nvSpPr>
          <p:spPr>
            <a:xfrm>
              <a:off x="5171013" y="4285321"/>
              <a:ext cx="570832" cy="415150"/>
            </a:xfrm>
            <a:custGeom>
              <a:avLst/>
              <a:gdLst>
                <a:gd name="connsiteX0" fmla="*/ 557858 w 570832"/>
                <a:gd name="connsiteY0" fmla="*/ 259468 h 415150"/>
                <a:gd name="connsiteX1" fmla="*/ 543691 w 570832"/>
                <a:gd name="connsiteY1" fmla="*/ 259468 h 415150"/>
                <a:gd name="connsiteX2" fmla="*/ 570831 w 570832"/>
                <a:gd name="connsiteY2" fmla="*/ 168655 h 415150"/>
                <a:gd name="connsiteX3" fmla="*/ 402176 w 570832"/>
                <a:gd name="connsiteY3" fmla="*/ 0 h 415150"/>
                <a:gd name="connsiteX4" fmla="*/ 285416 w 570832"/>
                <a:gd name="connsiteY4" fmla="*/ 47172 h 415150"/>
                <a:gd name="connsiteX5" fmla="*/ 168655 w 570832"/>
                <a:gd name="connsiteY5" fmla="*/ 0 h 415150"/>
                <a:gd name="connsiteX6" fmla="*/ 0 w 570832"/>
                <a:gd name="connsiteY6" fmla="*/ 168655 h 415150"/>
                <a:gd name="connsiteX7" fmla="*/ 27167 w 570832"/>
                <a:gd name="connsiteY7" fmla="*/ 259469 h 415150"/>
                <a:gd name="connsiteX8" fmla="*/ 12974 w 570832"/>
                <a:gd name="connsiteY8" fmla="*/ 259469 h 415150"/>
                <a:gd name="connsiteX9" fmla="*/ 0 w 570832"/>
                <a:gd name="connsiteY9" fmla="*/ 272442 h 415150"/>
                <a:gd name="connsiteX10" fmla="*/ 12973 w 570832"/>
                <a:gd name="connsiteY10" fmla="*/ 285416 h 415150"/>
                <a:gd name="connsiteX11" fmla="*/ 178566 w 570832"/>
                <a:gd name="connsiteY11" fmla="*/ 285416 h 415150"/>
                <a:gd name="connsiteX12" fmla="*/ 190165 w 570832"/>
                <a:gd name="connsiteY12" fmla="*/ 292577 h 415150"/>
                <a:gd name="connsiteX13" fmla="*/ 247871 w 570832"/>
                <a:gd name="connsiteY13" fmla="*/ 407962 h 415150"/>
                <a:gd name="connsiteX14" fmla="*/ 259469 w 570832"/>
                <a:gd name="connsiteY14" fmla="*/ 415150 h 415150"/>
                <a:gd name="connsiteX15" fmla="*/ 261026 w 570832"/>
                <a:gd name="connsiteY15" fmla="*/ 415072 h 415150"/>
                <a:gd name="connsiteX16" fmla="*/ 272131 w 570832"/>
                <a:gd name="connsiteY16" fmla="*/ 405057 h 415150"/>
                <a:gd name="connsiteX17" fmla="*/ 316423 w 570832"/>
                <a:gd name="connsiteY17" fmla="*/ 210118 h 415150"/>
                <a:gd name="connsiteX18" fmla="*/ 328852 w 570832"/>
                <a:gd name="connsiteY18" fmla="*/ 200051 h 415150"/>
                <a:gd name="connsiteX19" fmla="*/ 341358 w 570832"/>
                <a:gd name="connsiteY19" fmla="*/ 208899 h 415150"/>
                <a:gd name="connsiteX20" fmla="*/ 363906 w 570832"/>
                <a:gd name="connsiteY20" fmla="*/ 276542 h 415150"/>
                <a:gd name="connsiteX21" fmla="*/ 376231 w 570832"/>
                <a:gd name="connsiteY21" fmla="*/ 285416 h 415150"/>
                <a:gd name="connsiteX22" fmla="*/ 557859 w 570832"/>
                <a:gd name="connsiteY22" fmla="*/ 285416 h 415150"/>
                <a:gd name="connsiteX23" fmla="*/ 570832 w 570832"/>
                <a:gd name="connsiteY23" fmla="*/ 272442 h 415150"/>
                <a:gd name="connsiteX24" fmla="*/ 557858 w 570832"/>
                <a:gd name="connsiteY24" fmla="*/ 259468 h 415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0832" h="415150">
                  <a:moveTo>
                    <a:pt x="557858" y="259468"/>
                  </a:moveTo>
                  <a:lnTo>
                    <a:pt x="543691" y="259468"/>
                  </a:lnTo>
                  <a:cubicBezTo>
                    <a:pt x="561101" y="232406"/>
                    <a:pt x="570831" y="201062"/>
                    <a:pt x="570831" y="168655"/>
                  </a:cubicBezTo>
                  <a:cubicBezTo>
                    <a:pt x="570831" y="75661"/>
                    <a:pt x="495170" y="0"/>
                    <a:pt x="402176" y="0"/>
                  </a:cubicBezTo>
                  <a:cubicBezTo>
                    <a:pt x="358560" y="0"/>
                    <a:pt x="316759" y="17047"/>
                    <a:pt x="285416" y="47172"/>
                  </a:cubicBezTo>
                  <a:cubicBezTo>
                    <a:pt x="254072" y="17047"/>
                    <a:pt x="212271" y="0"/>
                    <a:pt x="168655" y="0"/>
                  </a:cubicBezTo>
                  <a:cubicBezTo>
                    <a:pt x="75661" y="0"/>
                    <a:pt x="0" y="75661"/>
                    <a:pt x="0" y="168655"/>
                  </a:cubicBezTo>
                  <a:cubicBezTo>
                    <a:pt x="0" y="200959"/>
                    <a:pt x="9652" y="232225"/>
                    <a:pt x="27167" y="259469"/>
                  </a:cubicBezTo>
                  <a:lnTo>
                    <a:pt x="12974" y="259469"/>
                  </a:lnTo>
                  <a:cubicBezTo>
                    <a:pt x="5812" y="259468"/>
                    <a:pt x="0" y="265280"/>
                    <a:pt x="0" y="272442"/>
                  </a:cubicBezTo>
                  <a:cubicBezTo>
                    <a:pt x="0" y="279605"/>
                    <a:pt x="5812" y="285416"/>
                    <a:pt x="12973" y="285416"/>
                  </a:cubicBezTo>
                  <a:lnTo>
                    <a:pt x="178566" y="285416"/>
                  </a:lnTo>
                  <a:cubicBezTo>
                    <a:pt x="183497" y="285416"/>
                    <a:pt x="187959" y="288166"/>
                    <a:pt x="190165" y="292577"/>
                  </a:cubicBezTo>
                  <a:lnTo>
                    <a:pt x="247871" y="407962"/>
                  </a:lnTo>
                  <a:cubicBezTo>
                    <a:pt x="250076" y="412425"/>
                    <a:pt x="254617" y="415150"/>
                    <a:pt x="259469" y="415150"/>
                  </a:cubicBezTo>
                  <a:cubicBezTo>
                    <a:pt x="259988" y="415150"/>
                    <a:pt x="260507" y="415125"/>
                    <a:pt x="261026" y="415072"/>
                  </a:cubicBezTo>
                  <a:cubicBezTo>
                    <a:pt x="266474" y="414423"/>
                    <a:pt x="270912" y="410402"/>
                    <a:pt x="272131" y="405057"/>
                  </a:cubicBezTo>
                  <a:lnTo>
                    <a:pt x="316423" y="210118"/>
                  </a:lnTo>
                  <a:cubicBezTo>
                    <a:pt x="317721" y="204488"/>
                    <a:pt x="322650" y="200336"/>
                    <a:pt x="328852" y="200051"/>
                  </a:cubicBezTo>
                  <a:cubicBezTo>
                    <a:pt x="334768" y="200051"/>
                    <a:pt x="339569" y="203423"/>
                    <a:pt x="341358" y="208899"/>
                  </a:cubicBezTo>
                  <a:lnTo>
                    <a:pt x="363906" y="276542"/>
                  </a:lnTo>
                  <a:cubicBezTo>
                    <a:pt x="365696" y="281836"/>
                    <a:pt x="370652" y="285416"/>
                    <a:pt x="376231" y="285416"/>
                  </a:cubicBezTo>
                  <a:lnTo>
                    <a:pt x="557859" y="285416"/>
                  </a:lnTo>
                  <a:cubicBezTo>
                    <a:pt x="565020" y="285416"/>
                    <a:pt x="570832" y="279604"/>
                    <a:pt x="570832" y="272442"/>
                  </a:cubicBezTo>
                  <a:cubicBezTo>
                    <a:pt x="570832" y="265281"/>
                    <a:pt x="565019" y="259468"/>
                    <a:pt x="557858" y="259468"/>
                  </a:cubicBezTo>
                  <a:close/>
                </a:path>
              </a:pathLst>
            </a:custGeom>
            <a:grpFill/>
            <a:ln w="10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82" name="Gráfico 245">
            <a:extLst>
              <a:ext uri="{FF2B5EF4-FFF2-40B4-BE49-F238E27FC236}">
                <a16:creationId xmlns:a16="http://schemas.microsoft.com/office/drawing/2014/main" id="{6D480106-1218-7F4E-AE0D-A1922318BA10}"/>
              </a:ext>
            </a:extLst>
          </p:cNvPr>
          <p:cNvGrpSpPr/>
          <p:nvPr/>
        </p:nvGrpSpPr>
        <p:grpSpPr>
          <a:xfrm>
            <a:off x="12155265" y="7609017"/>
            <a:ext cx="1207872" cy="1207872"/>
            <a:chOff x="9790237" y="2867934"/>
            <a:chExt cx="597977" cy="597977"/>
          </a:xfrm>
          <a:solidFill>
            <a:schemeClr val="bg1"/>
          </a:solidFill>
        </p:grpSpPr>
        <p:sp>
          <p:nvSpPr>
            <p:cNvPr id="83" name="Forma libre 378">
              <a:extLst>
                <a:ext uri="{FF2B5EF4-FFF2-40B4-BE49-F238E27FC236}">
                  <a16:creationId xmlns:a16="http://schemas.microsoft.com/office/drawing/2014/main" id="{50841163-7F94-E348-B728-C76BC2C650C7}"/>
                </a:ext>
              </a:extLst>
            </p:cNvPr>
            <p:cNvSpPr/>
            <p:nvPr/>
          </p:nvSpPr>
          <p:spPr>
            <a:xfrm>
              <a:off x="9789361" y="2966720"/>
              <a:ext cx="599145" cy="399430"/>
            </a:xfrm>
            <a:custGeom>
              <a:avLst/>
              <a:gdLst>
                <a:gd name="connsiteX0" fmla="*/ 593537 w 599144"/>
                <a:gd name="connsiteY0" fmla="*/ 28043 h 399429"/>
                <a:gd name="connsiteX1" fmla="*/ 582138 w 599144"/>
                <a:gd name="connsiteY1" fmla="*/ 26547 h 399429"/>
                <a:gd name="connsiteX2" fmla="*/ 480577 w 599144"/>
                <a:gd name="connsiteY2" fmla="*/ 63483 h 399429"/>
                <a:gd name="connsiteX3" fmla="*/ 452352 w 599144"/>
                <a:gd name="connsiteY3" fmla="*/ 89445 h 399429"/>
                <a:gd name="connsiteX4" fmla="*/ 449919 w 599144"/>
                <a:gd name="connsiteY4" fmla="*/ 96462 h 399429"/>
                <a:gd name="connsiteX5" fmla="*/ 367861 w 599144"/>
                <a:gd name="connsiteY5" fmla="*/ 64554 h 399429"/>
                <a:gd name="connsiteX6" fmla="*/ 250836 w 599144"/>
                <a:gd name="connsiteY6" fmla="*/ 76168 h 399429"/>
                <a:gd name="connsiteX7" fmla="*/ 189789 w 599144"/>
                <a:gd name="connsiteY7" fmla="*/ 80345 h 399429"/>
                <a:gd name="connsiteX8" fmla="*/ 151921 w 599144"/>
                <a:gd name="connsiteY8" fmla="*/ 83365 h 399429"/>
                <a:gd name="connsiteX9" fmla="*/ 147379 w 599144"/>
                <a:gd name="connsiteY9" fmla="*/ 64531 h 399429"/>
                <a:gd name="connsiteX10" fmla="*/ 119154 w 599144"/>
                <a:gd name="connsiteY10" fmla="*/ 38569 h 399429"/>
                <a:gd name="connsiteX11" fmla="*/ 17592 w 599144"/>
                <a:gd name="connsiteY11" fmla="*/ 1631 h 399429"/>
                <a:gd name="connsiteX12" fmla="*/ 6194 w 599144"/>
                <a:gd name="connsiteY12" fmla="*/ 3127 h 399429"/>
                <a:gd name="connsiteX13" fmla="*/ 876 w 599144"/>
                <a:gd name="connsiteY13" fmla="*/ 13335 h 399429"/>
                <a:gd name="connsiteX14" fmla="*/ 876 w 599144"/>
                <a:gd name="connsiteY14" fmla="*/ 262491 h 399429"/>
                <a:gd name="connsiteX15" fmla="*/ 13334 w 599144"/>
                <a:gd name="connsiteY15" fmla="*/ 274950 h 399429"/>
                <a:gd name="connsiteX16" fmla="*/ 49722 w 599144"/>
                <a:gd name="connsiteY16" fmla="*/ 274950 h 399429"/>
                <a:gd name="connsiteX17" fmla="*/ 88904 w 599144"/>
                <a:gd name="connsiteY17" fmla="*/ 255863 h 399429"/>
                <a:gd name="connsiteX18" fmla="*/ 105892 w 599144"/>
                <a:gd name="connsiteY18" fmla="*/ 268672 h 399429"/>
                <a:gd name="connsiteX19" fmla="*/ 143326 w 599144"/>
                <a:gd name="connsiteY19" fmla="*/ 297396 h 399429"/>
                <a:gd name="connsiteX20" fmla="*/ 256591 w 599144"/>
                <a:gd name="connsiteY20" fmla="*/ 385464 h 399429"/>
                <a:gd name="connsiteX21" fmla="*/ 299864 w 599144"/>
                <a:gd name="connsiteY21" fmla="*/ 399529 h 399429"/>
                <a:gd name="connsiteX22" fmla="*/ 329258 w 599144"/>
                <a:gd name="connsiteY22" fmla="*/ 391219 h 399429"/>
                <a:gd name="connsiteX23" fmla="*/ 360475 w 599144"/>
                <a:gd name="connsiteY23" fmla="*/ 390525 h 399429"/>
                <a:gd name="connsiteX24" fmla="*/ 383578 w 599144"/>
                <a:gd name="connsiteY24" fmla="*/ 367409 h 399429"/>
                <a:gd name="connsiteX25" fmla="*/ 414625 w 599144"/>
                <a:gd name="connsiteY25" fmla="*/ 362859 h 399429"/>
                <a:gd name="connsiteX26" fmla="*/ 434868 w 599144"/>
                <a:gd name="connsiteY26" fmla="*/ 342481 h 399429"/>
                <a:gd name="connsiteX27" fmla="*/ 462083 w 599144"/>
                <a:gd name="connsiteY27" fmla="*/ 333794 h 399429"/>
                <a:gd name="connsiteX28" fmla="*/ 478407 w 599144"/>
                <a:gd name="connsiteY28" fmla="*/ 296842 h 399429"/>
                <a:gd name="connsiteX29" fmla="*/ 510008 w 599144"/>
                <a:gd name="connsiteY29" fmla="*/ 279360 h 399429"/>
                <a:gd name="connsiteX30" fmla="*/ 550006 w 599144"/>
                <a:gd name="connsiteY30" fmla="*/ 299864 h 399429"/>
                <a:gd name="connsiteX31" fmla="*/ 586394 w 599144"/>
                <a:gd name="connsiteY31" fmla="*/ 299864 h 399429"/>
                <a:gd name="connsiteX32" fmla="*/ 598852 w 599144"/>
                <a:gd name="connsiteY32" fmla="*/ 287406 h 399429"/>
                <a:gd name="connsiteX33" fmla="*/ 598852 w 599144"/>
                <a:gd name="connsiteY33" fmla="*/ 38251 h 399429"/>
                <a:gd name="connsiteX34" fmla="*/ 593537 w 599144"/>
                <a:gd name="connsiteY34" fmla="*/ 28043 h 399429"/>
                <a:gd name="connsiteX35" fmla="*/ 446962 w 599144"/>
                <a:gd name="connsiteY35" fmla="*/ 314003 h 399429"/>
                <a:gd name="connsiteX36" fmla="*/ 434200 w 599144"/>
                <a:gd name="connsiteY36" fmla="*/ 316412 h 399429"/>
                <a:gd name="connsiteX37" fmla="*/ 433720 w 599144"/>
                <a:gd name="connsiteY37" fmla="*/ 316162 h 399429"/>
                <a:gd name="connsiteX38" fmla="*/ 433106 w 599144"/>
                <a:gd name="connsiteY38" fmla="*/ 315438 h 399429"/>
                <a:gd name="connsiteX39" fmla="*/ 359636 w 599144"/>
                <a:gd name="connsiteY39" fmla="*/ 241859 h 399429"/>
                <a:gd name="connsiteX40" fmla="*/ 342032 w 599144"/>
                <a:gd name="connsiteY40" fmla="*/ 241482 h 399429"/>
                <a:gd name="connsiteX41" fmla="*/ 341655 w 599144"/>
                <a:gd name="connsiteY41" fmla="*/ 259086 h 399429"/>
                <a:gd name="connsiteX42" fmla="*/ 412505 w 599144"/>
                <a:gd name="connsiteY42" fmla="*/ 330445 h 399429"/>
                <a:gd name="connsiteX43" fmla="*/ 403470 w 599144"/>
                <a:gd name="connsiteY43" fmla="*/ 340585 h 399429"/>
                <a:gd name="connsiteX44" fmla="*/ 384053 w 599144"/>
                <a:gd name="connsiteY44" fmla="*/ 341023 h 399429"/>
                <a:gd name="connsiteX45" fmla="*/ 383727 w 599144"/>
                <a:gd name="connsiteY45" fmla="*/ 340857 h 399429"/>
                <a:gd name="connsiteX46" fmla="*/ 383346 w 599144"/>
                <a:gd name="connsiteY46" fmla="*/ 340402 h 399429"/>
                <a:gd name="connsiteX47" fmla="*/ 322444 w 599144"/>
                <a:gd name="connsiteY47" fmla="*/ 279415 h 399429"/>
                <a:gd name="connsiteX48" fmla="*/ 304840 w 599144"/>
                <a:gd name="connsiteY48" fmla="*/ 278673 h 399429"/>
                <a:gd name="connsiteX49" fmla="*/ 304098 w 599144"/>
                <a:gd name="connsiteY49" fmla="*/ 296277 h 399429"/>
                <a:gd name="connsiteX50" fmla="*/ 361872 w 599144"/>
                <a:gd name="connsiteY50" fmla="*/ 354749 h 399429"/>
                <a:gd name="connsiteX51" fmla="*/ 350413 w 599144"/>
                <a:gd name="connsiteY51" fmla="*/ 367739 h 399429"/>
                <a:gd name="connsiteX52" fmla="*/ 333394 w 599144"/>
                <a:gd name="connsiteY52" fmla="*/ 365202 h 399429"/>
                <a:gd name="connsiteX53" fmla="*/ 272540 w 599144"/>
                <a:gd name="connsiteY53" fmla="*/ 304257 h 399429"/>
                <a:gd name="connsiteX54" fmla="*/ 254936 w 599144"/>
                <a:gd name="connsiteY54" fmla="*/ 303662 h 399429"/>
                <a:gd name="connsiteX55" fmla="*/ 254340 w 599144"/>
                <a:gd name="connsiteY55" fmla="*/ 321266 h 399429"/>
                <a:gd name="connsiteX56" fmla="*/ 306267 w 599144"/>
                <a:gd name="connsiteY56" fmla="*/ 374211 h 399429"/>
                <a:gd name="connsiteX57" fmla="*/ 299864 w 599144"/>
                <a:gd name="connsiteY57" fmla="*/ 374613 h 399429"/>
                <a:gd name="connsiteX58" fmla="*/ 270277 w 599144"/>
                <a:gd name="connsiteY58" fmla="*/ 364637 h 399429"/>
                <a:gd name="connsiteX59" fmla="*/ 159336 w 599144"/>
                <a:gd name="connsiteY59" fmla="*/ 278307 h 399429"/>
                <a:gd name="connsiteX60" fmla="*/ 120856 w 599144"/>
                <a:gd name="connsiteY60" fmla="*/ 248757 h 399429"/>
                <a:gd name="connsiteX61" fmla="*/ 100000 w 599144"/>
                <a:gd name="connsiteY61" fmla="*/ 232995 h 399429"/>
                <a:gd name="connsiteX62" fmla="*/ 146645 w 599144"/>
                <a:gd name="connsiteY62" fmla="*/ 108593 h 399429"/>
                <a:gd name="connsiteX63" fmla="*/ 191977 w 599144"/>
                <a:gd name="connsiteY63" fmla="*/ 105161 h 399429"/>
                <a:gd name="connsiteX64" fmla="*/ 220553 w 599144"/>
                <a:gd name="connsiteY64" fmla="*/ 102760 h 399429"/>
                <a:gd name="connsiteX65" fmla="*/ 188011 w 599144"/>
                <a:gd name="connsiteY65" fmla="*/ 167949 h 399429"/>
                <a:gd name="connsiteX66" fmla="*/ 205664 w 599144"/>
                <a:gd name="connsiteY66" fmla="*/ 194800 h 399429"/>
                <a:gd name="connsiteX67" fmla="*/ 227053 w 599144"/>
                <a:gd name="connsiteY67" fmla="*/ 200298 h 399429"/>
                <a:gd name="connsiteX68" fmla="*/ 281860 w 599144"/>
                <a:gd name="connsiteY68" fmla="*/ 174530 h 399429"/>
                <a:gd name="connsiteX69" fmla="*/ 310121 w 599144"/>
                <a:gd name="connsiteY69" fmla="*/ 165564 h 399429"/>
                <a:gd name="connsiteX70" fmla="*/ 364856 w 599144"/>
                <a:gd name="connsiteY70" fmla="*/ 212366 h 399429"/>
                <a:gd name="connsiteX71" fmla="*/ 451952 w 599144"/>
                <a:gd name="connsiteY71" fmla="*/ 294036 h 399429"/>
                <a:gd name="connsiteX72" fmla="*/ 446962 w 599144"/>
                <a:gd name="connsiteY72" fmla="*/ 314003 h 399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99144" h="399429">
                  <a:moveTo>
                    <a:pt x="593537" y="28043"/>
                  </a:moveTo>
                  <a:cubicBezTo>
                    <a:pt x="590215" y="25708"/>
                    <a:pt x="585957" y="25135"/>
                    <a:pt x="582138" y="26547"/>
                  </a:cubicBezTo>
                  <a:lnTo>
                    <a:pt x="480577" y="63483"/>
                  </a:lnTo>
                  <a:cubicBezTo>
                    <a:pt x="467986" y="68058"/>
                    <a:pt x="457960" y="77280"/>
                    <a:pt x="452352" y="89445"/>
                  </a:cubicBezTo>
                  <a:cubicBezTo>
                    <a:pt x="451301" y="91726"/>
                    <a:pt x="450611" y="94095"/>
                    <a:pt x="449919" y="96462"/>
                  </a:cubicBezTo>
                  <a:cubicBezTo>
                    <a:pt x="432480" y="91504"/>
                    <a:pt x="400070" y="81149"/>
                    <a:pt x="367861" y="64554"/>
                  </a:cubicBezTo>
                  <a:cubicBezTo>
                    <a:pt x="326304" y="43135"/>
                    <a:pt x="291130" y="45872"/>
                    <a:pt x="250836" y="76168"/>
                  </a:cubicBezTo>
                  <a:cubicBezTo>
                    <a:pt x="234636" y="76440"/>
                    <a:pt x="211999" y="78388"/>
                    <a:pt x="189789" y="80345"/>
                  </a:cubicBezTo>
                  <a:cubicBezTo>
                    <a:pt x="175823" y="81578"/>
                    <a:pt x="162624" y="82712"/>
                    <a:pt x="151921" y="83365"/>
                  </a:cubicBezTo>
                  <a:cubicBezTo>
                    <a:pt x="151658" y="76936"/>
                    <a:pt x="150154" y="70557"/>
                    <a:pt x="147379" y="64531"/>
                  </a:cubicBezTo>
                  <a:cubicBezTo>
                    <a:pt x="141771" y="52364"/>
                    <a:pt x="131746" y="43142"/>
                    <a:pt x="119154" y="38569"/>
                  </a:cubicBezTo>
                  <a:lnTo>
                    <a:pt x="17592" y="1631"/>
                  </a:lnTo>
                  <a:cubicBezTo>
                    <a:pt x="13785" y="232"/>
                    <a:pt x="9502" y="804"/>
                    <a:pt x="6194" y="3127"/>
                  </a:cubicBezTo>
                  <a:cubicBezTo>
                    <a:pt x="2859" y="5464"/>
                    <a:pt x="876" y="9271"/>
                    <a:pt x="876" y="13335"/>
                  </a:cubicBezTo>
                  <a:lnTo>
                    <a:pt x="876" y="262491"/>
                  </a:lnTo>
                  <a:cubicBezTo>
                    <a:pt x="876" y="269377"/>
                    <a:pt x="6448" y="274950"/>
                    <a:pt x="13334" y="274950"/>
                  </a:cubicBezTo>
                  <a:lnTo>
                    <a:pt x="49722" y="274950"/>
                  </a:lnTo>
                  <a:cubicBezTo>
                    <a:pt x="65198" y="274950"/>
                    <a:pt x="79596" y="267650"/>
                    <a:pt x="88904" y="255863"/>
                  </a:cubicBezTo>
                  <a:cubicBezTo>
                    <a:pt x="93861" y="259633"/>
                    <a:pt x="99734" y="264048"/>
                    <a:pt x="105892" y="268672"/>
                  </a:cubicBezTo>
                  <a:cubicBezTo>
                    <a:pt x="120430" y="279610"/>
                    <a:pt x="136343" y="291543"/>
                    <a:pt x="143326" y="297396"/>
                  </a:cubicBezTo>
                  <a:cubicBezTo>
                    <a:pt x="189715" y="336229"/>
                    <a:pt x="245484" y="378165"/>
                    <a:pt x="256591" y="385464"/>
                  </a:cubicBezTo>
                  <a:cubicBezTo>
                    <a:pt x="266968" y="392277"/>
                    <a:pt x="285654" y="399529"/>
                    <a:pt x="299864" y="399529"/>
                  </a:cubicBezTo>
                  <a:cubicBezTo>
                    <a:pt x="305424" y="399529"/>
                    <a:pt x="319427" y="399529"/>
                    <a:pt x="329258" y="391219"/>
                  </a:cubicBezTo>
                  <a:cubicBezTo>
                    <a:pt x="339392" y="395197"/>
                    <a:pt x="350316" y="395003"/>
                    <a:pt x="360475" y="390525"/>
                  </a:cubicBezTo>
                  <a:cubicBezTo>
                    <a:pt x="370609" y="386060"/>
                    <a:pt x="378809" y="377642"/>
                    <a:pt x="383578" y="367409"/>
                  </a:cubicBezTo>
                  <a:cubicBezTo>
                    <a:pt x="393310" y="369404"/>
                    <a:pt x="404491" y="367944"/>
                    <a:pt x="414625" y="362859"/>
                  </a:cubicBezTo>
                  <a:cubicBezTo>
                    <a:pt x="424126" y="358102"/>
                    <a:pt x="431122" y="350900"/>
                    <a:pt x="434868" y="342481"/>
                  </a:cubicBezTo>
                  <a:cubicBezTo>
                    <a:pt x="443871" y="343308"/>
                    <a:pt x="453483" y="340377"/>
                    <a:pt x="462083" y="333794"/>
                  </a:cubicBezTo>
                  <a:cubicBezTo>
                    <a:pt x="474372" y="324401"/>
                    <a:pt x="479999" y="310528"/>
                    <a:pt x="478407" y="296842"/>
                  </a:cubicBezTo>
                  <a:lnTo>
                    <a:pt x="510008" y="279360"/>
                  </a:lnTo>
                  <a:cubicBezTo>
                    <a:pt x="519262" y="291904"/>
                    <a:pt x="533971" y="299864"/>
                    <a:pt x="550006" y="299864"/>
                  </a:cubicBezTo>
                  <a:lnTo>
                    <a:pt x="586394" y="299864"/>
                  </a:lnTo>
                  <a:cubicBezTo>
                    <a:pt x="593280" y="299864"/>
                    <a:pt x="598852" y="294292"/>
                    <a:pt x="598852" y="287406"/>
                  </a:cubicBezTo>
                  <a:lnTo>
                    <a:pt x="598852" y="38251"/>
                  </a:lnTo>
                  <a:cubicBezTo>
                    <a:pt x="598853" y="34187"/>
                    <a:pt x="596870" y="30379"/>
                    <a:pt x="593537" y="28043"/>
                  </a:cubicBezTo>
                  <a:close/>
                  <a:moveTo>
                    <a:pt x="446962" y="314003"/>
                  </a:moveTo>
                  <a:cubicBezTo>
                    <a:pt x="442740" y="317239"/>
                    <a:pt x="436828" y="319040"/>
                    <a:pt x="434200" y="316412"/>
                  </a:cubicBezTo>
                  <a:cubicBezTo>
                    <a:pt x="434066" y="316278"/>
                    <a:pt x="433858" y="316291"/>
                    <a:pt x="433720" y="316162"/>
                  </a:cubicBezTo>
                  <a:cubicBezTo>
                    <a:pt x="433482" y="315941"/>
                    <a:pt x="433364" y="315644"/>
                    <a:pt x="433106" y="315438"/>
                  </a:cubicBezTo>
                  <a:cubicBezTo>
                    <a:pt x="424200" y="308406"/>
                    <a:pt x="384296" y="267578"/>
                    <a:pt x="359636" y="241859"/>
                  </a:cubicBezTo>
                  <a:cubicBezTo>
                    <a:pt x="354880" y="236883"/>
                    <a:pt x="346984" y="236700"/>
                    <a:pt x="342032" y="241482"/>
                  </a:cubicBezTo>
                  <a:cubicBezTo>
                    <a:pt x="337057" y="246239"/>
                    <a:pt x="336886" y="254122"/>
                    <a:pt x="341655" y="259086"/>
                  </a:cubicBezTo>
                  <a:cubicBezTo>
                    <a:pt x="347443" y="265127"/>
                    <a:pt x="393908" y="313520"/>
                    <a:pt x="412505" y="330445"/>
                  </a:cubicBezTo>
                  <a:cubicBezTo>
                    <a:pt x="411116" y="335915"/>
                    <a:pt x="406045" y="339293"/>
                    <a:pt x="403470" y="340585"/>
                  </a:cubicBezTo>
                  <a:cubicBezTo>
                    <a:pt x="395489" y="344587"/>
                    <a:pt x="387168" y="343918"/>
                    <a:pt x="384053" y="341023"/>
                  </a:cubicBezTo>
                  <a:cubicBezTo>
                    <a:pt x="383961" y="340936"/>
                    <a:pt x="383822" y="340941"/>
                    <a:pt x="383727" y="340857"/>
                  </a:cubicBezTo>
                  <a:cubicBezTo>
                    <a:pt x="383575" y="340721"/>
                    <a:pt x="383508" y="340531"/>
                    <a:pt x="383346" y="340402"/>
                  </a:cubicBezTo>
                  <a:cubicBezTo>
                    <a:pt x="368406" y="328467"/>
                    <a:pt x="330924" y="288636"/>
                    <a:pt x="322444" y="279415"/>
                  </a:cubicBezTo>
                  <a:cubicBezTo>
                    <a:pt x="317784" y="274341"/>
                    <a:pt x="309913" y="274025"/>
                    <a:pt x="304840" y="278673"/>
                  </a:cubicBezTo>
                  <a:cubicBezTo>
                    <a:pt x="299779" y="283333"/>
                    <a:pt x="299438" y="291216"/>
                    <a:pt x="304098" y="296277"/>
                  </a:cubicBezTo>
                  <a:cubicBezTo>
                    <a:pt x="304507" y="296720"/>
                    <a:pt x="341240" y="336344"/>
                    <a:pt x="361872" y="354749"/>
                  </a:cubicBezTo>
                  <a:cubicBezTo>
                    <a:pt x="359844" y="360575"/>
                    <a:pt x="355713" y="365399"/>
                    <a:pt x="350413" y="367739"/>
                  </a:cubicBezTo>
                  <a:cubicBezTo>
                    <a:pt x="346502" y="369477"/>
                    <a:pt x="340384" y="370368"/>
                    <a:pt x="333394" y="365202"/>
                  </a:cubicBezTo>
                  <a:cubicBezTo>
                    <a:pt x="315504" y="350033"/>
                    <a:pt x="279601" y="311815"/>
                    <a:pt x="272540" y="304257"/>
                  </a:cubicBezTo>
                  <a:cubicBezTo>
                    <a:pt x="267856" y="299220"/>
                    <a:pt x="259948" y="298966"/>
                    <a:pt x="254936" y="303662"/>
                  </a:cubicBezTo>
                  <a:cubicBezTo>
                    <a:pt x="249911" y="308358"/>
                    <a:pt x="249644" y="316242"/>
                    <a:pt x="254340" y="321266"/>
                  </a:cubicBezTo>
                  <a:cubicBezTo>
                    <a:pt x="262712" y="330226"/>
                    <a:pt x="287456" y="356453"/>
                    <a:pt x="306267" y="374211"/>
                  </a:cubicBezTo>
                  <a:cubicBezTo>
                    <a:pt x="304166" y="374467"/>
                    <a:pt x="301960" y="374613"/>
                    <a:pt x="299864" y="374613"/>
                  </a:cubicBezTo>
                  <a:cubicBezTo>
                    <a:pt x="291615" y="374613"/>
                    <a:pt x="277443" y="369346"/>
                    <a:pt x="270277" y="364637"/>
                  </a:cubicBezTo>
                  <a:cubicBezTo>
                    <a:pt x="261543" y="358894"/>
                    <a:pt x="206698" y="317969"/>
                    <a:pt x="159336" y="278307"/>
                  </a:cubicBezTo>
                  <a:cubicBezTo>
                    <a:pt x="152171" y="272297"/>
                    <a:pt x="135820" y="259998"/>
                    <a:pt x="120856" y="248757"/>
                  </a:cubicBezTo>
                  <a:cubicBezTo>
                    <a:pt x="112835" y="242736"/>
                    <a:pt x="105446" y="237185"/>
                    <a:pt x="100000" y="232995"/>
                  </a:cubicBezTo>
                  <a:lnTo>
                    <a:pt x="146645" y="108593"/>
                  </a:lnTo>
                  <a:cubicBezTo>
                    <a:pt x="158752" y="108064"/>
                    <a:pt x="174894" y="106668"/>
                    <a:pt x="191977" y="105161"/>
                  </a:cubicBezTo>
                  <a:cubicBezTo>
                    <a:pt x="201640" y="104310"/>
                    <a:pt x="211310" y="103480"/>
                    <a:pt x="220553" y="102760"/>
                  </a:cubicBezTo>
                  <a:cubicBezTo>
                    <a:pt x="206348" y="117336"/>
                    <a:pt x="185227" y="143465"/>
                    <a:pt x="188011" y="167949"/>
                  </a:cubicBezTo>
                  <a:cubicBezTo>
                    <a:pt x="189289" y="179093"/>
                    <a:pt x="195384" y="188376"/>
                    <a:pt x="205664" y="194800"/>
                  </a:cubicBezTo>
                  <a:cubicBezTo>
                    <a:pt x="211504" y="198449"/>
                    <a:pt x="218707" y="200298"/>
                    <a:pt x="227053" y="200298"/>
                  </a:cubicBezTo>
                  <a:cubicBezTo>
                    <a:pt x="244754" y="200298"/>
                    <a:pt x="268210" y="191478"/>
                    <a:pt x="281860" y="174530"/>
                  </a:cubicBezTo>
                  <a:cubicBezTo>
                    <a:pt x="293575" y="172839"/>
                    <a:pt x="301483" y="169847"/>
                    <a:pt x="310121" y="165564"/>
                  </a:cubicBezTo>
                  <a:cubicBezTo>
                    <a:pt x="324720" y="179287"/>
                    <a:pt x="344295" y="195420"/>
                    <a:pt x="364856" y="212366"/>
                  </a:cubicBezTo>
                  <a:cubicBezTo>
                    <a:pt x="400648" y="241856"/>
                    <a:pt x="441221" y="275288"/>
                    <a:pt x="451952" y="294036"/>
                  </a:cubicBezTo>
                  <a:cubicBezTo>
                    <a:pt x="457923" y="304464"/>
                    <a:pt x="449639" y="311959"/>
                    <a:pt x="446962" y="31400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0DC7C2B-3863-7A45-A6E6-085E16A65615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32" name="CuadroTexto 350">
              <a:extLst>
                <a:ext uri="{FF2B5EF4-FFF2-40B4-BE49-F238E27FC236}">
                  <a16:creationId xmlns:a16="http://schemas.microsoft.com/office/drawing/2014/main" id="{20190570-A4D6-1C4D-9AE9-535E2063E15F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34" name="CuadroTexto 351">
              <a:extLst>
                <a:ext uri="{FF2B5EF4-FFF2-40B4-BE49-F238E27FC236}">
                  <a16:creationId xmlns:a16="http://schemas.microsoft.com/office/drawing/2014/main" id="{C93DD7C6-A4BC-E04F-9803-1D5F9A4B1580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733DCD-9D63-404C-9549-188746AA9D44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7668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B4CB1F3-04CA-C140-A4FF-5F6F9DC890DD}"/>
              </a:ext>
            </a:extLst>
          </p:cNvPr>
          <p:cNvGrpSpPr/>
          <p:nvPr/>
        </p:nvGrpSpPr>
        <p:grpSpPr>
          <a:xfrm>
            <a:off x="2847975" y="4963276"/>
            <a:ext cx="18691226" cy="6952341"/>
            <a:chOff x="3505379" y="4701685"/>
            <a:chExt cx="17376417" cy="6463290"/>
          </a:xfrm>
        </p:grpSpPr>
        <p:sp>
          <p:nvSpPr>
            <p:cNvPr id="31" name="AutoShape 92">
              <a:extLst>
                <a:ext uri="{FF2B5EF4-FFF2-40B4-BE49-F238E27FC236}">
                  <a16:creationId xmlns:a16="http://schemas.microsoft.com/office/drawing/2014/main" id="{8F23EE30-4688-414C-B666-29C01A37DC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3505379" y="5855049"/>
              <a:ext cx="4059678" cy="4059678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2" name="AutoShape 92">
              <a:extLst>
                <a:ext uri="{FF2B5EF4-FFF2-40B4-BE49-F238E27FC236}">
                  <a16:creationId xmlns:a16="http://schemas.microsoft.com/office/drawing/2014/main" id="{78CDDB6E-5478-144D-B219-1486D7AD6D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6822118" y="5855046"/>
              <a:ext cx="4059678" cy="4059678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0343E2-AFA9-D146-862E-EEE6D6F06128}"/>
                </a:ext>
              </a:extLst>
            </p:cNvPr>
            <p:cNvSpPr/>
            <p:nvPr/>
          </p:nvSpPr>
          <p:spPr>
            <a:xfrm>
              <a:off x="8322465" y="5732158"/>
              <a:ext cx="7732720" cy="2056068"/>
            </a:xfrm>
            <a:prstGeom prst="rect">
              <a:avLst/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Century Gothic" panose="020B0502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E60FCEF-8160-BA48-8445-36C0B4412AE9}"/>
                </a:ext>
              </a:extLst>
            </p:cNvPr>
            <p:cNvSpPr/>
            <p:nvPr/>
          </p:nvSpPr>
          <p:spPr>
            <a:xfrm>
              <a:off x="8322465" y="8148636"/>
              <a:ext cx="7732720" cy="2056068"/>
            </a:xfrm>
            <a:prstGeom prst="rect">
              <a:avLst/>
            </a:prstGeom>
            <a:noFill/>
            <a:ln w="635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Century Gothic" panose="020B0502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8A4726-2B22-824C-992F-B95C54D0A224}"/>
                </a:ext>
              </a:extLst>
            </p:cNvPr>
            <p:cNvSpPr txBox="1"/>
            <p:nvPr/>
          </p:nvSpPr>
          <p:spPr>
            <a:xfrm>
              <a:off x="10454439" y="4701685"/>
              <a:ext cx="3468772" cy="658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1"/>
                  </a:solidFill>
                  <a:latin typeface="Century Gothic" panose="020B0502020202020204" pitchFamily="34" charset="0"/>
                  <a:cs typeface="Poppins Medium" pitchFamily="2" charset="77"/>
                </a:rPr>
                <a:t>Hospitals</a:t>
              </a:r>
              <a:endParaRPr lang="ko-KR" altLang="en-US" sz="4000" b="1" dirty="0">
                <a:solidFill>
                  <a:schemeClr val="accent1"/>
                </a:solidFill>
                <a:latin typeface="Century Gothic" panose="020B0502020202020204" pitchFamily="34" charset="0"/>
                <a:cs typeface="Poppins Medium" pitchFamily="2" charset="7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47B8E48-2F36-8243-ADB9-4D42CE65ABB1}"/>
                </a:ext>
              </a:extLst>
            </p:cNvPr>
            <p:cNvSpPr txBox="1"/>
            <p:nvPr/>
          </p:nvSpPr>
          <p:spPr>
            <a:xfrm>
              <a:off x="10493804" y="10506884"/>
              <a:ext cx="3390042" cy="658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b="1" dirty="0">
                  <a:solidFill>
                    <a:schemeClr val="accent2"/>
                  </a:solidFill>
                  <a:latin typeface="Century Gothic" panose="020B0502020202020204" pitchFamily="34" charset="0"/>
                  <a:cs typeface="Poppins Medium" pitchFamily="2" charset="77"/>
                </a:rPr>
                <a:t>Doctors</a:t>
              </a:r>
              <a:endParaRPr lang="ko-KR" altLang="en-US" sz="4000" b="1" dirty="0">
                <a:solidFill>
                  <a:schemeClr val="accent2"/>
                </a:solidFill>
                <a:latin typeface="Century Gothic" panose="020B0502020202020204" pitchFamily="34" charset="0"/>
                <a:cs typeface="Poppins Medium" pitchFamily="2" charset="77"/>
              </a:endParaRPr>
            </a:p>
          </p:txBody>
        </p:sp>
        <p:sp>
          <p:nvSpPr>
            <p:cNvPr id="54" name="Gráfico 239">
              <a:extLst>
                <a:ext uri="{FF2B5EF4-FFF2-40B4-BE49-F238E27FC236}">
                  <a16:creationId xmlns:a16="http://schemas.microsoft.com/office/drawing/2014/main" id="{286AEA82-E818-AB4F-8DB8-2C7A7F3D37BD}"/>
                </a:ext>
              </a:extLst>
            </p:cNvPr>
            <p:cNvSpPr/>
            <p:nvPr/>
          </p:nvSpPr>
          <p:spPr>
            <a:xfrm>
              <a:off x="4826609" y="7183551"/>
              <a:ext cx="1441608" cy="1441604"/>
            </a:xfrm>
            <a:custGeom>
              <a:avLst/>
              <a:gdLst>
                <a:gd name="connsiteX0" fmla="*/ 519307 w 571237"/>
                <a:gd name="connsiteY0" fmla="*/ 0 h 571237"/>
                <a:gd name="connsiteX1" fmla="*/ 51931 w 571237"/>
                <a:gd name="connsiteY1" fmla="*/ 0 h 571237"/>
                <a:gd name="connsiteX2" fmla="*/ 0 w 571237"/>
                <a:gd name="connsiteY2" fmla="*/ 51931 h 571237"/>
                <a:gd name="connsiteX3" fmla="*/ 0 w 571237"/>
                <a:gd name="connsiteY3" fmla="*/ 519307 h 571237"/>
                <a:gd name="connsiteX4" fmla="*/ 51931 w 571237"/>
                <a:gd name="connsiteY4" fmla="*/ 571238 h 571237"/>
                <a:gd name="connsiteX5" fmla="*/ 519307 w 571237"/>
                <a:gd name="connsiteY5" fmla="*/ 571238 h 571237"/>
                <a:gd name="connsiteX6" fmla="*/ 571238 w 571237"/>
                <a:gd name="connsiteY6" fmla="*/ 519307 h 571237"/>
                <a:gd name="connsiteX7" fmla="*/ 571238 w 571237"/>
                <a:gd name="connsiteY7" fmla="*/ 51931 h 571237"/>
                <a:gd name="connsiteX8" fmla="*/ 519307 w 571237"/>
                <a:gd name="connsiteY8" fmla="*/ 0 h 571237"/>
                <a:gd name="connsiteX9" fmla="*/ 467376 w 571237"/>
                <a:gd name="connsiteY9" fmla="*/ 350532 h 571237"/>
                <a:gd name="connsiteX10" fmla="*/ 454392 w 571237"/>
                <a:gd name="connsiteY10" fmla="*/ 363515 h 571237"/>
                <a:gd name="connsiteX11" fmla="*/ 363513 w 571237"/>
                <a:gd name="connsiteY11" fmla="*/ 363515 h 571237"/>
                <a:gd name="connsiteX12" fmla="*/ 363513 w 571237"/>
                <a:gd name="connsiteY12" fmla="*/ 454394 h 571237"/>
                <a:gd name="connsiteX13" fmla="*/ 350530 w 571237"/>
                <a:gd name="connsiteY13" fmla="*/ 467377 h 571237"/>
                <a:gd name="connsiteX14" fmla="*/ 220705 w 571237"/>
                <a:gd name="connsiteY14" fmla="*/ 467377 h 571237"/>
                <a:gd name="connsiteX15" fmla="*/ 207722 w 571237"/>
                <a:gd name="connsiteY15" fmla="*/ 454394 h 571237"/>
                <a:gd name="connsiteX16" fmla="*/ 207722 w 571237"/>
                <a:gd name="connsiteY16" fmla="*/ 363515 h 571237"/>
                <a:gd name="connsiteX17" fmla="*/ 116844 w 571237"/>
                <a:gd name="connsiteY17" fmla="*/ 363515 h 571237"/>
                <a:gd name="connsiteX18" fmla="*/ 103861 w 571237"/>
                <a:gd name="connsiteY18" fmla="*/ 350532 h 571237"/>
                <a:gd name="connsiteX19" fmla="*/ 103861 w 571237"/>
                <a:gd name="connsiteY19" fmla="*/ 220705 h 571237"/>
                <a:gd name="connsiteX20" fmla="*/ 116844 w 571237"/>
                <a:gd name="connsiteY20" fmla="*/ 207722 h 571237"/>
                <a:gd name="connsiteX21" fmla="*/ 207723 w 571237"/>
                <a:gd name="connsiteY21" fmla="*/ 207722 h 571237"/>
                <a:gd name="connsiteX22" fmla="*/ 207723 w 571237"/>
                <a:gd name="connsiteY22" fmla="*/ 116844 h 571237"/>
                <a:gd name="connsiteX23" fmla="*/ 220706 w 571237"/>
                <a:gd name="connsiteY23" fmla="*/ 103861 h 571237"/>
                <a:gd name="connsiteX24" fmla="*/ 350532 w 571237"/>
                <a:gd name="connsiteY24" fmla="*/ 103861 h 571237"/>
                <a:gd name="connsiteX25" fmla="*/ 363515 w 571237"/>
                <a:gd name="connsiteY25" fmla="*/ 116844 h 571237"/>
                <a:gd name="connsiteX26" fmla="*/ 363515 w 571237"/>
                <a:gd name="connsiteY26" fmla="*/ 207723 h 571237"/>
                <a:gd name="connsiteX27" fmla="*/ 454394 w 571237"/>
                <a:gd name="connsiteY27" fmla="*/ 207723 h 571237"/>
                <a:gd name="connsiteX28" fmla="*/ 467377 w 571237"/>
                <a:gd name="connsiteY28" fmla="*/ 220706 h 571237"/>
                <a:gd name="connsiteX29" fmla="*/ 467377 w 571237"/>
                <a:gd name="connsiteY29" fmla="*/ 350532 h 57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71237" h="571237">
                  <a:moveTo>
                    <a:pt x="519307" y="0"/>
                  </a:moveTo>
                  <a:lnTo>
                    <a:pt x="51931" y="0"/>
                  </a:lnTo>
                  <a:cubicBezTo>
                    <a:pt x="23290" y="0"/>
                    <a:pt x="0" y="23290"/>
                    <a:pt x="0" y="51931"/>
                  </a:cubicBezTo>
                  <a:lnTo>
                    <a:pt x="0" y="519307"/>
                  </a:lnTo>
                  <a:cubicBezTo>
                    <a:pt x="0" y="547947"/>
                    <a:pt x="23290" y="571238"/>
                    <a:pt x="51931" y="571238"/>
                  </a:cubicBezTo>
                  <a:lnTo>
                    <a:pt x="519307" y="571238"/>
                  </a:lnTo>
                  <a:cubicBezTo>
                    <a:pt x="547947" y="571238"/>
                    <a:pt x="571238" y="547948"/>
                    <a:pt x="571238" y="519307"/>
                  </a:cubicBezTo>
                  <a:lnTo>
                    <a:pt x="571238" y="51931"/>
                  </a:lnTo>
                  <a:cubicBezTo>
                    <a:pt x="571236" y="23290"/>
                    <a:pt x="547947" y="0"/>
                    <a:pt x="519307" y="0"/>
                  </a:cubicBezTo>
                  <a:close/>
                  <a:moveTo>
                    <a:pt x="467376" y="350532"/>
                  </a:moveTo>
                  <a:cubicBezTo>
                    <a:pt x="467376" y="357708"/>
                    <a:pt x="461569" y="363515"/>
                    <a:pt x="454392" y="363515"/>
                  </a:cubicBezTo>
                  <a:lnTo>
                    <a:pt x="363513" y="363515"/>
                  </a:lnTo>
                  <a:lnTo>
                    <a:pt x="363513" y="454394"/>
                  </a:lnTo>
                  <a:cubicBezTo>
                    <a:pt x="363513" y="461570"/>
                    <a:pt x="357707" y="467377"/>
                    <a:pt x="350530" y="467377"/>
                  </a:cubicBezTo>
                  <a:lnTo>
                    <a:pt x="220705" y="467377"/>
                  </a:lnTo>
                  <a:cubicBezTo>
                    <a:pt x="213529" y="467377"/>
                    <a:pt x="207722" y="461570"/>
                    <a:pt x="207722" y="454394"/>
                  </a:cubicBezTo>
                  <a:lnTo>
                    <a:pt x="207722" y="363515"/>
                  </a:lnTo>
                  <a:lnTo>
                    <a:pt x="116844" y="363515"/>
                  </a:lnTo>
                  <a:cubicBezTo>
                    <a:pt x="109668" y="363515"/>
                    <a:pt x="103861" y="357708"/>
                    <a:pt x="103861" y="350532"/>
                  </a:cubicBezTo>
                  <a:lnTo>
                    <a:pt x="103861" y="220705"/>
                  </a:lnTo>
                  <a:cubicBezTo>
                    <a:pt x="103861" y="213529"/>
                    <a:pt x="109668" y="207722"/>
                    <a:pt x="116844" y="207722"/>
                  </a:cubicBezTo>
                  <a:lnTo>
                    <a:pt x="207723" y="207722"/>
                  </a:lnTo>
                  <a:lnTo>
                    <a:pt x="207723" y="116844"/>
                  </a:lnTo>
                  <a:cubicBezTo>
                    <a:pt x="207723" y="109668"/>
                    <a:pt x="213530" y="103861"/>
                    <a:pt x="220706" y="103861"/>
                  </a:cubicBezTo>
                  <a:lnTo>
                    <a:pt x="350532" y="103861"/>
                  </a:lnTo>
                  <a:cubicBezTo>
                    <a:pt x="357708" y="103861"/>
                    <a:pt x="363515" y="109668"/>
                    <a:pt x="363515" y="116844"/>
                  </a:cubicBezTo>
                  <a:lnTo>
                    <a:pt x="363515" y="207723"/>
                  </a:lnTo>
                  <a:lnTo>
                    <a:pt x="454394" y="207723"/>
                  </a:lnTo>
                  <a:cubicBezTo>
                    <a:pt x="461570" y="207723"/>
                    <a:pt x="467377" y="213530"/>
                    <a:pt x="467377" y="220706"/>
                  </a:cubicBezTo>
                  <a:lnTo>
                    <a:pt x="467377" y="350532"/>
                  </a:lnTo>
                  <a:close/>
                </a:path>
              </a:pathLst>
            </a:custGeom>
            <a:solidFill>
              <a:schemeClr val="bg1"/>
            </a:solidFill>
            <a:ln w="1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grpSp>
          <p:nvGrpSpPr>
            <p:cNvPr id="60" name="Gráfico 240">
              <a:extLst>
                <a:ext uri="{FF2B5EF4-FFF2-40B4-BE49-F238E27FC236}">
                  <a16:creationId xmlns:a16="http://schemas.microsoft.com/office/drawing/2014/main" id="{8F3681C6-3B5D-984D-BCF6-FE5C47DBCF3F}"/>
                </a:ext>
              </a:extLst>
            </p:cNvPr>
            <p:cNvGrpSpPr/>
            <p:nvPr/>
          </p:nvGrpSpPr>
          <p:grpSpPr>
            <a:xfrm>
              <a:off x="18026471" y="7091522"/>
              <a:ext cx="1650972" cy="1650968"/>
              <a:chOff x="6279542" y="4183091"/>
              <a:chExt cx="654197" cy="654197"/>
            </a:xfrm>
            <a:solidFill>
              <a:schemeClr val="bg1"/>
            </a:solidFill>
          </p:grpSpPr>
          <p:sp>
            <p:nvSpPr>
              <p:cNvPr id="61" name="Forma libre 397">
                <a:extLst>
                  <a:ext uri="{FF2B5EF4-FFF2-40B4-BE49-F238E27FC236}">
                    <a16:creationId xmlns:a16="http://schemas.microsoft.com/office/drawing/2014/main" id="{F377BD22-9F21-9D4B-A097-4F1DBE9B47D3}"/>
                  </a:ext>
                </a:extLst>
              </p:cNvPr>
              <p:cNvSpPr/>
              <p:nvPr/>
            </p:nvSpPr>
            <p:spPr>
              <a:xfrm>
                <a:off x="6278584" y="4236648"/>
                <a:ext cx="655475" cy="273434"/>
              </a:xfrm>
              <a:custGeom>
                <a:avLst/>
                <a:gdLst>
                  <a:gd name="connsiteX0" fmla="*/ 600638 w 655474"/>
                  <a:gd name="connsiteY0" fmla="*/ 82734 h 273433"/>
                  <a:gd name="connsiteX1" fmla="*/ 464348 w 655474"/>
                  <a:gd name="connsiteY1" fmla="*/ 82734 h 273433"/>
                  <a:gd name="connsiteX2" fmla="*/ 464348 w 655474"/>
                  <a:gd name="connsiteY2" fmla="*/ 55475 h 273433"/>
                  <a:gd name="connsiteX3" fmla="*/ 409831 w 655474"/>
                  <a:gd name="connsiteY3" fmla="*/ 958 h 273433"/>
                  <a:gd name="connsiteX4" fmla="*/ 246282 w 655474"/>
                  <a:gd name="connsiteY4" fmla="*/ 958 h 273433"/>
                  <a:gd name="connsiteX5" fmla="*/ 191765 w 655474"/>
                  <a:gd name="connsiteY5" fmla="*/ 55475 h 273433"/>
                  <a:gd name="connsiteX6" fmla="*/ 191765 w 655474"/>
                  <a:gd name="connsiteY6" fmla="*/ 82733 h 273433"/>
                  <a:gd name="connsiteX7" fmla="*/ 55475 w 655474"/>
                  <a:gd name="connsiteY7" fmla="*/ 82733 h 273433"/>
                  <a:gd name="connsiteX8" fmla="*/ 958 w 655474"/>
                  <a:gd name="connsiteY8" fmla="*/ 137250 h 273433"/>
                  <a:gd name="connsiteX9" fmla="*/ 958 w 655474"/>
                  <a:gd name="connsiteY9" fmla="*/ 219024 h 273433"/>
                  <a:gd name="connsiteX10" fmla="*/ 55475 w 655474"/>
                  <a:gd name="connsiteY10" fmla="*/ 273541 h 273433"/>
                  <a:gd name="connsiteX11" fmla="*/ 273541 w 655474"/>
                  <a:gd name="connsiteY11" fmla="*/ 273541 h 273433"/>
                  <a:gd name="connsiteX12" fmla="*/ 273541 w 655474"/>
                  <a:gd name="connsiteY12" fmla="*/ 259912 h 273433"/>
                  <a:gd name="connsiteX13" fmla="*/ 287171 w 655474"/>
                  <a:gd name="connsiteY13" fmla="*/ 246282 h 273433"/>
                  <a:gd name="connsiteX14" fmla="*/ 368945 w 655474"/>
                  <a:gd name="connsiteY14" fmla="*/ 246282 h 273433"/>
                  <a:gd name="connsiteX15" fmla="*/ 382575 w 655474"/>
                  <a:gd name="connsiteY15" fmla="*/ 259912 h 273433"/>
                  <a:gd name="connsiteX16" fmla="*/ 382575 w 655474"/>
                  <a:gd name="connsiteY16" fmla="*/ 273541 h 273433"/>
                  <a:gd name="connsiteX17" fmla="*/ 600641 w 655474"/>
                  <a:gd name="connsiteY17" fmla="*/ 273541 h 273433"/>
                  <a:gd name="connsiteX18" fmla="*/ 655155 w 655474"/>
                  <a:gd name="connsiteY18" fmla="*/ 219024 h 273433"/>
                  <a:gd name="connsiteX19" fmla="*/ 655155 w 655474"/>
                  <a:gd name="connsiteY19" fmla="*/ 137250 h 273433"/>
                  <a:gd name="connsiteX20" fmla="*/ 600638 w 655474"/>
                  <a:gd name="connsiteY20" fmla="*/ 82734 h 273433"/>
                  <a:gd name="connsiteX21" fmla="*/ 409831 w 655474"/>
                  <a:gd name="connsiteY21" fmla="*/ 82734 h 273433"/>
                  <a:gd name="connsiteX22" fmla="*/ 246282 w 655474"/>
                  <a:gd name="connsiteY22" fmla="*/ 82734 h 273433"/>
                  <a:gd name="connsiteX23" fmla="*/ 246282 w 655474"/>
                  <a:gd name="connsiteY23" fmla="*/ 55475 h 273433"/>
                  <a:gd name="connsiteX24" fmla="*/ 409831 w 655474"/>
                  <a:gd name="connsiteY24" fmla="*/ 55475 h 273433"/>
                  <a:gd name="connsiteX25" fmla="*/ 409831 w 655474"/>
                  <a:gd name="connsiteY25" fmla="*/ 82734 h 273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55474" h="273433">
                    <a:moveTo>
                      <a:pt x="600638" y="82734"/>
                    </a:moveTo>
                    <a:lnTo>
                      <a:pt x="464348" y="82734"/>
                    </a:lnTo>
                    <a:lnTo>
                      <a:pt x="464348" y="55475"/>
                    </a:lnTo>
                    <a:cubicBezTo>
                      <a:pt x="464348" y="25409"/>
                      <a:pt x="439899" y="958"/>
                      <a:pt x="409831" y="958"/>
                    </a:cubicBezTo>
                    <a:lnTo>
                      <a:pt x="246282" y="958"/>
                    </a:lnTo>
                    <a:cubicBezTo>
                      <a:pt x="216216" y="958"/>
                      <a:pt x="191765" y="25408"/>
                      <a:pt x="191765" y="55475"/>
                    </a:cubicBezTo>
                    <a:lnTo>
                      <a:pt x="191765" y="82733"/>
                    </a:lnTo>
                    <a:lnTo>
                      <a:pt x="55475" y="82733"/>
                    </a:lnTo>
                    <a:cubicBezTo>
                      <a:pt x="25408" y="82734"/>
                      <a:pt x="958" y="107184"/>
                      <a:pt x="958" y="137250"/>
                    </a:cubicBezTo>
                    <a:lnTo>
                      <a:pt x="958" y="219024"/>
                    </a:lnTo>
                    <a:cubicBezTo>
                      <a:pt x="958" y="249092"/>
                      <a:pt x="25408" y="273541"/>
                      <a:pt x="55475" y="273541"/>
                    </a:cubicBezTo>
                    <a:lnTo>
                      <a:pt x="273541" y="273541"/>
                    </a:lnTo>
                    <a:lnTo>
                      <a:pt x="273541" y="259912"/>
                    </a:lnTo>
                    <a:cubicBezTo>
                      <a:pt x="273541" y="252378"/>
                      <a:pt x="279637" y="246282"/>
                      <a:pt x="287171" y="246282"/>
                    </a:cubicBezTo>
                    <a:lnTo>
                      <a:pt x="368945" y="246282"/>
                    </a:lnTo>
                    <a:cubicBezTo>
                      <a:pt x="376479" y="246282"/>
                      <a:pt x="382575" y="252378"/>
                      <a:pt x="382575" y="259912"/>
                    </a:cubicBezTo>
                    <a:lnTo>
                      <a:pt x="382575" y="273541"/>
                    </a:lnTo>
                    <a:lnTo>
                      <a:pt x="600641" y="273541"/>
                    </a:lnTo>
                    <a:cubicBezTo>
                      <a:pt x="630706" y="273541"/>
                      <a:pt x="655155" y="249092"/>
                      <a:pt x="655155" y="219024"/>
                    </a:cubicBezTo>
                    <a:lnTo>
                      <a:pt x="655155" y="137250"/>
                    </a:lnTo>
                    <a:cubicBezTo>
                      <a:pt x="655155" y="107184"/>
                      <a:pt x="630706" y="82734"/>
                      <a:pt x="600638" y="82734"/>
                    </a:cubicBezTo>
                    <a:close/>
                    <a:moveTo>
                      <a:pt x="409831" y="82734"/>
                    </a:moveTo>
                    <a:lnTo>
                      <a:pt x="246282" y="82734"/>
                    </a:lnTo>
                    <a:lnTo>
                      <a:pt x="246282" y="55475"/>
                    </a:lnTo>
                    <a:lnTo>
                      <a:pt x="409831" y="55475"/>
                    </a:lnTo>
                    <a:lnTo>
                      <a:pt x="409831" y="827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>
                  <a:latin typeface="Century Gothic" panose="020B0502020202020204" pitchFamily="34" charset="0"/>
                </a:endParaRPr>
              </a:p>
            </p:txBody>
          </p:sp>
          <p:sp>
            <p:nvSpPr>
              <p:cNvPr id="62" name="Forma libre 398">
                <a:extLst>
                  <a:ext uri="{FF2B5EF4-FFF2-40B4-BE49-F238E27FC236}">
                    <a16:creationId xmlns:a16="http://schemas.microsoft.com/office/drawing/2014/main" id="{7DF9BFB0-44BD-3144-BA70-5DC79A9966BC}"/>
                  </a:ext>
                </a:extLst>
              </p:cNvPr>
              <p:cNvSpPr/>
              <p:nvPr/>
            </p:nvSpPr>
            <p:spPr>
              <a:xfrm>
                <a:off x="6278584" y="4522498"/>
                <a:ext cx="655475" cy="260657"/>
              </a:xfrm>
              <a:custGeom>
                <a:avLst/>
                <a:gdLst>
                  <a:gd name="connsiteX0" fmla="*/ 647595 w 655474"/>
                  <a:gd name="connsiteY0" fmla="*/ 2398 h 260656"/>
                  <a:gd name="connsiteX1" fmla="*/ 633300 w 655474"/>
                  <a:gd name="connsiteY1" fmla="*/ 3742 h 260656"/>
                  <a:gd name="connsiteX2" fmla="*/ 600637 w 655474"/>
                  <a:gd name="connsiteY2" fmla="*/ 14949 h 260656"/>
                  <a:gd name="connsiteX3" fmla="*/ 382574 w 655474"/>
                  <a:gd name="connsiteY3" fmla="*/ 14949 h 260656"/>
                  <a:gd name="connsiteX4" fmla="*/ 382574 w 655474"/>
                  <a:gd name="connsiteY4" fmla="*/ 55836 h 260656"/>
                  <a:gd name="connsiteX5" fmla="*/ 368944 w 655474"/>
                  <a:gd name="connsiteY5" fmla="*/ 69466 h 260656"/>
                  <a:gd name="connsiteX6" fmla="*/ 287169 w 655474"/>
                  <a:gd name="connsiteY6" fmla="*/ 69466 h 260656"/>
                  <a:gd name="connsiteX7" fmla="*/ 273540 w 655474"/>
                  <a:gd name="connsiteY7" fmla="*/ 55836 h 260656"/>
                  <a:gd name="connsiteX8" fmla="*/ 273540 w 655474"/>
                  <a:gd name="connsiteY8" fmla="*/ 14949 h 260656"/>
                  <a:gd name="connsiteX9" fmla="*/ 55475 w 655474"/>
                  <a:gd name="connsiteY9" fmla="*/ 14949 h 260656"/>
                  <a:gd name="connsiteX10" fmla="*/ 22813 w 655474"/>
                  <a:gd name="connsiteY10" fmla="*/ 3742 h 260656"/>
                  <a:gd name="connsiteX11" fmla="*/ 8517 w 655474"/>
                  <a:gd name="connsiteY11" fmla="*/ 2398 h 260656"/>
                  <a:gd name="connsiteX12" fmla="*/ 958 w 655474"/>
                  <a:gd name="connsiteY12" fmla="*/ 14604 h 260656"/>
                  <a:gd name="connsiteX13" fmla="*/ 958 w 655474"/>
                  <a:gd name="connsiteY13" fmla="*/ 205757 h 260656"/>
                  <a:gd name="connsiteX14" fmla="*/ 55475 w 655474"/>
                  <a:gd name="connsiteY14" fmla="*/ 260274 h 260656"/>
                  <a:gd name="connsiteX15" fmla="*/ 600640 w 655474"/>
                  <a:gd name="connsiteY15" fmla="*/ 260274 h 260656"/>
                  <a:gd name="connsiteX16" fmla="*/ 655157 w 655474"/>
                  <a:gd name="connsiteY16" fmla="*/ 205757 h 260656"/>
                  <a:gd name="connsiteX17" fmla="*/ 655157 w 655474"/>
                  <a:gd name="connsiteY17" fmla="*/ 14604 h 260656"/>
                  <a:gd name="connsiteX18" fmla="*/ 647595 w 655474"/>
                  <a:gd name="connsiteY18" fmla="*/ 2398 h 26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55474" h="260656">
                    <a:moveTo>
                      <a:pt x="647595" y="2398"/>
                    </a:moveTo>
                    <a:cubicBezTo>
                      <a:pt x="642950" y="95"/>
                      <a:pt x="637400" y="628"/>
                      <a:pt x="633300" y="3742"/>
                    </a:cubicBezTo>
                    <a:cubicBezTo>
                      <a:pt x="623611" y="11076"/>
                      <a:pt x="612323" y="14949"/>
                      <a:pt x="600637" y="14949"/>
                    </a:cubicBezTo>
                    <a:lnTo>
                      <a:pt x="382574" y="14949"/>
                    </a:lnTo>
                    <a:lnTo>
                      <a:pt x="382574" y="55836"/>
                    </a:lnTo>
                    <a:cubicBezTo>
                      <a:pt x="382574" y="63370"/>
                      <a:pt x="376478" y="69466"/>
                      <a:pt x="368944" y="69466"/>
                    </a:cubicBezTo>
                    <a:lnTo>
                      <a:pt x="287169" y="69466"/>
                    </a:lnTo>
                    <a:cubicBezTo>
                      <a:pt x="279636" y="69466"/>
                      <a:pt x="273540" y="63370"/>
                      <a:pt x="273540" y="55836"/>
                    </a:cubicBezTo>
                    <a:lnTo>
                      <a:pt x="273540" y="14949"/>
                    </a:lnTo>
                    <a:lnTo>
                      <a:pt x="55475" y="14949"/>
                    </a:lnTo>
                    <a:cubicBezTo>
                      <a:pt x="43789" y="14949"/>
                      <a:pt x="32503" y="11076"/>
                      <a:pt x="22813" y="3742"/>
                    </a:cubicBezTo>
                    <a:cubicBezTo>
                      <a:pt x="18700" y="601"/>
                      <a:pt x="13163" y="68"/>
                      <a:pt x="8517" y="2398"/>
                    </a:cubicBezTo>
                    <a:cubicBezTo>
                      <a:pt x="3887" y="4701"/>
                      <a:pt x="958" y="9425"/>
                      <a:pt x="958" y="14604"/>
                    </a:cubicBezTo>
                    <a:lnTo>
                      <a:pt x="958" y="205757"/>
                    </a:lnTo>
                    <a:cubicBezTo>
                      <a:pt x="958" y="235823"/>
                      <a:pt x="25408" y="260274"/>
                      <a:pt x="55475" y="260274"/>
                    </a:cubicBezTo>
                    <a:lnTo>
                      <a:pt x="600640" y="260274"/>
                    </a:lnTo>
                    <a:cubicBezTo>
                      <a:pt x="630706" y="260274"/>
                      <a:pt x="655157" y="235825"/>
                      <a:pt x="655157" y="205757"/>
                    </a:cubicBezTo>
                    <a:lnTo>
                      <a:pt x="655157" y="14604"/>
                    </a:lnTo>
                    <a:cubicBezTo>
                      <a:pt x="655155" y="9425"/>
                      <a:pt x="652227" y="4701"/>
                      <a:pt x="647595" y="23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>
                  <a:latin typeface="Century Gothic" panose="020B0502020202020204" pitchFamily="34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A5B8500-30D2-944C-81C9-EFD9DDBCA58A}"/>
                </a:ext>
              </a:extLst>
            </p:cNvPr>
            <p:cNvSpPr txBox="1"/>
            <p:nvPr/>
          </p:nvSpPr>
          <p:spPr>
            <a:xfrm>
              <a:off x="8322467" y="6283138"/>
              <a:ext cx="7732718" cy="886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0400BCA-AE85-7A4A-9680-1E293AC99190}"/>
                </a:ext>
              </a:extLst>
            </p:cNvPr>
            <p:cNvSpPr txBox="1"/>
            <p:nvPr/>
          </p:nvSpPr>
          <p:spPr>
            <a:xfrm>
              <a:off x="8322467" y="8660578"/>
              <a:ext cx="7732718" cy="886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There are people who have a significant number of followers in every business.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83B918-C881-7344-8D1F-095E40D7B49D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20" name="CuadroTexto 350">
              <a:extLst>
                <a:ext uri="{FF2B5EF4-FFF2-40B4-BE49-F238E27FC236}">
                  <a16:creationId xmlns:a16="http://schemas.microsoft.com/office/drawing/2014/main" id="{7EAA92B6-B9AF-044E-9509-11DD2DC1D85E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21" name="CuadroTexto 351">
              <a:extLst>
                <a:ext uri="{FF2B5EF4-FFF2-40B4-BE49-F238E27FC236}">
                  <a16:creationId xmlns:a16="http://schemas.microsoft.com/office/drawing/2014/main" id="{27B8D143-3B1C-0C4B-8C46-05AA48819701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AD1AF9-48FC-AD4D-8BAA-C029FBF61ACE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1511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827273A-A6CF-2248-8950-065C368F21D2}"/>
              </a:ext>
            </a:extLst>
          </p:cNvPr>
          <p:cNvGrpSpPr/>
          <p:nvPr/>
        </p:nvGrpSpPr>
        <p:grpSpPr>
          <a:xfrm>
            <a:off x="14592368" y="4625788"/>
            <a:ext cx="8292447" cy="9090212"/>
            <a:chOff x="13560355" y="4015659"/>
            <a:chExt cx="8849031" cy="9700341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6C1374E-73CA-B940-87ED-DDD1DBBEF62C}"/>
                </a:ext>
              </a:extLst>
            </p:cNvPr>
            <p:cNvSpPr/>
            <p:nvPr/>
          </p:nvSpPr>
          <p:spPr>
            <a:xfrm>
              <a:off x="13560355" y="4015659"/>
              <a:ext cx="8849031" cy="9700341"/>
            </a:xfrm>
            <a:custGeom>
              <a:avLst/>
              <a:gdLst>
                <a:gd name="connsiteX0" fmla="*/ 3030279 w 4784651"/>
                <a:gd name="connsiteY0" fmla="*/ 0 h 5890437"/>
                <a:gd name="connsiteX1" fmla="*/ 765544 w 4784651"/>
                <a:gd name="connsiteY1" fmla="*/ 1935126 h 5890437"/>
                <a:gd name="connsiteX2" fmla="*/ 0 w 4784651"/>
                <a:gd name="connsiteY2" fmla="*/ 3051544 h 5890437"/>
                <a:gd name="connsiteX3" fmla="*/ 510363 w 4784651"/>
                <a:gd name="connsiteY3" fmla="*/ 3327991 h 5890437"/>
                <a:gd name="connsiteX4" fmla="*/ 297711 w 4784651"/>
                <a:gd name="connsiteY4" fmla="*/ 3657600 h 5890437"/>
                <a:gd name="connsiteX5" fmla="*/ 489097 w 4784651"/>
                <a:gd name="connsiteY5" fmla="*/ 3870251 h 5890437"/>
                <a:gd name="connsiteX6" fmla="*/ 372139 w 4784651"/>
                <a:gd name="connsiteY6" fmla="*/ 4061637 h 5890437"/>
                <a:gd name="connsiteX7" fmla="*/ 563525 w 4784651"/>
                <a:gd name="connsiteY7" fmla="*/ 4316819 h 5890437"/>
                <a:gd name="connsiteX8" fmla="*/ 499730 w 4784651"/>
                <a:gd name="connsiteY8" fmla="*/ 4976037 h 5890437"/>
                <a:gd name="connsiteX9" fmla="*/ 1754372 w 4784651"/>
                <a:gd name="connsiteY9" fmla="*/ 5199321 h 5890437"/>
                <a:gd name="connsiteX10" fmla="*/ 1945758 w 4784651"/>
                <a:gd name="connsiteY10" fmla="*/ 5890437 h 5890437"/>
                <a:gd name="connsiteX11" fmla="*/ 4784651 w 4784651"/>
                <a:gd name="connsiteY11" fmla="*/ 5858540 h 5890437"/>
                <a:gd name="connsiteX12" fmla="*/ 4561367 w 4784651"/>
                <a:gd name="connsiteY12" fmla="*/ 4189228 h 5890437"/>
                <a:gd name="connsiteX13" fmla="*/ 3030279 w 4784651"/>
                <a:gd name="connsiteY13" fmla="*/ 0 h 5890437"/>
                <a:gd name="connsiteX0" fmla="*/ 3030279 w 4784651"/>
                <a:gd name="connsiteY0" fmla="*/ 114 h 5890551"/>
                <a:gd name="connsiteX1" fmla="*/ 765544 w 4784651"/>
                <a:gd name="connsiteY1" fmla="*/ 1935240 h 5890551"/>
                <a:gd name="connsiteX2" fmla="*/ 0 w 4784651"/>
                <a:gd name="connsiteY2" fmla="*/ 3051658 h 5890551"/>
                <a:gd name="connsiteX3" fmla="*/ 510363 w 4784651"/>
                <a:gd name="connsiteY3" fmla="*/ 3328105 h 5890551"/>
                <a:gd name="connsiteX4" fmla="*/ 297711 w 4784651"/>
                <a:gd name="connsiteY4" fmla="*/ 3657714 h 5890551"/>
                <a:gd name="connsiteX5" fmla="*/ 489097 w 4784651"/>
                <a:gd name="connsiteY5" fmla="*/ 3870365 h 5890551"/>
                <a:gd name="connsiteX6" fmla="*/ 372139 w 4784651"/>
                <a:gd name="connsiteY6" fmla="*/ 4061751 h 5890551"/>
                <a:gd name="connsiteX7" fmla="*/ 563525 w 4784651"/>
                <a:gd name="connsiteY7" fmla="*/ 4316933 h 5890551"/>
                <a:gd name="connsiteX8" fmla="*/ 499730 w 4784651"/>
                <a:gd name="connsiteY8" fmla="*/ 4976151 h 5890551"/>
                <a:gd name="connsiteX9" fmla="*/ 1754372 w 4784651"/>
                <a:gd name="connsiteY9" fmla="*/ 5199435 h 5890551"/>
                <a:gd name="connsiteX10" fmla="*/ 1945758 w 4784651"/>
                <a:gd name="connsiteY10" fmla="*/ 5890551 h 5890551"/>
                <a:gd name="connsiteX11" fmla="*/ 4784651 w 4784651"/>
                <a:gd name="connsiteY11" fmla="*/ 5858654 h 5890551"/>
                <a:gd name="connsiteX12" fmla="*/ 4561367 w 4784651"/>
                <a:gd name="connsiteY12" fmla="*/ 4189342 h 5890551"/>
                <a:gd name="connsiteX13" fmla="*/ 3030279 w 4784651"/>
                <a:gd name="connsiteY13" fmla="*/ 114 h 5890551"/>
                <a:gd name="connsiteX0" fmla="*/ 3030279 w 4784651"/>
                <a:gd name="connsiteY0" fmla="*/ 398 h 5890835"/>
                <a:gd name="connsiteX1" fmla="*/ 765544 w 4784651"/>
                <a:gd name="connsiteY1" fmla="*/ 1935524 h 5890835"/>
                <a:gd name="connsiteX2" fmla="*/ 0 w 4784651"/>
                <a:gd name="connsiteY2" fmla="*/ 3051942 h 5890835"/>
                <a:gd name="connsiteX3" fmla="*/ 510363 w 4784651"/>
                <a:gd name="connsiteY3" fmla="*/ 3328389 h 5890835"/>
                <a:gd name="connsiteX4" fmla="*/ 297711 w 4784651"/>
                <a:gd name="connsiteY4" fmla="*/ 3657998 h 5890835"/>
                <a:gd name="connsiteX5" fmla="*/ 489097 w 4784651"/>
                <a:gd name="connsiteY5" fmla="*/ 3870649 h 5890835"/>
                <a:gd name="connsiteX6" fmla="*/ 372139 w 4784651"/>
                <a:gd name="connsiteY6" fmla="*/ 4062035 h 5890835"/>
                <a:gd name="connsiteX7" fmla="*/ 563525 w 4784651"/>
                <a:gd name="connsiteY7" fmla="*/ 4317217 h 5890835"/>
                <a:gd name="connsiteX8" fmla="*/ 499730 w 4784651"/>
                <a:gd name="connsiteY8" fmla="*/ 4976435 h 5890835"/>
                <a:gd name="connsiteX9" fmla="*/ 1754372 w 4784651"/>
                <a:gd name="connsiteY9" fmla="*/ 5199719 h 5890835"/>
                <a:gd name="connsiteX10" fmla="*/ 1945758 w 4784651"/>
                <a:gd name="connsiteY10" fmla="*/ 5890835 h 5890835"/>
                <a:gd name="connsiteX11" fmla="*/ 4784651 w 4784651"/>
                <a:gd name="connsiteY11" fmla="*/ 5858938 h 5890835"/>
                <a:gd name="connsiteX12" fmla="*/ 4561367 w 4784651"/>
                <a:gd name="connsiteY12" fmla="*/ 4189626 h 5890835"/>
                <a:gd name="connsiteX13" fmla="*/ 3030279 w 4784651"/>
                <a:gd name="connsiteY13" fmla="*/ 398 h 5890835"/>
                <a:gd name="connsiteX0" fmla="*/ 3030279 w 5042277"/>
                <a:gd name="connsiteY0" fmla="*/ 663 h 5891100"/>
                <a:gd name="connsiteX1" fmla="*/ 765544 w 5042277"/>
                <a:gd name="connsiteY1" fmla="*/ 1935789 h 5891100"/>
                <a:gd name="connsiteX2" fmla="*/ 0 w 5042277"/>
                <a:gd name="connsiteY2" fmla="*/ 3052207 h 5891100"/>
                <a:gd name="connsiteX3" fmla="*/ 510363 w 5042277"/>
                <a:gd name="connsiteY3" fmla="*/ 3328654 h 5891100"/>
                <a:gd name="connsiteX4" fmla="*/ 297711 w 5042277"/>
                <a:gd name="connsiteY4" fmla="*/ 3658263 h 5891100"/>
                <a:gd name="connsiteX5" fmla="*/ 489097 w 5042277"/>
                <a:gd name="connsiteY5" fmla="*/ 3870914 h 5891100"/>
                <a:gd name="connsiteX6" fmla="*/ 372139 w 5042277"/>
                <a:gd name="connsiteY6" fmla="*/ 4062300 h 5891100"/>
                <a:gd name="connsiteX7" fmla="*/ 563525 w 5042277"/>
                <a:gd name="connsiteY7" fmla="*/ 4317482 h 5891100"/>
                <a:gd name="connsiteX8" fmla="*/ 499730 w 5042277"/>
                <a:gd name="connsiteY8" fmla="*/ 4976700 h 5891100"/>
                <a:gd name="connsiteX9" fmla="*/ 1754372 w 5042277"/>
                <a:gd name="connsiteY9" fmla="*/ 5199984 h 5891100"/>
                <a:gd name="connsiteX10" fmla="*/ 1945758 w 5042277"/>
                <a:gd name="connsiteY10" fmla="*/ 5891100 h 5891100"/>
                <a:gd name="connsiteX11" fmla="*/ 4784651 w 5042277"/>
                <a:gd name="connsiteY11" fmla="*/ 5859203 h 5891100"/>
                <a:gd name="connsiteX12" fmla="*/ 4561367 w 5042277"/>
                <a:gd name="connsiteY12" fmla="*/ 4189891 h 5891100"/>
                <a:gd name="connsiteX13" fmla="*/ 3030279 w 5042277"/>
                <a:gd name="connsiteY13" fmla="*/ 663 h 5891100"/>
                <a:gd name="connsiteX0" fmla="*/ 3030279 w 5316637"/>
                <a:gd name="connsiteY0" fmla="*/ 1079 h 5891516"/>
                <a:gd name="connsiteX1" fmla="*/ 765544 w 5316637"/>
                <a:gd name="connsiteY1" fmla="*/ 1936205 h 5891516"/>
                <a:gd name="connsiteX2" fmla="*/ 0 w 5316637"/>
                <a:gd name="connsiteY2" fmla="*/ 3052623 h 5891516"/>
                <a:gd name="connsiteX3" fmla="*/ 510363 w 5316637"/>
                <a:gd name="connsiteY3" fmla="*/ 3329070 h 5891516"/>
                <a:gd name="connsiteX4" fmla="*/ 297711 w 5316637"/>
                <a:gd name="connsiteY4" fmla="*/ 3658679 h 5891516"/>
                <a:gd name="connsiteX5" fmla="*/ 489097 w 5316637"/>
                <a:gd name="connsiteY5" fmla="*/ 3871330 h 5891516"/>
                <a:gd name="connsiteX6" fmla="*/ 372139 w 5316637"/>
                <a:gd name="connsiteY6" fmla="*/ 4062716 h 5891516"/>
                <a:gd name="connsiteX7" fmla="*/ 563525 w 5316637"/>
                <a:gd name="connsiteY7" fmla="*/ 4317898 h 5891516"/>
                <a:gd name="connsiteX8" fmla="*/ 499730 w 5316637"/>
                <a:gd name="connsiteY8" fmla="*/ 4977116 h 5891516"/>
                <a:gd name="connsiteX9" fmla="*/ 1754372 w 5316637"/>
                <a:gd name="connsiteY9" fmla="*/ 5200400 h 5891516"/>
                <a:gd name="connsiteX10" fmla="*/ 1945758 w 5316637"/>
                <a:gd name="connsiteY10" fmla="*/ 5891516 h 5891516"/>
                <a:gd name="connsiteX11" fmla="*/ 4784651 w 5316637"/>
                <a:gd name="connsiteY11" fmla="*/ 5859619 h 5891516"/>
                <a:gd name="connsiteX12" fmla="*/ 4890977 w 5316637"/>
                <a:gd name="connsiteY12" fmla="*/ 3520456 h 5891516"/>
                <a:gd name="connsiteX13" fmla="*/ 3030279 w 5316637"/>
                <a:gd name="connsiteY13" fmla="*/ 1079 h 5891516"/>
                <a:gd name="connsiteX0" fmla="*/ 3030279 w 5338934"/>
                <a:gd name="connsiteY0" fmla="*/ 561 h 5890998"/>
                <a:gd name="connsiteX1" fmla="*/ 765544 w 5338934"/>
                <a:gd name="connsiteY1" fmla="*/ 1935687 h 5890998"/>
                <a:gd name="connsiteX2" fmla="*/ 0 w 5338934"/>
                <a:gd name="connsiteY2" fmla="*/ 3052105 h 5890998"/>
                <a:gd name="connsiteX3" fmla="*/ 510363 w 5338934"/>
                <a:gd name="connsiteY3" fmla="*/ 3328552 h 5890998"/>
                <a:gd name="connsiteX4" fmla="*/ 297711 w 5338934"/>
                <a:gd name="connsiteY4" fmla="*/ 3658161 h 5890998"/>
                <a:gd name="connsiteX5" fmla="*/ 489097 w 5338934"/>
                <a:gd name="connsiteY5" fmla="*/ 3870812 h 5890998"/>
                <a:gd name="connsiteX6" fmla="*/ 372139 w 5338934"/>
                <a:gd name="connsiteY6" fmla="*/ 4062198 h 5890998"/>
                <a:gd name="connsiteX7" fmla="*/ 563525 w 5338934"/>
                <a:gd name="connsiteY7" fmla="*/ 4317380 h 5890998"/>
                <a:gd name="connsiteX8" fmla="*/ 499730 w 5338934"/>
                <a:gd name="connsiteY8" fmla="*/ 4976598 h 5890998"/>
                <a:gd name="connsiteX9" fmla="*/ 1754372 w 5338934"/>
                <a:gd name="connsiteY9" fmla="*/ 5199882 h 5890998"/>
                <a:gd name="connsiteX10" fmla="*/ 1945758 w 5338934"/>
                <a:gd name="connsiteY10" fmla="*/ 5890998 h 5890998"/>
                <a:gd name="connsiteX11" fmla="*/ 4784651 w 5338934"/>
                <a:gd name="connsiteY11" fmla="*/ 5859101 h 5890998"/>
                <a:gd name="connsiteX12" fmla="*/ 4890977 w 5338934"/>
                <a:gd name="connsiteY12" fmla="*/ 3519938 h 5890998"/>
                <a:gd name="connsiteX13" fmla="*/ 3030279 w 5338934"/>
                <a:gd name="connsiteY13" fmla="*/ 561 h 5890998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15 h 5890552"/>
                <a:gd name="connsiteX1" fmla="*/ 765544 w 5381346"/>
                <a:gd name="connsiteY1" fmla="*/ 1935241 h 5890552"/>
                <a:gd name="connsiteX2" fmla="*/ 0 w 5381346"/>
                <a:gd name="connsiteY2" fmla="*/ 3051659 h 5890552"/>
                <a:gd name="connsiteX3" fmla="*/ 510363 w 5381346"/>
                <a:gd name="connsiteY3" fmla="*/ 3328106 h 5890552"/>
                <a:gd name="connsiteX4" fmla="*/ 297711 w 5381346"/>
                <a:gd name="connsiteY4" fmla="*/ 3657715 h 5890552"/>
                <a:gd name="connsiteX5" fmla="*/ 489097 w 5381346"/>
                <a:gd name="connsiteY5" fmla="*/ 3870366 h 5890552"/>
                <a:gd name="connsiteX6" fmla="*/ 372139 w 5381346"/>
                <a:gd name="connsiteY6" fmla="*/ 4061752 h 5890552"/>
                <a:gd name="connsiteX7" fmla="*/ 563525 w 5381346"/>
                <a:gd name="connsiteY7" fmla="*/ 4316934 h 5890552"/>
                <a:gd name="connsiteX8" fmla="*/ 499730 w 5381346"/>
                <a:gd name="connsiteY8" fmla="*/ 4976152 h 5890552"/>
                <a:gd name="connsiteX9" fmla="*/ 1754372 w 5381346"/>
                <a:gd name="connsiteY9" fmla="*/ 5199436 h 5890552"/>
                <a:gd name="connsiteX10" fmla="*/ 1945758 w 5381346"/>
                <a:gd name="connsiteY10" fmla="*/ 5890552 h 5890552"/>
                <a:gd name="connsiteX11" fmla="*/ 4784651 w 5381346"/>
                <a:gd name="connsiteY11" fmla="*/ 5858655 h 5890552"/>
                <a:gd name="connsiteX12" fmla="*/ 4890977 w 5381346"/>
                <a:gd name="connsiteY12" fmla="*/ 3519492 h 5890552"/>
                <a:gd name="connsiteX13" fmla="*/ 3030279 w 5381346"/>
                <a:gd name="connsiteY13" fmla="*/ 115 h 5890552"/>
                <a:gd name="connsiteX0" fmla="*/ 3030279 w 5381346"/>
                <a:gd name="connsiteY0" fmla="*/ 175 h 5890612"/>
                <a:gd name="connsiteX1" fmla="*/ 765544 w 5381346"/>
                <a:gd name="connsiteY1" fmla="*/ 1935301 h 5890612"/>
                <a:gd name="connsiteX2" fmla="*/ 0 w 5381346"/>
                <a:gd name="connsiteY2" fmla="*/ 3051719 h 5890612"/>
                <a:gd name="connsiteX3" fmla="*/ 510363 w 5381346"/>
                <a:gd name="connsiteY3" fmla="*/ 3328166 h 5890612"/>
                <a:gd name="connsiteX4" fmla="*/ 297711 w 5381346"/>
                <a:gd name="connsiteY4" fmla="*/ 3657775 h 5890612"/>
                <a:gd name="connsiteX5" fmla="*/ 489097 w 5381346"/>
                <a:gd name="connsiteY5" fmla="*/ 3870426 h 5890612"/>
                <a:gd name="connsiteX6" fmla="*/ 372139 w 5381346"/>
                <a:gd name="connsiteY6" fmla="*/ 4061812 h 5890612"/>
                <a:gd name="connsiteX7" fmla="*/ 563525 w 5381346"/>
                <a:gd name="connsiteY7" fmla="*/ 4316994 h 5890612"/>
                <a:gd name="connsiteX8" fmla="*/ 499730 w 5381346"/>
                <a:gd name="connsiteY8" fmla="*/ 4976212 h 5890612"/>
                <a:gd name="connsiteX9" fmla="*/ 1754372 w 5381346"/>
                <a:gd name="connsiteY9" fmla="*/ 5199496 h 5890612"/>
                <a:gd name="connsiteX10" fmla="*/ 1945758 w 5381346"/>
                <a:gd name="connsiteY10" fmla="*/ 5890612 h 5890612"/>
                <a:gd name="connsiteX11" fmla="*/ 4784651 w 5381346"/>
                <a:gd name="connsiteY11" fmla="*/ 5858715 h 5890612"/>
                <a:gd name="connsiteX12" fmla="*/ 4890977 w 5381346"/>
                <a:gd name="connsiteY12" fmla="*/ 3519552 h 5890612"/>
                <a:gd name="connsiteX13" fmla="*/ 3030279 w 5381346"/>
                <a:gd name="connsiteY13" fmla="*/ 175 h 5890612"/>
                <a:gd name="connsiteX0" fmla="*/ 3030279 w 5381346"/>
                <a:gd name="connsiteY0" fmla="*/ 1733 h 5892170"/>
                <a:gd name="connsiteX1" fmla="*/ 0 w 5381346"/>
                <a:gd name="connsiteY1" fmla="*/ 3053277 h 5892170"/>
                <a:gd name="connsiteX2" fmla="*/ 510363 w 5381346"/>
                <a:gd name="connsiteY2" fmla="*/ 3329724 h 5892170"/>
                <a:gd name="connsiteX3" fmla="*/ 297711 w 5381346"/>
                <a:gd name="connsiteY3" fmla="*/ 3659333 h 5892170"/>
                <a:gd name="connsiteX4" fmla="*/ 489097 w 5381346"/>
                <a:gd name="connsiteY4" fmla="*/ 3871984 h 5892170"/>
                <a:gd name="connsiteX5" fmla="*/ 372139 w 5381346"/>
                <a:gd name="connsiteY5" fmla="*/ 4063370 h 5892170"/>
                <a:gd name="connsiteX6" fmla="*/ 563525 w 5381346"/>
                <a:gd name="connsiteY6" fmla="*/ 4318552 h 5892170"/>
                <a:gd name="connsiteX7" fmla="*/ 499730 w 5381346"/>
                <a:gd name="connsiteY7" fmla="*/ 4977770 h 5892170"/>
                <a:gd name="connsiteX8" fmla="*/ 1754372 w 5381346"/>
                <a:gd name="connsiteY8" fmla="*/ 5201054 h 5892170"/>
                <a:gd name="connsiteX9" fmla="*/ 1945758 w 5381346"/>
                <a:gd name="connsiteY9" fmla="*/ 5892170 h 5892170"/>
                <a:gd name="connsiteX10" fmla="*/ 4784651 w 5381346"/>
                <a:gd name="connsiteY10" fmla="*/ 5860273 h 5892170"/>
                <a:gd name="connsiteX11" fmla="*/ 4890977 w 5381346"/>
                <a:gd name="connsiteY11" fmla="*/ 3521110 h 5892170"/>
                <a:gd name="connsiteX12" fmla="*/ 3030279 w 5381346"/>
                <a:gd name="connsiteY12" fmla="*/ 1733 h 5892170"/>
                <a:gd name="connsiteX0" fmla="*/ 3030279 w 5381346"/>
                <a:gd name="connsiteY0" fmla="*/ 4 h 5890441"/>
                <a:gd name="connsiteX1" fmla="*/ 0 w 5381346"/>
                <a:gd name="connsiteY1" fmla="*/ 3051548 h 5890441"/>
                <a:gd name="connsiteX2" fmla="*/ 510363 w 5381346"/>
                <a:gd name="connsiteY2" fmla="*/ 3327995 h 5890441"/>
                <a:gd name="connsiteX3" fmla="*/ 297711 w 5381346"/>
                <a:gd name="connsiteY3" fmla="*/ 3657604 h 5890441"/>
                <a:gd name="connsiteX4" fmla="*/ 489097 w 5381346"/>
                <a:gd name="connsiteY4" fmla="*/ 3870255 h 5890441"/>
                <a:gd name="connsiteX5" fmla="*/ 372139 w 5381346"/>
                <a:gd name="connsiteY5" fmla="*/ 4061641 h 5890441"/>
                <a:gd name="connsiteX6" fmla="*/ 563525 w 5381346"/>
                <a:gd name="connsiteY6" fmla="*/ 4316823 h 5890441"/>
                <a:gd name="connsiteX7" fmla="*/ 499730 w 5381346"/>
                <a:gd name="connsiteY7" fmla="*/ 4976041 h 5890441"/>
                <a:gd name="connsiteX8" fmla="*/ 1754372 w 5381346"/>
                <a:gd name="connsiteY8" fmla="*/ 5199325 h 5890441"/>
                <a:gd name="connsiteX9" fmla="*/ 1945758 w 5381346"/>
                <a:gd name="connsiteY9" fmla="*/ 5890441 h 5890441"/>
                <a:gd name="connsiteX10" fmla="*/ 4784651 w 5381346"/>
                <a:gd name="connsiteY10" fmla="*/ 5858544 h 5890441"/>
                <a:gd name="connsiteX11" fmla="*/ 4890977 w 5381346"/>
                <a:gd name="connsiteY11" fmla="*/ 3519381 h 5890441"/>
                <a:gd name="connsiteX12" fmla="*/ 3030279 w 5381346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40277 w 5391344"/>
                <a:gd name="connsiteY0" fmla="*/ 4 h 5890441"/>
                <a:gd name="connsiteX1" fmla="*/ 9998 w 5391344"/>
                <a:gd name="connsiteY1" fmla="*/ 3051548 h 5890441"/>
                <a:gd name="connsiteX2" fmla="*/ 520361 w 5391344"/>
                <a:gd name="connsiteY2" fmla="*/ 3327995 h 5890441"/>
                <a:gd name="connsiteX3" fmla="*/ 307709 w 5391344"/>
                <a:gd name="connsiteY3" fmla="*/ 3657604 h 5890441"/>
                <a:gd name="connsiteX4" fmla="*/ 499095 w 5391344"/>
                <a:gd name="connsiteY4" fmla="*/ 3870255 h 5890441"/>
                <a:gd name="connsiteX5" fmla="*/ 382137 w 5391344"/>
                <a:gd name="connsiteY5" fmla="*/ 4061641 h 5890441"/>
                <a:gd name="connsiteX6" fmla="*/ 573523 w 5391344"/>
                <a:gd name="connsiteY6" fmla="*/ 4316823 h 5890441"/>
                <a:gd name="connsiteX7" fmla="*/ 509728 w 5391344"/>
                <a:gd name="connsiteY7" fmla="*/ 4976041 h 5890441"/>
                <a:gd name="connsiteX8" fmla="*/ 1764370 w 5391344"/>
                <a:gd name="connsiteY8" fmla="*/ 5199325 h 5890441"/>
                <a:gd name="connsiteX9" fmla="*/ 1955756 w 5391344"/>
                <a:gd name="connsiteY9" fmla="*/ 5890441 h 5890441"/>
                <a:gd name="connsiteX10" fmla="*/ 4794649 w 5391344"/>
                <a:gd name="connsiteY10" fmla="*/ 5858544 h 5890441"/>
                <a:gd name="connsiteX11" fmla="*/ 4900975 w 5391344"/>
                <a:gd name="connsiteY11" fmla="*/ 3519381 h 5890441"/>
                <a:gd name="connsiteX12" fmla="*/ 3040277 w 5391344"/>
                <a:gd name="connsiteY12" fmla="*/ 4 h 5890441"/>
                <a:gd name="connsiteX0" fmla="*/ 3030279 w 5381346"/>
                <a:gd name="connsiteY0" fmla="*/ 92120 h 5982557"/>
                <a:gd name="connsiteX1" fmla="*/ 914399 w 5381346"/>
                <a:gd name="connsiteY1" fmla="*/ 1187274 h 5982557"/>
                <a:gd name="connsiteX2" fmla="*/ 0 w 5381346"/>
                <a:gd name="connsiteY2" fmla="*/ 3143664 h 5982557"/>
                <a:gd name="connsiteX3" fmla="*/ 510363 w 5381346"/>
                <a:gd name="connsiteY3" fmla="*/ 3420111 h 5982557"/>
                <a:gd name="connsiteX4" fmla="*/ 297711 w 5381346"/>
                <a:gd name="connsiteY4" fmla="*/ 3749720 h 5982557"/>
                <a:gd name="connsiteX5" fmla="*/ 489097 w 5381346"/>
                <a:gd name="connsiteY5" fmla="*/ 3962371 h 5982557"/>
                <a:gd name="connsiteX6" fmla="*/ 372139 w 5381346"/>
                <a:gd name="connsiteY6" fmla="*/ 4153757 h 5982557"/>
                <a:gd name="connsiteX7" fmla="*/ 563525 w 5381346"/>
                <a:gd name="connsiteY7" fmla="*/ 4408939 h 5982557"/>
                <a:gd name="connsiteX8" fmla="*/ 499730 w 5381346"/>
                <a:gd name="connsiteY8" fmla="*/ 5068157 h 5982557"/>
                <a:gd name="connsiteX9" fmla="*/ 1754372 w 5381346"/>
                <a:gd name="connsiteY9" fmla="*/ 5291441 h 5982557"/>
                <a:gd name="connsiteX10" fmla="*/ 1945758 w 5381346"/>
                <a:gd name="connsiteY10" fmla="*/ 5982557 h 5982557"/>
                <a:gd name="connsiteX11" fmla="*/ 4784651 w 5381346"/>
                <a:gd name="connsiteY11" fmla="*/ 5950660 h 5982557"/>
                <a:gd name="connsiteX12" fmla="*/ 4890977 w 5381346"/>
                <a:gd name="connsiteY12" fmla="*/ 3611497 h 5982557"/>
                <a:gd name="connsiteX13" fmla="*/ 3030279 w 5381346"/>
                <a:gd name="connsiteY13" fmla="*/ 92120 h 5982557"/>
                <a:gd name="connsiteX0" fmla="*/ 3030279 w 5381346"/>
                <a:gd name="connsiteY0" fmla="*/ 94250 h 5984687"/>
                <a:gd name="connsiteX1" fmla="*/ 914399 w 5381346"/>
                <a:gd name="connsiteY1" fmla="*/ 1189404 h 5984687"/>
                <a:gd name="connsiteX2" fmla="*/ 0 w 5381346"/>
                <a:gd name="connsiteY2" fmla="*/ 3145794 h 5984687"/>
                <a:gd name="connsiteX3" fmla="*/ 510363 w 5381346"/>
                <a:gd name="connsiteY3" fmla="*/ 3422241 h 5984687"/>
                <a:gd name="connsiteX4" fmla="*/ 297711 w 5381346"/>
                <a:gd name="connsiteY4" fmla="*/ 3751850 h 5984687"/>
                <a:gd name="connsiteX5" fmla="*/ 489097 w 5381346"/>
                <a:gd name="connsiteY5" fmla="*/ 3964501 h 5984687"/>
                <a:gd name="connsiteX6" fmla="*/ 372139 w 5381346"/>
                <a:gd name="connsiteY6" fmla="*/ 4155887 h 5984687"/>
                <a:gd name="connsiteX7" fmla="*/ 563525 w 5381346"/>
                <a:gd name="connsiteY7" fmla="*/ 4411069 h 5984687"/>
                <a:gd name="connsiteX8" fmla="*/ 499730 w 5381346"/>
                <a:gd name="connsiteY8" fmla="*/ 5070287 h 5984687"/>
                <a:gd name="connsiteX9" fmla="*/ 1754372 w 5381346"/>
                <a:gd name="connsiteY9" fmla="*/ 5293571 h 5984687"/>
                <a:gd name="connsiteX10" fmla="*/ 1945758 w 5381346"/>
                <a:gd name="connsiteY10" fmla="*/ 5984687 h 5984687"/>
                <a:gd name="connsiteX11" fmla="*/ 4784651 w 5381346"/>
                <a:gd name="connsiteY11" fmla="*/ 5952790 h 5984687"/>
                <a:gd name="connsiteX12" fmla="*/ 4890977 w 5381346"/>
                <a:gd name="connsiteY12" fmla="*/ 3613627 h 5984687"/>
                <a:gd name="connsiteX13" fmla="*/ 3030279 w 5381346"/>
                <a:gd name="connsiteY13" fmla="*/ 94250 h 598468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279 w 5381346"/>
                <a:gd name="connsiteY0" fmla="*/ 0 h 5890437"/>
                <a:gd name="connsiteX1" fmla="*/ 914399 w 5381346"/>
                <a:gd name="connsiteY1" fmla="*/ 1095154 h 5890437"/>
                <a:gd name="connsiteX2" fmla="*/ 0 w 5381346"/>
                <a:gd name="connsiteY2" fmla="*/ 3051544 h 5890437"/>
                <a:gd name="connsiteX3" fmla="*/ 510363 w 5381346"/>
                <a:gd name="connsiteY3" fmla="*/ 3327991 h 5890437"/>
                <a:gd name="connsiteX4" fmla="*/ 297711 w 5381346"/>
                <a:gd name="connsiteY4" fmla="*/ 3657600 h 5890437"/>
                <a:gd name="connsiteX5" fmla="*/ 489097 w 5381346"/>
                <a:gd name="connsiteY5" fmla="*/ 3870251 h 5890437"/>
                <a:gd name="connsiteX6" fmla="*/ 372139 w 5381346"/>
                <a:gd name="connsiteY6" fmla="*/ 4061637 h 5890437"/>
                <a:gd name="connsiteX7" fmla="*/ 563525 w 5381346"/>
                <a:gd name="connsiteY7" fmla="*/ 4316819 h 5890437"/>
                <a:gd name="connsiteX8" fmla="*/ 499730 w 5381346"/>
                <a:gd name="connsiteY8" fmla="*/ 4976037 h 5890437"/>
                <a:gd name="connsiteX9" fmla="*/ 1754372 w 5381346"/>
                <a:gd name="connsiteY9" fmla="*/ 5199321 h 5890437"/>
                <a:gd name="connsiteX10" fmla="*/ 1945758 w 5381346"/>
                <a:gd name="connsiteY10" fmla="*/ 5890437 h 5890437"/>
                <a:gd name="connsiteX11" fmla="*/ 4784651 w 5381346"/>
                <a:gd name="connsiteY11" fmla="*/ 5858540 h 5890437"/>
                <a:gd name="connsiteX12" fmla="*/ 4890977 w 5381346"/>
                <a:gd name="connsiteY12" fmla="*/ 3519377 h 5890437"/>
                <a:gd name="connsiteX13" fmla="*/ 3030279 w 5381346"/>
                <a:gd name="connsiteY13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914846 w 5381793"/>
                <a:gd name="connsiteY1" fmla="*/ 1095154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72315 w 5381793"/>
                <a:gd name="connsiteY1" fmla="*/ 1063257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26 w 5381793"/>
                <a:gd name="connsiteY0" fmla="*/ 0 h 5890437"/>
                <a:gd name="connsiteX1" fmla="*/ 890128 w 5381793"/>
                <a:gd name="connsiteY1" fmla="*/ 1098883 h 5890437"/>
                <a:gd name="connsiteX2" fmla="*/ 649032 w 5381793"/>
                <a:gd name="connsiteY2" fmla="*/ 2137144 h 5890437"/>
                <a:gd name="connsiteX3" fmla="*/ 447 w 5381793"/>
                <a:gd name="connsiteY3" fmla="*/ 3051544 h 5890437"/>
                <a:gd name="connsiteX4" fmla="*/ 510810 w 5381793"/>
                <a:gd name="connsiteY4" fmla="*/ 3327991 h 5890437"/>
                <a:gd name="connsiteX5" fmla="*/ 298158 w 5381793"/>
                <a:gd name="connsiteY5" fmla="*/ 3657600 h 5890437"/>
                <a:gd name="connsiteX6" fmla="*/ 489544 w 5381793"/>
                <a:gd name="connsiteY6" fmla="*/ 3870251 h 5890437"/>
                <a:gd name="connsiteX7" fmla="*/ 372586 w 5381793"/>
                <a:gd name="connsiteY7" fmla="*/ 4061637 h 5890437"/>
                <a:gd name="connsiteX8" fmla="*/ 563972 w 5381793"/>
                <a:gd name="connsiteY8" fmla="*/ 4316819 h 5890437"/>
                <a:gd name="connsiteX9" fmla="*/ 500177 w 5381793"/>
                <a:gd name="connsiteY9" fmla="*/ 4976037 h 5890437"/>
                <a:gd name="connsiteX10" fmla="*/ 1754819 w 5381793"/>
                <a:gd name="connsiteY10" fmla="*/ 5199321 h 5890437"/>
                <a:gd name="connsiteX11" fmla="*/ 1946205 w 5381793"/>
                <a:gd name="connsiteY11" fmla="*/ 5890437 h 5890437"/>
                <a:gd name="connsiteX12" fmla="*/ 4785098 w 5381793"/>
                <a:gd name="connsiteY12" fmla="*/ 5858540 h 5890437"/>
                <a:gd name="connsiteX13" fmla="*/ 4891424 w 5381793"/>
                <a:gd name="connsiteY13" fmla="*/ 3519377 h 5890437"/>
                <a:gd name="connsiteX14" fmla="*/ 3030726 w 5381793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764 w 5381831"/>
                <a:gd name="connsiteY0" fmla="*/ 0 h 5890437"/>
                <a:gd name="connsiteX1" fmla="*/ 890166 w 5381831"/>
                <a:gd name="connsiteY1" fmla="*/ 1098883 h 5890437"/>
                <a:gd name="connsiteX2" fmla="*/ 607506 w 5381831"/>
                <a:gd name="connsiteY2" fmla="*/ 2172770 h 5890437"/>
                <a:gd name="connsiteX3" fmla="*/ 485 w 5381831"/>
                <a:gd name="connsiteY3" fmla="*/ 3051544 h 5890437"/>
                <a:gd name="connsiteX4" fmla="*/ 510848 w 5381831"/>
                <a:gd name="connsiteY4" fmla="*/ 3327991 h 5890437"/>
                <a:gd name="connsiteX5" fmla="*/ 298196 w 5381831"/>
                <a:gd name="connsiteY5" fmla="*/ 3657600 h 5890437"/>
                <a:gd name="connsiteX6" fmla="*/ 489582 w 5381831"/>
                <a:gd name="connsiteY6" fmla="*/ 3870251 h 5890437"/>
                <a:gd name="connsiteX7" fmla="*/ 372624 w 5381831"/>
                <a:gd name="connsiteY7" fmla="*/ 4061637 h 5890437"/>
                <a:gd name="connsiteX8" fmla="*/ 564010 w 5381831"/>
                <a:gd name="connsiteY8" fmla="*/ 4316819 h 5890437"/>
                <a:gd name="connsiteX9" fmla="*/ 500215 w 5381831"/>
                <a:gd name="connsiteY9" fmla="*/ 4976037 h 5890437"/>
                <a:gd name="connsiteX10" fmla="*/ 1754857 w 5381831"/>
                <a:gd name="connsiteY10" fmla="*/ 5199321 h 5890437"/>
                <a:gd name="connsiteX11" fmla="*/ 1946243 w 5381831"/>
                <a:gd name="connsiteY11" fmla="*/ 5890437 h 5890437"/>
                <a:gd name="connsiteX12" fmla="*/ 4785136 w 5381831"/>
                <a:gd name="connsiteY12" fmla="*/ 5858540 h 5890437"/>
                <a:gd name="connsiteX13" fmla="*/ 4891462 w 5381831"/>
                <a:gd name="connsiteY13" fmla="*/ 3519377 h 5890437"/>
                <a:gd name="connsiteX14" fmla="*/ 3030764 w 5381831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298271 w 5381906"/>
                <a:gd name="connsiteY5" fmla="*/ 365760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489657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199321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839 w 5381906"/>
                <a:gd name="connsiteY0" fmla="*/ 0 h 5890437"/>
                <a:gd name="connsiteX1" fmla="*/ 890241 w 5381906"/>
                <a:gd name="connsiteY1" fmla="*/ 1098883 h 5890437"/>
                <a:gd name="connsiteX2" fmla="*/ 607581 w 5381906"/>
                <a:gd name="connsiteY2" fmla="*/ 2172770 h 5890437"/>
                <a:gd name="connsiteX3" fmla="*/ 560 w 5381906"/>
                <a:gd name="connsiteY3" fmla="*/ 3051544 h 5890437"/>
                <a:gd name="connsiteX4" fmla="*/ 510923 w 5381906"/>
                <a:gd name="connsiteY4" fmla="*/ 3327991 h 5890437"/>
                <a:gd name="connsiteX5" fmla="*/ 339835 w 5381906"/>
                <a:gd name="connsiteY5" fmla="*/ 3734790 h 5890437"/>
                <a:gd name="connsiteX6" fmla="*/ 531221 w 5381906"/>
                <a:gd name="connsiteY6" fmla="*/ 3870251 h 5890437"/>
                <a:gd name="connsiteX7" fmla="*/ 372699 w 5381906"/>
                <a:gd name="connsiteY7" fmla="*/ 4061637 h 5890437"/>
                <a:gd name="connsiteX8" fmla="*/ 564085 w 5381906"/>
                <a:gd name="connsiteY8" fmla="*/ 4316819 h 5890437"/>
                <a:gd name="connsiteX9" fmla="*/ 500290 w 5381906"/>
                <a:gd name="connsiteY9" fmla="*/ 4976037 h 5890437"/>
                <a:gd name="connsiteX10" fmla="*/ 1754932 w 5381906"/>
                <a:gd name="connsiteY10" fmla="*/ 5039004 h 5890437"/>
                <a:gd name="connsiteX11" fmla="*/ 1946318 w 5381906"/>
                <a:gd name="connsiteY11" fmla="*/ 5890437 h 5890437"/>
                <a:gd name="connsiteX12" fmla="*/ 4785211 w 5381906"/>
                <a:gd name="connsiteY12" fmla="*/ 5858540 h 5890437"/>
                <a:gd name="connsiteX13" fmla="*/ 4891537 w 5381906"/>
                <a:gd name="connsiteY13" fmla="*/ 3519377 h 5890437"/>
                <a:gd name="connsiteX14" fmla="*/ 3030839 w 5381906"/>
                <a:gd name="connsiteY14" fmla="*/ 0 h 5890437"/>
                <a:gd name="connsiteX0" fmla="*/ 3030765 w 5381832"/>
                <a:gd name="connsiteY0" fmla="*/ 0 h 5890437"/>
                <a:gd name="connsiteX1" fmla="*/ 890167 w 5381832"/>
                <a:gd name="connsiteY1" fmla="*/ 1098883 h 5890437"/>
                <a:gd name="connsiteX2" fmla="*/ 672821 w 5381832"/>
                <a:gd name="connsiteY2" fmla="*/ 2220272 h 5890437"/>
                <a:gd name="connsiteX3" fmla="*/ 486 w 5381832"/>
                <a:gd name="connsiteY3" fmla="*/ 3051544 h 5890437"/>
                <a:gd name="connsiteX4" fmla="*/ 510849 w 5381832"/>
                <a:gd name="connsiteY4" fmla="*/ 3327991 h 5890437"/>
                <a:gd name="connsiteX5" fmla="*/ 339761 w 5381832"/>
                <a:gd name="connsiteY5" fmla="*/ 3734790 h 5890437"/>
                <a:gd name="connsiteX6" fmla="*/ 531147 w 5381832"/>
                <a:gd name="connsiteY6" fmla="*/ 3870251 h 5890437"/>
                <a:gd name="connsiteX7" fmla="*/ 372625 w 5381832"/>
                <a:gd name="connsiteY7" fmla="*/ 4061637 h 5890437"/>
                <a:gd name="connsiteX8" fmla="*/ 564011 w 5381832"/>
                <a:gd name="connsiteY8" fmla="*/ 4316819 h 5890437"/>
                <a:gd name="connsiteX9" fmla="*/ 500216 w 5381832"/>
                <a:gd name="connsiteY9" fmla="*/ 4976037 h 5890437"/>
                <a:gd name="connsiteX10" fmla="*/ 1754858 w 5381832"/>
                <a:gd name="connsiteY10" fmla="*/ 5039004 h 5890437"/>
                <a:gd name="connsiteX11" fmla="*/ 1946244 w 5381832"/>
                <a:gd name="connsiteY11" fmla="*/ 5890437 h 5890437"/>
                <a:gd name="connsiteX12" fmla="*/ 4785137 w 5381832"/>
                <a:gd name="connsiteY12" fmla="*/ 5858540 h 5890437"/>
                <a:gd name="connsiteX13" fmla="*/ 4891463 w 5381832"/>
                <a:gd name="connsiteY13" fmla="*/ 3519377 h 5890437"/>
                <a:gd name="connsiteX14" fmla="*/ 3030765 w 5381832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90264 w 5381929"/>
                <a:gd name="connsiteY1" fmla="*/ 1098883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872451 w 5381929"/>
                <a:gd name="connsiteY1" fmla="*/ 1057320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81633 w 5381929"/>
                <a:gd name="connsiteY1" fmla="*/ 920842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0 h 5890437"/>
                <a:gd name="connsiteX1" fmla="*/ 927042 w 5381929"/>
                <a:gd name="connsiteY1" fmla="*/ 866251 h 5890437"/>
                <a:gd name="connsiteX2" fmla="*/ 672918 w 5381929"/>
                <a:gd name="connsiteY2" fmla="*/ 2220272 h 5890437"/>
                <a:gd name="connsiteX3" fmla="*/ 583 w 5381929"/>
                <a:gd name="connsiteY3" fmla="*/ 3051544 h 5890437"/>
                <a:gd name="connsiteX4" fmla="*/ 510946 w 5381929"/>
                <a:gd name="connsiteY4" fmla="*/ 3327991 h 5890437"/>
                <a:gd name="connsiteX5" fmla="*/ 339858 w 5381929"/>
                <a:gd name="connsiteY5" fmla="*/ 3734790 h 5890437"/>
                <a:gd name="connsiteX6" fmla="*/ 531244 w 5381929"/>
                <a:gd name="connsiteY6" fmla="*/ 3870251 h 5890437"/>
                <a:gd name="connsiteX7" fmla="*/ 372722 w 5381929"/>
                <a:gd name="connsiteY7" fmla="*/ 4061637 h 5890437"/>
                <a:gd name="connsiteX8" fmla="*/ 564108 w 5381929"/>
                <a:gd name="connsiteY8" fmla="*/ 4316819 h 5890437"/>
                <a:gd name="connsiteX9" fmla="*/ 500313 w 5381929"/>
                <a:gd name="connsiteY9" fmla="*/ 4976037 h 5890437"/>
                <a:gd name="connsiteX10" fmla="*/ 1754955 w 5381929"/>
                <a:gd name="connsiteY10" fmla="*/ 5039004 h 5890437"/>
                <a:gd name="connsiteX11" fmla="*/ 1946341 w 5381929"/>
                <a:gd name="connsiteY11" fmla="*/ 5890437 h 5890437"/>
                <a:gd name="connsiteX12" fmla="*/ 4785234 w 5381929"/>
                <a:gd name="connsiteY12" fmla="*/ 5858540 h 5890437"/>
                <a:gd name="connsiteX13" fmla="*/ 4891560 w 5381929"/>
                <a:gd name="connsiteY13" fmla="*/ 3519377 h 5890437"/>
                <a:gd name="connsiteX14" fmla="*/ 3030862 w 5381929"/>
                <a:gd name="connsiteY14" fmla="*/ 0 h 5890437"/>
                <a:gd name="connsiteX0" fmla="*/ 3030862 w 5381929"/>
                <a:gd name="connsiteY0" fmla="*/ 1751 h 5892188"/>
                <a:gd name="connsiteX1" fmla="*/ 927042 w 5381929"/>
                <a:gd name="connsiteY1" fmla="*/ 868002 h 5892188"/>
                <a:gd name="connsiteX2" fmla="*/ 672918 w 5381929"/>
                <a:gd name="connsiteY2" fmla="*/ 2222023 h 5892188"/>
                <a:gd name="connsiteX3" fmla="*/ 583 w 5381929"/>
                <a:gd name="connsiteY3" fmla="*/ 3053295 h 5892188"/>
                <a:gd name="connsiteX4" fmla="*/ 510946 w 5381929"/>
                <a:gd name="connsiteY4" fmla="*/ 3329742 h 5892188"/>
                <a:gd name="connsiteX5" fmla="*/ 339858 w 5381929"/>
                <a:gd name="connsiteY5" fmla="*/ 3736541 h 5892188"/>
                <a:gd name="connsiteX6" fmla="*/ 531244 w 5381929"/>
                <a:gd name="connsiteY6" fmla="*/ 3872002 h 5892188"/>
                <a:gd name="connsiteX7" fmla="*/ 372722 w 5381929"/>
                <a:gd name="connsiteY7" fmla="*/ 4063388 h 5892188"/>
                <a:gd name="connsiteX8" fmla="*/ 564108 w 5381929"/>
                <a:gd name="connsiteY8" fmla="*/ 4318570 h 5892188"/>
                <a:gd name="connsiteX9" fmla="*/ 500313 w 5381929"/>
                <a:gd name="connsiteY9" fmla="*/ 4977788 h 5892188"/>
                <a:gd name="connsiteX10" fmla="*/ 1754955 w 5381929"/>
                <a:gd name="connsiteY10" fmla="*/ 5040755 h 5892188"/>
                <a:gd name="connsiteX11" fmla="*/ 1946341 w 5381929"/>
                <a:gd name="connsiteY11" fmla="*/ 5892188 h 5892188"/>
                <a:gd name="connsiteX12" fmla="*/ 4785234 w 5381929"/>
                <a:gd name="connsiteY12" fmla="*/ 5860291 h 5892188"/>
                <a:gd name="connsiteX13" fmla="*/ 4891560 w 5381929"/>
                <a:gd name="connsiteY13" fmla="*/ 3521128 h 5892188"/>
                <a:gd name="connsiteX14" fmla="*/ 3030862 w 5381929"/>
                <a:gd name="connsiteY14" fmla="*/ 1751 h 5892188"/>
                <a:gd name="connsiteX0" fmla="*/ 3031042 w 5382109"/>
                <a:gd name="connsiteY0" fmla="*/ 1751 h 5892188"/>
                <a:gd name="connsiteX1" fmla="*/ 927222 w 5382109"/>
                <a:gd name="connsiteY1" fmla="*/ 868002 h 5892188"/>
                <a:gd name="connsiteX2" fmla="*/ 577563 w 5382109"/>
                <a:gd name="connsiteY2" fmla="*/ 2303910 h 5892188"/>
                <a:gd name="connsiteX3" fmla="*/ 763 w 5382109"/>
                <a:gd name="connsiteY3" fmla="*/ 3053295 h 5892188"/>
                <a:gd name="connsiteX4" fmla="*/ 511126 w 5382109"/>
                <a:gd name="connsiteY4" fmla="*/ 3329742 h 5892188"/>
                <a:gd name="connsiteX5" fmla="*/ 340038 w 5382109"/>
                <a:gd name="connsiteY5" fmla="*/ 3736541 h 5892188"/>
                <a:gd name="connsiteX6" fmla="*/ 531424 w 5382109"/>
                <a:gd name="connsiteY6" fmla="*/ 3872002 h 5892188"/>
                <a:gd name="connsiteX7" fmla="*/ 372902 w 5382109"/>
                <a:gd name="connsiteY7" fmla="*/ 4063388 h 5892188"/>
                <a:gd name="connsiteX8" fmla="*/ 564288 w 5382109"/>
                <a:gd name="connsiteY8" fmla="*/ 4318570 h 5892188"/>
                <a:gd name="connsiteX9" fmla="*/ 500493 w 5382109"/>
                <a:gd name="connsiteY9" fmla="*/ 4977788 h 5892188"/>
                <a:gd name="connsiteX10" fmla="*/ 1755135 w 5382109"/>
                <a:gd name="connsiteY10" fmla="*/ 5040755 h 5892188"/>
                <a:gd name="connsiteX11" fmla="*/ 1946521 w 5382109"/>
                <a:gd name="connsiteY11" fmla="*/ 5892188 h 5892188"/>
                <a:gd name="connsiteX12" fmla="*/ 4785414 w 5382109"/>
                <a:gd name="connsiteY12" fmla="*/ 5860291 h 5892188"/>
                <a:gd name="connsiteX13" fmla="*/ 4891740 w 5382109"/>
                <a:gd name="connsiteY13" fmla="*/ 3521128 h 5892188"/>
                <a:gd name="connsiteX14" fmla="*/ 3031042 w 5382109"/>
                <a:gd name="connsiteY14" fmla="*/ 1751 h 5892188"/>
                <a:gd name="connsiteX0" fmla="*/ 3031042 w 5382109"/>
                <a:gd name="connsiteY0" fmla="*/ 2101 h 5892538"/>
                <a:gd name="connsiteX1" fmla="*/ 913575 w 5382109"/>
                <a:gd name="connsiteY1" fmla="*/ 827408 h 5892538"/>
                <a:gd name="connsiteX2" fmla="*/ 577563 w 5382109"/>
                <a:gd name="connsiteY2" fmla="*/ 2304260 h 5892538"/>
                <a:gd name="connsiteX3" fmla="*/ 763 w 5382109"/>
                <a:gd name="connsiteY3" fmla="*/ 3053645 h 5892538"/>
                <a:gd name="connsiteX4" fmla="*/ 511126 w 5382109"/>
                <a:gd name="connsiteY4" fmla="*/ 3330092 h 5892538"/>
                <a:gd name="connsiteX5" fmla="*/ 340038 w 5382109"/>
                <a:gd name="connsiteY5" fmla="*/ 3736891 h 5892538"/>
                <a:gd name="connsiteX6" fmla="*/ 531424 w 5382109"/>
                <a:gd name="connsiteY6" fmla="*/ 3872352 h 5892538"/>
                <a:gd name="connsiteX7" fmla="*/ 372902 w 5382109"/>
                <a:gd name="connsiteY7" fmla="*/ 4063738 h 5892538"/>
                <a:gd name="connsiteX8" fmla="*/ 564288 w 5382109"/>
                <a:gd name="connsiteY8" fmla="*/ 4318920 h 5892538"/>
                <a:gd name="connsiteX9" fmla="*/ 500493 w 5382109"/>
                <a:gd name="connsiteY9" fmla="*/ 4978138 h 5892538"/>
                <a:gd name="connsiteX10" fmla="*/ 1755135 w 5382109"/>
                <a:gd name="connsiteY10" fmla="*/ 5041105 h 5892538"/>
                <a:gd name="connsiteX11" fmla="*/ 1946521 w 5382109"/>
                <a:gd name="connsiteY11" fmla="*/ 5892538 h 5892538"/>
                <a:gd name="connsiteX12" fmla="*/ 4785414 w 5382109"/>
                <a:gd name="connsiteY12" fmla="*/ 5860641 h 5892538"/>
                <a:gd name="connsiteX13" fmla="*/ 4891740 w 5382109"/>
                <a:gd name="connsiteY13" fmla="*/ 3521478 h 5892538"/>
                <a:gd name="connsiteX14" fmla="*/ 3031042 w 5382109"/>
                <a:gd name="connsiteY14" fmla="*/ 2101 h 5892538"/>
                <a:gd name="connsiteX0" fmla="*/ 3031042 w 5382109"/>
                <a:gd name="connsiteY0" fmla="*/ 941 h 5891378"/>
                <a:gd name="connsiteX1" fmla="*/ 886280 w 5382109"/>
                <a:gd name="connsiteY1" fmla="*/ 1071908 h 5891378"/>
                <a:gd name="connsiteX2" fmla="*/ 577563 w 5382109"/>
                <a:gd name="connsiteY2" fmla="*/ 2303100 h 5891378"/>
                <a:gd name="connsiteX3" fmla="*/ 763 w 5382109"/>
                <a:gd name="connsiteY3" fmla="*/ 3052485 h 5891378"/>
                <a:gd name="connsiteX4" fmla="*/ 511126 w 5382109"/>
                <a:gd name="connsiteY4" fmla="*/ 3328932 h 5891378"/>
                <a:gd name="connsiteX5" fmla="*/ 340038 w 5382109"/>
                <a:gd name="connsiteY5" fmla="*/ 3735731 h 5891378"/>
                <a:gd name="connsiteX6" fmla="*/ 531424 w 5382109"/>
                <a:gd name="connsiteY6" fmla="*/ 3871192 h 5891378"/>
                <a:gd name="connsiteX7" fmla="*/ 372902 w 5382109"/>
                <a:gd name="connsiteY7" fmla="*/ 4062578 h 5891378"/>
                <a:gd name="connsiteX8" fmla="*/ 564288 w 5382109"/>
                <a:gd name="connsiteY8" fmla="*/ 4317760 h 5891378"/>
                <a:gd name="connsiteX9" fmla="*/ 500493 w 5382109"/>
                <a:gd name="connsiteY9" fmla="*/ 4976978 h 5891378"/>
                <a:gd name="connsiteX10" fmla="*/ 1755135 w 5382109"/>
                <a:gd name="connsiteY10" fmla="*/ 5039945 h 5891378"/>
                <a:gd name="connsiteX11" fmla="*/ 1946521 w 5382109"/>
                <a:gd name="connsiteY11" fmla="*/ 5891378 h 5891378"/>
                <a:gd name="connsiteX12" fmla="*/ 4785414 w 5382109"/>
                <a:gd name="connsiteY12" fmla="*/ 5859481 h 5891378"/>
                <a:gd name="connsiteX13" fmla="*/ 4891740 w 5382109"/>
                <a:gd name="connsiteY13" fmla="*/ 3520318 h 5891378"/>
                <a:gd name="connsiteX14" fmla="*/ 3031042 w 5382109"/>
                <a:gd name="connsiteY14" fmla="*/ 941 h 5891378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53 h 5891190"/>
                <a:gd name="connsiteX1" fmla="*/ 886280 w 5382109"/>
                <a:gd name="connsiteY1" fmla="*/ 1071720 h 5891190"/>
                <a:gd name="connsiteX2" fmla="*/ 577563 w 5382109"/>
                <a:gd name="connsiteY2" fmla="*/ 2302912 h 5891190"/>
                <a:gd name="connsiteX3" fmla="*/ 763 w 5382109"/>
                <a:gd name="connsiteY3" fmla="*/ 3052297 h 5891190"/>
                <a:gd name="connsiteX4" fmla="*/ 511126 w 5382109"/>
                <a:gd name="connsiteY4" fmla="*/ 3328744 h 5891190"/>
                <a:gd name="connsiteX5" fmla="*/ 340038 w 5382109"/>
                <a:gd name="connsiteY5" fmla="*/ 3735543 h 5891190"/>
                <a:gd name="connsiteX6" fmla="*/ 531424 w 5382109"/>
                <a:gd name="connsiteY6" fmla="*/ 3871004 h 5891190"/>
                <a:gd name="connsiteX7" fmla="*/ 372902 w 5382109"/>
                <a:gd name="connsiteY7" fmla="*/ 4062390 h 5891190"/>
                <a:gd name="connsiteX8" fmla="*/ 564288 w 5382109"/>
                <a:gd name="connsiteY8" fmla="*/ 4317572 h 5891190"/>
                <a:gd name="connsiteX9" fmla="*/ 500493 w 5382109"/>
                <a:gd name="connsiteY9" fmla="*/ 4976790 h 5891190"/>
                <a:gd name="connsiteX10" fmla="*/ 1755135 w 5382109"/>
                <a:gd name="connsiteY10" fmla="*/ 5039757 h 5891190"/>
                <a:gd name="connsiteX11" fmla="*/ 1946521 w 5382109"/>
                <a:gd name="connsiteY11" fmla="*/ 5891190 h 5891190"/>
                <a:gd name="connsiteX12" fmla="*/ 4785414 w 5382109"/>
                <a:gd name="connsiteY12" fmla="*/ 5859293 h 5891190"/>
                <a:gd name="connsiteX13" fmla="*/ 4891740 w 5382109"/>
                <a:gd name="connsiteY13" fmla="*/ 3520130 h 5891190"/>
                <a:gd name="connsiteX14" fmla="*/ 3031042 w 5382109"/>
                <a:gd name="connsiteY14" fmla="*/ 753 h 5891190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792 h 5891229"/>
                <a:gd name="connsiteX1" fmla="*/ 777098 w 5382109"/>
                <a:gd name="connsiteY1" fmla="*/ 1044464 h 5891229"/>
                <a:gd name="connsiteX2" fmla="*/ 577563 w 5382109"/>
                <a:gd name="connsiteY2" fmla="*/ 2302951 h 5891229"/>
                <a:gd name="connsiteX3" fmla="*/ 763 w 5382109"/>
                <a:gd name="connsiteY3" fmla="*/ 3052336 h 5891229"/>
                <a:gd name="connsiteX4" fmla="*/ 511126 w 5382109"/>
                <a:gd name="connsiteY4" fmla="*/ 3328783 h 5891229"/>
                <a:gd name="connsiteX5" fmla="*/ 340038 w 5382109"/>
                <a:gd name="connsiteY5" fmla="*/ 3735582 h 5891229"/>
                <a:gd name="connsiteX6" fmla="*/ 531424 w 5382109"/>
                <a:gd name="connsiteY6" fmla="*/ 3871043 h 5891229"/>
                <a:gd name="connsiteX7" fmla="*/ 372902 w 5382109"/>
                <a:gd name="connsiteY7" fmla="*/ 4062429 h 5891229"/>
                <a:gd name="connsiteX8" fmla="*/ 564288 w 5382109"/>
                <a:gd name="connsiteY8" fmla="*/ 4317611 h 5891229"/>
                <a:gd name="connsiteX9" fmla="*/ 500493 w 5382109"/>
                <a:gd name="connsiteY9" fmla="*/ 4976829 h 5891229"/>
                <a:gd name="connsiteX10" fmla="*/ 1755135 w 5382109"/>
                <a:gd name="connsiteY10" fmla="*/ 5039796 h 5891229"/>
                <a:gd name="connsiteX11" fmla="*/ 1946521 w 5382109"/>
                <a:gd name="connsiteY11" fmla="*/ 5891229 h 5891229"/>
                <a:gd name="connsiteX12" fmla="*/ 4785414 w 5382109"/>
                <a:gd name="connsiteY12" fmla="*/ 5859332 h 5891229"/>
                <a:gd name="connsiteX13" fmla="*/ 4891740 w 5382109"/>
                <a:gd name="connsiteY13" fmla="*/ 3520169 h 5891229"/>
                <a:gd name="connsiteX14" fmla="*/ 3031042 w 5382109"/>
                <a:gd name="connsiteY14" fmla="*/ 792 h 5891229"/>
                <a:gd name="connsiteX0" fmla="*/ 3031042 w 5382109"/>
                <a:gd name="connsiteY0" fmla="*/ 627 h 5891064"/>
                <a:gd name="connsiteX1" fmla="*/ 777098 w 5382109"/>
                <a:gd name="connsiteY1" fmla="*/ 1180776 h 5891064"/>
                <a:gd name="connsiteX2" fmla="*/ 577563 w 5382109"/>
                <a:gd name="connsiteY2" fmla="*/ 2302786 h 5891064"/>
                <a:gd name="connsiteX3" fmla="*/ 763 w 5382109"/>
                <a:gd name="connsiteY3" fmla="*/ 3052171 h 5891064"/>
                <a:gd name="connsiteX4" fmla="*/ 511126 w 5382109"/>
                <a:gd name="connsiteY4" fmla="*/ 3328618 h 5891064"/>
                <a:gd name="connsiteX5" fmla="*/ 340038 w 5382109"/>
                <a:gd name="connsiteY5" fmla="*/ 3735417 h 5891064"/>
                <a:gd name="connsiteX6" fmla="*/ 531424 w 5382109"/>
                <a:gd name="connsiteY6" fmla="*/ 3870878 h 5891064"/>
                <a:gd name="connsiteX7" fmla="*/ 372902 w 5382109"/>
                <a:gd name="connsiteY7" fmla="*/ 4062264 h 5891064"/>
                <a:gd name="connsiteX8" fmla="*/ 564288 w 5382109"/>
                <a:gd name="connsiteY8" fmla="*/ 4317446 h 5891064"/>
                <a:gd name="connsiteX9" fmla="*/ 500493 w 5382109"/>
                <a:gd name="connsiteY9" fmla="*/ 4976664 h 5891064"/>
                <a:gd name="connsiteX10" fmla="*/ 1755135 w 5382109"/>
                <a:gd name="connsiteY10" fmla="*/ 5039631 h 5891064"/>
                <a:gd name="connsiteX11" fmla="*/ 1946521 w 5382109"/>
                <a:gd name="connsiteY11" fmla="*/ 5891064 h 5891064"/>
                <a:gd name="connsiteX12" fmla="*/ 4785414 w 5382109"/>
                <a:gd name="connsiteY12" fmla="*/ 5859167 h 5891064"/>
                <a:gd name="connsiteX13" fmla="*/ 4891740 w 5382109"/>
                <a:gd name="connsiteY13" fmla="*/ 3520004 h 5891064"/>
                <a:gd name="connsiteX14" fmla="*/ 3031042 w 5382109"/>
                <a:gd name="connsiteY14" fmla="*/ 627 h 5891064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042 w 5382109"/>
                <a:gd name="connsiteY0" fmla="*/ 968 h 5891405"/>
                <a:gd name="connsiteX1" fmla="*/ 777098 w 5382109"/>
                <a:gd name="connsiteY1" fmla="*/ 1181117 h 5891405"/>
                <a:gd name="connsiteX2" fmla="*/ 577563 w 5382109"/>
                <a:gd name="connsiteY2" fmla="*/ 2303127 h 5891405"/>
                <a:gd name="connsiteX3" fmla="*/ 763 w 5382109"/>
                <a:gd name="connsiteY3" fmla="*/ 3052512 h 5891405"/>
                <a:gd name="connsiteX4" fmla="*/ 511126 w 5382109"/>
                <a:gd name="connsiteY4" fmla="*/ 3328959 h 5891405"/>
                <a:gd name="connsiteX5" fmla="*/ 340038 w 5382109"/>
                <a:gd name="connsiteY5" fmla="*/ 3735758 h 5891405"/>
                <a:gd name="connsiteX6" fmla="*/ 531424 w 5382109"/>
                <a:gd name="connsiteY6" fmla="*/ 3871219 h 5891405"/>
                <a:gd name="connsiteX7" fmla="*/ 372902 w 5382109"/>
                <a:gd name="connsiteY7" fmla="*/ 4062605 h 5891405"/>
                <a:gd name="connsiteX8" fmla="*/ 564288 w 5382109"/>
                <a:gd name="connsiteY8" fmla="*/ 4317787 h 5891405"/>
                <a:gd name="connsiteX9" fmla="*/ 500493 w 5382109"/>
                <a:gd name="connsiteY9" fmla="*/ 4977005 h 5891405"/>
                <a:gd name="connsiteX10" fmla="*/ 1755135 w 5382109"/>
                <a:gd name="connsiteY10" fmla="*/ 5039972 h 5891405"/>
                <a:gd name="connsiteX11" fmla="*/ 1946521 w 5382109"/>
                <a:gd name="connsiteY11" fmla="*/ 5891405 h 5891405"/>
                <a:gd name="connsiteX12" fmla="*/ 4785414 w 5382109"/>
                <a:gd name="connsiteY12" fmla="*/ 5859508 h 5891405"/>
                <a:gd name="connsiteX13" fmla="*/ 4891740 w 5382109"/>
                <a:gd name="connsiteY13" fmla="*/ 3520345 h 5891405"/>
                <a:gd name="connsiteX14" fmla="*/ 3031042 w 5382109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1204 w 5382271"/>
                <a:gd name="connsiteY0" fmla="*/ 968 h 5891405"/>
                <a:gd name="connsiteX1" fmla="*/ 777260 w 5382271"/>
                <a:gd name="connsiteY1" fmla="*/ 1181117 h 5891405"/>
                <a:gd name="connsiteX2" fmla="*/ 523134 w 5382271"/>
                <a:gd name="connsiteY2" fmla="*/ 2303127 h 5891405"/>
                <a:gd name="connsiteX3" fmla="*/ 925 w 5382271"/>
                <a:gd name="connsiteY3" fmla="*/ 3052512 h 5891405"/>
                <a:gd name="connsiteX4" fmla="*/ 511288 w 5382271"/>
                <a:gd name="connsiteY4" fmla="*/ 3328959 h 5891405"/>
                <a:gd name="connsiteX5" fmla="*/ 340200 w 5382271"/>
                <a:gd name="connsiteY5" fmla="*/ 3735758 h 5891405"/>
                <a:gd name="connsiteX6" fmla="*/ 531586 w 5382271"/>
                <a:gd name="connsiteY6" fmla="*/ 3871219 h 5891405"/>
                <a:gd name="connsiteX7" fmla="*/ 373064 w 5382271"/>
                <a:gd name="connsiteY7" fmla="*/ 4062605 h 5891405"/>
                <a:gd name="connsiteX8" fmla="*/ 564450 w 5382271"/>
                <a:gd name="connsiteY8" fmla="*/ 4317787 h 5891405"/>
                <a:gd name="connsiteX9" fmla="*/ 500655 w 5382271"/>
                <a:gd name="connsiteY9" fmla="*/ 4977005 h 5891405"/>
                <a:gd name="connsiteX10" fmla="*/ 1755297 w 5382271"/>
                <a:gd name="connsiteY10" fmla="*/ 5039972 h 5891405"/>
                <a:gd name="connsiteX11" fmla="*/ 1946683 w 5382271"/>
                <a:gd name="connsiteY11" fmla="*/ 5891405 h 5891405"/>
                <a:gd name="connsiteX12" fmla="*/ 4785576 w 5382271"/>
                <a:gd name="connsiteY12" fmla="*/ 5859508 h 5891405"/>
                <a:gd name="connsiteX13" fmla="*/ 4891902 w 5382271"/>
                <a:gd name="connsiteY13" fmla="*/ 3520345 h 5891405"/>
                <a:gd name="connsiteX14" fmla="*/ 3031204 w 5382271"/>
                <a:gd name="connsiteY14" fmla="*/ 968 h 5891405"/>
                <a:gd name="connsiteX0" fmla="*/ 3038119 w 5389186"/>
                <a:gd name="connsiteY0" fmla="*/ 968 h 5891405"/>
                <a:gd name="connsiteX1" fmla="*/ 784175 w 5389186"/>
                <a:gd name="connsiteY1" fmla="*/ 1181117 h 5891405"/>
                <a:gd name="connsiteX2" fmla="*/ 530049 w 5389186"/>
                <a:gd name="connsiteY2" fmla="*/ 2303127 h 5891405"/>
                <a:gd name="connsiteX3" fmla="*/ 7840 w 5389186"/>
                <a:gd name="connsiteY3" fmla="*/ 3052512 h 5891405"/>
                <a:gd name="connsiteX4" fmla="*/ 518203 w 5389186"/>
                <a:gd name="connsiteY4" fmla="*/ 3328959 h 5891405"/>
                <a:gd name="connsiteX5" fmla="*/ 347115 w 5389186"/>
                <a:gd name="connsiteY5" fmla="*/ 3735758 h 5891405"/>
                <a:gd name="connsiteX6" fmla="*/ 538501 w 5389186"/>
                <a:gd name="connsiteY6" fmla="*/ 3871219 h 5891405"/>
                <a:gd name="connsiteX7" fmla="*/ 379979 w 5389186"/>
                <a:gd name="connsiteY7" fmla="*/ 4062605 h 5891405"/>
                <a:gd name="connsiteX8" fmla="*/ 571365 w 5389186"/>
                <a:gd name="connsiteY8" fmla="*/ 4317787 h 5891405"/>
                <a:gd name="connsiteX9" fmla="*/ 507570 w 5389186"/>
                <a:gd name="connsiteY9" fmla="*/ 4977005 h 5891405"/>
                <a:gd name="connsiteX10" fmla="*/ 1762212 w 5389186"/>
                <a:gd name="connsiteY10" fmla="*/ 5039972 h 5891405"/>
                <a:gd name="connsiteX11" fmla="*/ 1953598 w 5389186"/>
                <a:gd name="connsiteY11" fmla="*/ 5891405 h 5891405"/>
                <a:gd name="connsiteX12" fmla="*/ 4792491 w 5389186"/>
                <a:gd name="connsiteY12" fmla="*/ 5859508 h 5891405"/>
                <a:gd name="connsiteX13" fmla="*/ 4898817 w 5389186"/>
                <a:gd name="connsiteY13" fmla="*/ 3520345 h 5891405"/>
                <a:gd name="connsiteX14" fmla="*/ 3038119 w 5389186"/>
                <a:gd name="connsiteY14" fmla="*/ 968 h 5891405"/>
                <a:gd name="connsiteX0" fmla="*/ 3037057 w 5388124"/>
                <a:gd name="connsiteY0" fmla="*/ 968 h 5891405"/>
                <a:gd name="connsiteX1" fmla="*/ 783113 w 5388124"/>
                <a:gd name="connsiteY1" fmla="*/ 1181117 h 5891405"/>
                <a:gd name="connsiteX2" fmla="*/ 528987 w 5388124"/>
                <a:gd name="connsiteY2" fmla="*/ 2303127 h 5891405"/>
                <a:gd name="connsiteX3" fmla="*/ 6778 w 5388124"/>
                <a:gd name="connsiteY3" fmla="*/ 3052512 h 5891405"/>
                <a:gd name="connsiteX4" fmla="*/ 517141 w 5388124"/>
                <a:gd name="connsiteY4" fmla="*/ 3328959 h 5891405"/>
                <a:gd name="connsiteX5" fmla="*/ 346053 w 5388124"/>
                <a:gd name="connsiteY5" fmla="*/ 3735758 h 5891405"/>
                <a:gd name="connsiteX6" fmla="*/ 537439 w 5388124"/>
                <a:gd name="connsiteY6" fmla="*/ 3871219 h 5891405"/>
                <a:gd name="connsiteX7" fmla="*/ 378917 w 5388124"/>
                <a:gd name="connsiteY7" fmla="*/ 4062605 h 5891405"/>
                <a:gd name="connsiteX8" fmla="*/ 570303 w 5388124"/>
                <a:gd name="connsiteY8" fmla="*/ 4317787 h 5891405"/>
                <a:gd name="connsiteX9" fmla="*/ 506508 w 5388124"/>
                <a:gd name="connsiteY9" fmla="*/ 4977005 h 5891405"/>
                <a:gd name="connsiteX10" fmla="*/ 1761150 w 5388124"/>
                <a:gd name="connsiteY10" fmla="*/ 5039972 h 5891405"/>
                <a:gd name="connsiteX11" fmla="*/ 1952536 w 5388124"/>
                <a:gd name="connsiteY11" fmla="*/ 5891405 h 5891405"/>
                <a:gd name="connsiteX12" fmla="*/ 4791429 w 5388124"/>
                <a:gd name="connsiteY12" fmla="*/ 5859508 h 5891405"/>
                <a:gd name="connsiteX13" fmla="*/ 4897755 w 5388124"/>
                <a:gd name="connsiteY13" fmla="*/ 3520345 h 5891405"/>
                <a:gd name="connsiteX14" fmla="*/ 3037057 w 5388124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3034541 w 5385608"/>
                <a:gd name="connsiteY0" fmla="*/ 968 h 5891405"/>
                <a:gd name="connsiteX1" fmla="*/ 780597 w 5385608"/>
                <a:gd name="connsiteY1" fmla="*/ 1181117 h 5891405"/>
                <a:gd name="connsiteX2" fmla="*/ 526471 w 5385608"/>
                <a:gd name="connsiteY2" fmla="*/ 2303127 h 5891405"/>
                <a:gd name="connsiteX3" fmla="*/ 4262 w 5385608"/>
                <a:gd name="connsiteY3" fmla="*/ 3052512 h 5891405"/>
                <a:gd name="connsiteX4" fmla="*/ 514625 w 5385608"/>
                <a:gd name="connsiteY4" fmla="*/ 3328959 h 5891405"/>
                <a:gd name="connsiteX5" fmla="*/ 343537 w 5385608"/>
                <a:gd name="connsiteY5" fmla="*/ 3735758 h 5891405"/>
                <a:gd name="connsiteX6" fmla="*/ 534923 w 5385608"/>
                <a:gd name="connsiteY6" fmla="*/ 3871219 h 5891405"/>
                <a:gd name="connsiteX7" fmla="*/ 376401 w 5385608"/>
                <a:gd name="connsiteY7" fmla="*/ 4062605 h 5891405"/>
                <a:gd name="connsiteX8" fmla="*/ 567787 w 5385608"/>
                <a:gd name="connsiteY8" fmla="*/ 4317787 h 5891405"/>
                <a:gd name="connsiteX9" fmla="*/ 503992 w 5385608"/>
                <a:gd name="connsiteY9" fmla="*/ 4977005 h 5891405"/>
                <a:gd name="connsiteX10" fmla="*/ 1758634 w 5385608"/>
                <a:gd name="connsiteY10" fmla="*/ 5039972 h 5891405"/>
                <a:gd name="connsiteX11" fmla="*/ 1950020 w 5385608"/>
                <a:gd name="connsiteY11" fmla="*/ 5891405 h 5891405"/>
                <a:gd name="connsiteX12" fmla="*/ 4788913 w 5385608"/>
                <a:gd name="connsiteY12" fmla="*/ 5859508 h 5891405"/>
                <a:gd name="connsiteX13" fmla="*/ 4895239 w 5385608"/>
                <a:gd name="connsiteY13" fmla="*/ 3520345 h 5891405"/>
                <a:gd name="connsiteX14" fmla="*/ 3034541 w 5385608"/>
                <a:gd name="connsiteY14" fmla="*/ 968 h 5891405"/>
                <a:gd name="connsiteX0" fmla="*/ 2980702 w 5331769"/>
                <a:gd name="connsiteY0" fmla="*/ 968 h 5891405"/>
                <a:gd name="connsiteX1" fmla="*/ 726758 w 5331769"/>
                <a:gd name="connsiteY1" fmla="*/ 1181117 h 5891405"/>
                <a:gd name="connsiteX2" fmla="*/ 472632 w 5331769"/>
                <a:gd name="connsiteY2" fmla="*/ 2303127 h 5891405"/>
                <a:gd name="connsiteX3" fmla="*/ 5014 w 5331769"/>
                <a:gd name="connsiteY3" fmla="*/ 3079808 h 5891405"/>
                <a:gd name="connsiteX4" fmla="*/ 460786 w 5331769"/>
                <a:gd name="connsiteY4" fmla="*/ 3328959 h 5891405"/>
                <a:gd name="connsiteX5" fmla="*/ 289698 w 5331769"/>
                <a:gd name="connsiteY5" fmla="*/ 3735758 h 5891405"/>
                <a:gd name="connsiteX6" fmla="*/ 481084 w 5331769"/>
                <a:gd name="connsiteY6" fmla="*/ 3871219 h 5891405"/>
                <a:gd name="connsiteX7" fmla="*/ 322562 w 5331769"/>
                <a:gd name="connsiteY7" fmla="*/ 4062605 h 5891405"/>
                <a:gd name="connsiteX8" fmla="*/ 513948 w 5331769"/>
                <a:gd name="connsiteY8" fmla="*/ 4317787 h 5891405"/>
                <a:gd name="connsiteX9" fmla="*/ 450153 w 5331769"/>
                <a:gd name="connsiteY9" fmla="*/ 4977005 h 5891405"/>
                <a:gd name="connsiteX10" fmla="*/ 1704795 w 5331769"/>
                <a:gd name="connsiteY10" fmla="*/ 5039972 h 5891405"/>
                <a:gd name="connsiteX11" fmla="*/ 1896181 w 5331769"/>
                <a:gd name="connsiteY11" fmla="*/ 5891405 h 5891405"/>
                <a:gd name="connsiteX12" fmla="*/ 4735074 w 5331769"/>
                <a:gd name="connsiteY12" fmla="*/ 5859508 h 5891405"/>
                <a:gd name="connsiteX13" fmla="*/ 4841400 w 5331769"/>
                <a:gd name="connsiteY13" fmla="*/ 3520345 h 5891405"/>
                <a:gd name="connsiteX14" fmla="*/ 2980702 w 5331769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734863 w 5331558"/>
                <a:gd name="connsiteY12" fmla="*/ 5859508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148196 w 5331558"/>
                <a:gd name="connsiteY12" fmla="*/ 5789107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148196 w 5331558"/>
                <a:gd name="connsiteY12" fmla="*/ 5789107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007393 w 5331558"/>
                <a:gd name="connsiteY12" fmla="*/ 5836039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007393 w 5331558"/>
                <a:gd name="connsiteY12" fmla="*/ 5836039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007393 w 5331558"/>
                <a:gd name="connsiteY12" fmla="*/ 5836039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91405"/>
                <a:gd name="connsiteX1" fmla="*/ 726547 w 5331558"/>
                <a:gd name="connsiteY1" fmla="*/ 1181117 h 5891405"/>
                <a:gd name="connsiteX2" fmla="*/ 486068 w 5331558"/>
                <a:gd name="connsiteY2" fmla="*/ 2371366 h 5891405"/>
                <a:gd name="connsiteX3" fmla="*/ 4803 w 5331558"/>
                <a:gd name="connsiteY3" fmla="*/ 3079808 h 5891405"/>
                <a:gd name="connsiteX4" fmla="*/ 460575 w 5331558"/>
                <a:gd name="connsiteY4" fmla="*/ 3328959 h 5891405"/>
                <a:gd name="connsiteX5" fmla="*/ 289487 w 5331558"/>
                <a:gd name="connsiteY5" fmla="*/ 3735758 h 5891405"/>
                <a:gd name="connsiteX6" fmla="*/ 480873 w 5331558"/>
                <a:gd name="connsiteY6" fmla="*/ 3871219 h 5891405"/>
                <a:gd name="connsiteX7" fmla="*/ 322351 w 5331558"/>
                <a:gd name="connsiteY7" fmla="*/ 4062605 h 5891405"/>
                <a:gd name="connsiteX8" fmla="*/ 513737 w 5331558"/>
                <a:gd name="connsiteY8" fmla="*/ 4317787 h 5891405"/>
                <a:gd name="connsiteX9" fmla="*/ 449942 w 5331558"/>
                <a:gd name="connsiteY9" fmla="*/ 4977005 h 5891405"/>
                <a:gd name="connsiteX10" fmla="*/ 1704584 w 5331558"/>
                <a:gd name="connsiteY10" fmla="*/ 5039972 h 5891405"/>
                <a:gd name="connsiteX11" fmla="*/ 1895970 w 5331558"/>
                <a:gd name="connsiteY11" fmla="*/ 5891405 h 5891405"/>
                <a:gd name="connsiteX12" fmla="*/ 4007393 w 5331558"/>
                <a:gd name="connsiteY12" fmla="*/ 5836039 h 5891405"/>
                <a:gd name="connsiteX13" fmla="*/ 4841189 w 5331558"/>
                <a:gd name="connsiteY13" fmla="*/ 3520345 h 5891405"/>
                <a:gd name="connsiteX14" fmla="*/ 2980491 w 5331558"/>
                <a:gd name="connsiteY14" fmla="*/ 968 h 5891405"/>
                <a:gd name="connsiteX0" fmla="*/ 2980491 w 5331558"/>
                <a:gd name="connsiteY0" fmla="*/ 968 h 5837313"/>
                <a:gd name="connsiteX1" fmla="*/ 726547 w 5331558"/>
                <a:gd name="connsiteY1" fmla="*/ 1181117 h 5837313"/>
                <a:gd name="connsiteX2" fmla="*/ 486068 w 5331558"/>
                <a:gd name="connsiteY2" fmla="*/ 2371366 h 5837313"/>
                <a:gd name="connsiteX3" fmla="*/ 4803 w 5331558"/>
                <a:gd name="connsiteY3" fmla="*/ 3079808 h 5837313"/>
                <a:gd name="connsiteX4" fmla="*/ 460575 w 5331558"/>
                <a:gd name="connsiteY4" fmla="*/ 3328959 h 5837313"/>
                <a:gd name="connsiteX5" fmla="*/ 289487 w 5331558"/>
                <a:gd name="connsiteY5" fmla="*/ 3735758 h 5837313"/>
                <a:gd name="connsiteX6" fmla="*/ 480873 w 5331558"/>
                <a:gd name="connsiteY6" fmla="*/ 3871219 h 5837313"/>
                <a:gd name="connsiteX7" fmla="*/ 322351 w 5331558"/>
                <a:gd name="connsiteY7" fmla="*/ 4062605 h 5837313"/>
                <a:gd name="connsiteX8" fmla="*/ 513737 w 5331558"/>
                <a:gd name="connsiteY8" fmla="*/ 4317787 h 5837313"/>
                <a:gd name="connsiteX9" fmla="*/ 449942 w 5331558"/>
                <a:gd name="connsiteY9" fmla="*/ 4977005 h 5837313"/>
                <a:gd name="connsiteX10" fmla="*/ 1704584 w 5331558"/>
                <a:gd name="connsiteY10" fmla="*/ 5039972 h 5837313"/>
                <a:gd name="connsiteX11" fmla="*/ 1895971 w 5331558"/>
                <a:gd name="connsiteY11" fmla="*/ 5797537 h 5837313"/>
                <a:gd name="connsiteX12" fmla="*/ 4007393 w 5331558"/>
                <a:gd name="connsiteY12" fmla="*/ 5836039 h 5837313"/>
                <a:gd name="connsiteX13" fmla="*/ 4841189 w 5331558"/>
                <a:gd name="connsiteY13" fmla="*/ 3520345 h 5837313"/>
                <a:gd name="connsiteX14" fmla="*/ 2980491 w 5331558"/>
                <a:gd name="connsiteY14" fmla="*/ 968 h 5837313"/>
                <a:gd name="connsiteX0" fmla="*/ 2980491 w 5331558"/>
                <a:gd name="connsiteY0" fmla="*/ 968 h 5844473"/>
                <a:gd name="connsiteX1" fmla="*/ 726547 w 5331558"/>
                <a:gd name="connsiteY1" fmla="*/ 1181117 h 5844473"/>
                <a:gd name="connsiteX2" fmla="*/ 486068 w 5331558"/>
                <a:gd name="connsiteY2" fmla="*/ 2371366 h 5844473"/>
                <a:gd name="connsiteX3" fmla="*/ 4803 w 5331558"/>
                <a:gd name="connsiteY3" fmla="*/ 3079808 h 5844473"/>
                <a:gd name="connsiteX4" fmla="*/ 460575 w 5331558"/>
                <a:gd name="connsiteY4" fmla="*/ 3328959 h 5844473"/>
                <a:gd name="connsiteX5" fmla="*/ 289487 w 5331558"/>
                <a:gd name="connsiteY5" fmla="*/ 3735758 h 5844473"/>
                <a:gd name="connsiteX6" fmla="*/ 480873 w 5331558"/>
                <a:gd name="connsiteY6" fmla="*/ 3871219 h 5844473"/>
                <a:gd name="connsiteX7" fmla="*/ 322351 w 5331558"/>
                <a:gd name="connsiteY7" fmla="*/ 4062605 h 5844473"/>
                <a:gd name="connsiteX8" fmla="*/ 513737 w 5331558"/>
                <a:gd name="connsiteY8" fmla="*/ 4317787 h 5844473"/>
                <a:gd name="connsiteX9" fmla="*/ 449942 w 5331558"/>
                <a:gd name="connsiteY9" fmla="*/ 4977005 h 5844473"/>
                <a:gd name="connsiteX10" fmla="*/ 1704584 w 5331558"/>
                <a:gd name="connsiteY10" fmla="*/ 5039972 h 5844473"/>
                <a:gd name="connsiteX11" fmla="*/ 1989838 w 5331558"/>
                <a:gd name="connsiteY11" fmla="*/ 5844473 h 5844473"/>
                <a:gd name="connsiteX12" fmla="*/ 4007393 w 5331558"/>
                <a:gd name="connsiteY12" fmla="*/ 5836039 h 5844473"/>
                <a:gd name="connsiteX13" fmla="*/ 4841189 w 5331558"/>
                <a:gd name="connsiteY13" fmla="*/ 3520345 h 5844473"/>
                <a:gd name="connsiteX14" fmla="*/ 2980491 w 5331558"/>
                <a:gd name="connsiteY14" fmla="*/ 968 h 5844473"/>
                <a:gd name="connsiteX0" fmla="*/ 2980491 w 5331558"/>
                <a:gd name="connsiteY0" fmla="*/ 968 h 5844473"/>
                <a:gd name="connsiteX1" fmla="*/ 726547 w 5331558"/>
                <a:gd name="connsiteY1" fmla="*/ 1181117 h 5844473"/>
                <a:gd name="connsiteX2" fmla="*/ 486068 w 5331558"/>
                <a:gd name="connsiteY2" fmla="*/ 2371366 h 5844473"/>
                <a:gd name="connsiteX3" fmla="*/ 4803 w 5331558"/>
                <a:gd name="connsiteY3" fmla="*/ 3079808 h 5844473"/>
                <a:gd name="connsiteX4" fmla="*/ 460575 w 5331558"/>
                <a:gd name="connsiteY4" fmla="*/ 3328959 h 5844473"/>
                <a:gd name="connsiteX5" fmla="*/ 289487 w 5331558"/>
                <a:gd name="connsiteY5" fmla="*/ 3735758 h 5844473"/>
                <a:gd name="connsiteX6" fmla="*/ 480873 w 5331558"/>
                <a:gd name="connsiteY6" fmla="*/ 3871219 h 5844473"/>
                <a:gd name="connsiteX7" fmla="*/ 322351 w 5331558"/>
                <a:gd name="connsiteY7" fmla="*/ 4062605 h 5844473"/>
                <a:gd name="connsiteX8" fmla="*/ 513737 w 5331558"/>
                <a:gd name="connsiteY8" fmla="*/ 4317787 h 5844473"/>
                <a:gd name="connsiteX9" fmla="*/ 449942 w 5331558"/>
                <a:gd name="connsiteY9" fmla="*/ 4977005 h 5844473"/>
                <a:gd name="connsiteX10" fmla="*/ 1704584 w 5331558"/>
                <a:gd name="connsiteY10" fmla="*/ 5039972 h 5844473"/>
                <a:gd name="connsiteX11" fmla="*/ 1989838 w 5331558"/>
                <a:gd name="connsiteY11" fmla="*/ 5844473 h 5844473"/>
                <a:gd name="connsiteX12" fmla="*/ 4239932 w 5331558"/>
                <a:gd name="connsiteY12" fmla="*/ 5836039 h 5844473"/>
                <a:gd name="connsiteX13" fmla="*/ 4841189 w 5331558"/>
                <a:gd name="connsiteY13" fmla="*/ 3520345 h 5844473"/>
                <a:gd name="connsiteX14" fmla="*/ 2980491 w 5331558"/>
                <a:gd name="connsiteY14" fmla="*/ 968 h 5844473"/>
                <a:gd name="connsiteX0" fmla="*/ 2980491 w 5331558"/>
                <a:gd name="connsiteY0" fmla="*/ 968 h 5844473"/>
                <a:gd name="connsiteX1" fmla="*/ 726547 w 5331558"/>
                <a:gd name="connsiteY1" fmla="*/ 1181117 h 5844473"/>
                <a:gd name="connsiteX2" fmla="*/ 486068 w 5331558"/>
                <a:gd name="connsiteY2" fmla="*/ 2371366 h 5844473"/>
                <a:gd name="connsiteX3" fmla="*/ 4803 w 5331558"/>
                <a:gd name="connsiteY3" fmla="*/ 3079808 h 5844473"/>
                <a:gd name="connsiteX4" fmla="*/ 460575 w 5331558"/>
                <a:gd name="connsiteY4" fmla="*/ 3328959 h 5844473"/>
                <a:gd name="connsiteX5" fmla="*/ 289487 w 5331558"/>
                <a:gd name="connsiteY5" fmla="*/ 3735758 h 5844473"/>
                <a:gd name="connsiteX6" fmla="*/ 480873 w 5331558"/>
                <a:gd name="connsiteY6" fmla="*/ 3871219 h 5844473"/>
                <a:gd name="connsiteX7" fmla="*/ 322351 w 5331558"/>
                <a:gd name="connsiteY7" fmla="*/ 4062605 h 5844473"/>
                <a:gd name="connsiteX8" fmla="*/ 513737 w 5331558"/>
                <a:gd name="connsiteY8" fmla="*/ 4317787 h 5844473"/>
                <a:gd name="connsiteX9" fmla="*/ 449942 w 5331558"/>
                <a:gd name="connsiteY9" fmla="*/ 4977005 h 5844473"/>
                <a:gd name="connsiteX10" fmla="*/ 1704584 w 5331558"/>
                <a:gd name="connsiteY10" fmla="*/ 5039972 h 5844473"/>
                <a:gd name="connsiteX11" fmla="*/ 1989838 w 5331558"/>
                <a:gd name="connsiteY11" fmla="*/ 5844473 h 5844473"/>
                <a:gd name="connsiteX12" fmla="*/ 4283535 w 5331558"/>
                <a:gd name="connsiteY12" fmla="*/ 5821504 h 5844473"/>
                <a:gd name="connsiteX13" fmla="*/ 4841189 w 5331558"/>
                <a:gd name="connsiteY13" fmla="*/ 3520345 h 5844473"/>
                <a:gd name="connsiteX14" fmla="*/ 2980491 w 5331558"/>
                <a:gd name="connsiteY14" fmla="*/ 968 h 5844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31558" h="5844473">
                  <a:moveTo>
                    <a:pt x="2980491" y="968"/>
                  </a:moveTo>
                  <a:cubicBezTo>
                    <a:pt x="1784302" y="-22254"/>
                    <a:pt x="1040642" y="372305"/>
                    <a:pt x="726547" y="1181117"/>
                  </a:cubicBezTo>
                  <a:cubicBezTo>
                    <a:pt x="528785" y="1834793"/>
                    <a:pt x="744238" y="2066938"/>
                    <a:pt x="486068" y="2371366"/>
                  </a:cubicBezTo>
                  <a:cubicBezTo>
                    <a:pt x="239818" y="2677225"/>
                    <a:pt x="-40213" y="2911644"/>
                    <a:pt x="4803" y="3079808"/>
                  </a:cubicBezTo>
                  <a:cubicBezTo>
                    <a:pt x="109541" y="3181162"/>
                    <a:pt x="260766" y="3266498"/>
                    <a:pt x="460575" y="3328959"/>
                  </a:cubicBezTo>
                  <a:cubicBezTo>
                    <a:pt x="403546" y="3464559"/>
                    <a:pt x="198074" y="3641722"/>
                    <a:pt x="289487" y="3735758"/>
                  </a:cubicBezTo>
                  <a:lnTo>
                    <a:pt x="480873" y="3871219"/>
                  </a:lnTo>
                  <a:cubicBezTo>
                    <a:pt x="428032" y="3935014"/>
                    <a:pt x="303940" y="3939433"/>
                    <a:pt x="322351" y="4062605"/>
                  </a:cubicBezTo>
                  <a:cubicBezTo>
                    <a:pt x="362395" y="4195168"/>
                    <a:pt x="550882" y="4226788"/>
                    <a:pt x="513737" y="4317787"/>
                  </a:cubicBezTo>
                  <a:cubicBezTo>
                    <a:pt x="397470" y="4561276"/>
                    <a:pt x="358392" y="4876020"/>
                    <a:pt x="449942" y="4977005"/>
                  </a:cubicBezTo>
                  <a:cubicBezTo>
                    <a:pt x="636587" y="5158310"/>
                    <a:pt x="1197305" y="5208988"/>
                    <a:pt x="1704584" y="5039972"/>
                  </a:cubicBezTo>
                  <a:lnTo>
                    <a:pt x="1989838" y="5844473"/>
                  </a:lnTo>
                  <a:lnTo>
                    <a:pt x="4283535" y="5821504"/>
                  </a:lnTo>
                  <a:cubicBezTo>
                    <a:pt x="4313876" y="4595595"/>
                    <a:pt x="4211774" y="4021794"/>
                    <a:pt x="4841189" y="3520345"/>
                  </a:cubicBezTo>
                  <a:cubicBezTo>
                    <a:pt x="6117095" y="1964448"/>
                    <a:pt x="4692333" y="36409"/>
                    <a:pt x="2980491" y="968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B018EB4-26B2-E247-BF3E-205D889ECADC}"/>
                </a:ext>
              </a:extLst>
            </p:cNvPr>
            <p:cNvSpPr/>
            <p:nvPr/>
          </p:nvSpPr>
          <p:spPr>
            <a:xfrm>
              <a:off x="15770489" y="5505719"/>
              <a:ext cx="4839809" cy="483980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3" name="AutoShape 92">
              <a:extLst>
                <a:ext uri="{FF2B5EF4-FFF2-40B4-BE49-F238E27FC236}">
                  <a16:creationId xmlns:a16="http://schemas.microsoft.com/office/drawing/2014/main" id="{455E8C9F-F442-554E-A775-8A50EFEF40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7349854" y="5120914"/>
              <a:ext cx="1713814" cy="1713817"/>
            </a:xfrm>
            <a:prstGeom prst="ellipse">
              <a:avLst/>
            </a:prstGeom>
            <a:solidFill>
              <a:schemeClr val="accent1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26" name="AutoShape 92">
              <a:extLst>
                <a:ext uri="{FF2B5EF4-FFF2-40B4-BE49-F238E27FC236}">
                  <a16:creationId xmlns:a16="http://schemas.microsoft.com/office/drawing/2014/main" id="{3BE8CBA0-39B4-3148-A851-C38B17CECC2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5418419" y="6337086"/>
              <a:ext cx="1713814" cy="1713817"/>
            </a:xfrm>
            <a:prstGeom prst="ellipse">
              <a:avLst/>
            </a:prstGeom>
            <a:solidFill>
              <a:schemeClr val="accent5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29" name="AutoShape 92">
              <a:extLst>
                <a:ext uri="{FF2B5EF4-FFF2-40B4-BE49-F238E27FC236}">
                  <a16:creationId xmlns:a16="http://schemas.microsoft.com/office/drawing/2014/main" id="{902E1785-ACE4-5B41-8585-139475EA4A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6127174" y="8536200"/>
              <a:ext cx="1713814" cy="1713817"/>
            </a:xfrm>
            <a:prstGeom prst="ellipse">
              <a:avLst/>
            </a:prstGeom>
            <a:solidFill>
              <a:schemeClr val="accent4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35" name="AutoShape 92">
              <a:extLst>
                <a:ext uri="{FF2B5EF4-FFF2-40B4-BE49-F238E27FC236}">
                  <a16:creationId xmlns:a16="http://schemas.microsoft.com/office/drawing/2014/main" id="{51446005-FF35-4140-931A-DD4F7A5C69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8561642" y="8536200"/>
              <a:ext cx="1713814" cy="1713817"/>
            </a:xfrm>
            <a:prstGeom prst="ellipse">
              <a:avLst/>
            </a:prstGeom>
            <a:solidFill>
              <a:schemeClr val="accent3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38" name="AutoShape 92">
              <a:extLst>
                <a:ext uri="{FF2B5EF4-FFF2-40B4-BE49-F238E27FC236}">
                  <a16:creationId xmlns:a16="http://schemas.microsoft.com/office/drawing/2014/main" id="{E2DECC60-03F6-A647-9C31-9CA4DBC9FC4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200000" flipH="1">
              <a:off x="19281289" y="6337086"/>
              <a:ext cx="1713814" cy="1713817"/>
            </a:xfrm>
            <a:prstGeom prst="ellipse">
              <a:avLst/>
            </a:prstGeom>
            <a:solidFill>
              <a:schemeClr val="accent2"/>
            </a:solidFill>
            <a:ln>
              <a:noFill/>
              <a:headEnd/>
              <a:tailEnd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0" h="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2800" dirty="0">
                <a:solidFill>
                  <a:schemeClr val="bg1"/>
                </a:solidFill>
                <a:latin typeface="Arial Black" pitchFamily="34" charset="0"/>
              </a:endParaRPr>
            </a:p>
          </p:txBody>
        </p:sp>
        <p:sp>
          <p:nvSpPr>
            <p:cNvPr id="47" name="Gráfico 239">
              <a:extLst>
                <a:ext uri="{FF2B5EF4-FFF2-40B4-BE49-F238E27FC236}">
                  <a16:creationId xmlns:a16="http://schemas.microsoft.com/office/drawing/2014/main" id="{C7991E49-FFAB-DD49-9906-2280BB928C8A}"/>
                </a:ext>
              </a:extLst>
            </p:cNvPr>
            <p:cNvSpPr/>
            <p:nvPr/>
          </p:nvSpPr>
          <p:spPr>
            <a:xfrm>
              <a:off x="17864562" y="5592109"/>
              <a:ext cx="719580" cy="719578"/>
            </a:xfrm>
            <a:custGeom>
              <a:avLst/>
              <a:gdLst>
                <a:gd name="connsiteX0" fmla="*/ 519307 w 571237"/>
                <a:gd name="connsiteY0" fmla="*/ 0 h 571237"/>
                <a:gd name="connsiteX1" fmla="*/ 51931 w 571237"/>
                <a:gd name="connsiteY1" fmla="*/ 0 h 571237"/>
                <a:gd name="connsiteX2" fmla="*/ 0 w 571237"/>
                <a:gd name="connsiteY2" fmla="*/ 51931 h 571237"/>
                <a:gd name="connsiteX3" fmla="*/ 0 w 571237"/>
                <a:gd name="connsiteY3" fmla="*/ 519307 h 571237"/>
                <a:gd name="connsiteX4" fmla="*/ 51931 w 571237"/>
                <a:gd name="connsiteY4" fmla="*/ 571238 h 571237"/>
                <a:gd name="connsiteX5" fmla="*/ 519307 w 571237"/>
                <a:gd name="connsiteY5" fmla="*/ 571238 h 571237"/>
                <a:gd name="connsiteX6" fmla="*/ 571238 w 571237"/>
                <a:gd name="connsiteY6" fmla="*/ 519307 h 571237"/>
                <a:gd name="connsiteX7" fmla="*/ 571238 w 571237"/>
                <a:gd name="connsiteY7" fmla="*/ 51931 h 571237"/>
                <a:gd name="connsiteX8" fmla="*/ 519307 w 571237"/>
                <a:gd name="connsiteY8" fmla="*/ 0 h 571237"/>
                <a:gd name="connsiteX9" fmla="*/ 467376 w 571237"/>
                <a:gd name="connsiteY9" fmla="*/ 350532 h 571237"/>
                <a:gd name="connsiteX10" fmla="*/ 454392 w 571237"/>
                <a:gd name="connsiteY10" fmla="*/ 363515 h 571237"/>
                <a:gd name="connsiteX11" fmla="*/ 363513 w 571237"/>
                <a:gd name="connsiteY11" fmla="*/ 363515 h 571237"/>
                <a:gd name="connsiteX12" fmla="*/ 363513 w 571237"/>
                <a:gd name="connsiteY12" fmla="*/ 454394 h 571237"/>
                <a:gd name="connsiteX13" fmla="*/ 350530 w 571237"/>
                <a:gd name="connsiteY13" fmla="*/ 467377 h 571237"/>
                <a:gd name="connsiteX14" fmla="*/ 220705 w 571237"/>
                <a:gd name="connsiteY14" fmla="*/ 467377 h 571237"/>
                <a:gd name="connsiteX15" fmla="*/ 207722 w 571237"/>
                <a:gd name="connsiteY15" fmla="*/ 454394 h 571237"/>
                <a:gd name="connsiteX16" fmla="*/ 207722 w 571237"/>
                <a:gd name="connsiteY16" fmla="*/ 363515 h 571237"/>
                <a:gd name="connsiteX17" fmla="*/ 116844 w 571237"/>
                <a:gd name="connsiteY17" fmla="*/ 363515 h 571237"/>
                <a:gd name="connsiteX18" fmla="*/ 103861 w 571237"/>
                <a:gd name="connsiteY18" fmla="*/ 350532 h 571237"/>
                <a:gd name="connsiteX19" fmla="*/ 103861 w 571237"/>
                <a:gd name="connsiteY19" fmla="*/ 220705 h 571237"/>
                <a:gd name="connsiteX20" fmla="*/ 116844 w 571237"/>
                <a:gd name="connsiteY20" fmla="*/ 207722 h 571237"/>
                <a:gd name="connsiteX21" fmla="*/ 207723 w 571237"/>
                <a:gd name="connsiteY21" fmla="*/ 207722 h 571237"/>
                <a:gd name="connsiteX22" fmla="*/ 207723 w 571237"/>
                <a:gd name="connsiteY22" fmla="*/ 116844 h 571237"/>
                <a:gd name="connsiteX23" fmla="*/ 220706 w 571237"/>
                <a:gd name="connsiteY23" fmla="*/ 103861 h 571237"/>
                <a:gd name="connsiteX24" fmla="*/ 350532 w 571237"/>
                <a:gd name="connsiteY24" fmla="*/ 103861 h 571237"/>
                <a:gd name="connsiteX25" fmla="*/ 363515 w 571237"/>
                <a:gd name="connsiteY25" fmla="*/ 116844 h 571237"/>
                <a:gd name="connsiteX26" fmla="*/ 363515 w 571237"/>
                <a:gd name="connsiteY26" fmla="*/ 207723 h 571237"/>
                <a:gd name="connsiteX27" fmla="*/ 454394 w 571237"/>
                <a:gd name="connsiteY27" fmla="*/ 207723 h 571237"/>
                <a:gd name="connsiteX28" fmla="*/ 467377 w 571237"/>
                <a:gd name="connsiteY28" fmla="*/ 220706 h 571237"/>
                <a:gd name="connsiteX29" fmla="*/ 467377 w 571237"/>
                <a:gd name="connsiteY29" fmla="*/ 350532 h 57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71237" h="571237">
                  <a:moveTo>
                    <a:pt x="519307" y="0"/>
                  </a:moveTo>
                  <a:lnTo>
                    <a:pt x="51931" y="0"/>
                  </a:lnTo>
                  <a:cubicBezTo>
                    <a:pt x="23290" y="0"/>
                    <a:pt x="0" y="23290"/>
                    <a:pt x="0" y="51931"/>
                  </a:cubicBezTo>
                  <a:lnTo>
                    <a:pt x="0" y="519307"/>
                  </a:lnTo>
                  <a:cubicBezTo>
                    <a:pt x="0" y="547947"/>
                    <a:pt x="23290" y="571238"/>
                    <a:pt x="51931" y="571238"/>
                  </a:cubicBezTo>
                  <a:lnTo>
                    <a:pt x="519307" y="571238"/>
                  </a:lnTo>
                  <a:cubicBezTo>
                    <a:pt x="547947" y="571238"/>
                    <a:pt x="571238" y="547948"/>
                    <a:pt x="571238" y="519307"/>
                  </a:cubicBezTo>
                  <a:lnTo>
                    <a:pt x="571238" y="51931"/>
                  </a:lnTo>
                  <a:cubicBezTo>
                    <a:pt x="571236" y="23290"/>
                    <a:pt x="547947" y="0"/>
                    <a:pt x="519307" y="0"/>
                  </a:cubicBezTo>
                  <a:close/>
                  <a:moveTo>
                    <a:pt x="467376" y="350532"/>
                  </a:moveTo>
                  <a:cubicBezTo>
                    <a:pt x="467376" y="357708"/>
                    <a:pt x="461569" y="363515"/>
                    <a:pt x="454392" y="363515"/>
                  </a:cubicBezTo>
                  <a:lnTo>
                    <a:pt x="363513" y="363515"/>
                  </a:lnTo>
                  <a:lnTo>
                    <a:pt x="363513" y="454394"/>
                  </a:lnTo>
                  <a:cubicBezTo>
                    <a:pt x="363513" y="461570"/>
                    <a:pt x="357707" y="467377"/>
                    <a:pt x="350530" y="467377"/>
                  </a:cubicBezTo>
                  <a:lnTo>
                    <a:pt x="220705" y="467377"/>
                  </a:lnTo>
                  <a:cubicBezTo>
                    <a:pt x="213529" y="467377"/>
                    <a:pt x="207722" y="461570"/>
                    <a:pt x="207722" y="454394"/>
                  </a:cubicBezTo>
                  <a:lnTo>
                    <a:pt x="207722" y="363515"/>
                  </a:lnTo>
                  <a:lnTo>
                    <a:pt x="116844" y="363515"/>
                  </a:lnTo>
                  <a:cubicBezTo>
                    <a:pt x="109668" y="363515"/>
                    <a:pt x="103861" y="357708"/>
                    <a:pt x="103861" y="350532"/>
                  </a:cubicBezTo>
                  <a:lnTo>
                    <a:pt x="103861" y="220705"/>
                  </a:lnTo>
                  <a:cubicBezTo>
                    <a:pt x="103861" y="213529"/>
                    <a:pt x="109668" y="207722"/>
                    <a:pt x="116844" y="207722"/>
                  </a:cubicBezTo>
                  <a:lnTo>
                    <a:pt x="207723" y="207722"/>
                  </a:lnTo>
                  <a:lnTo>
                    <a:pt x="207723" y="116844"/>
                  </a:lnTo>
                  <a:cubicBezTo>
                    <a:pt x="207723" y="109668"/>
                    <a:pt x="213530" y="103861"/>
                    <a:pt x="220706" y="103861"/>
                  </a:cubicBezTo>
                  <a:lnTo>
                    <a:pt x="350532" y="103861"/>
                  </a:lnTo>
                  <a:cubicBezTo>
                    <a:pt x="357708" y="103861"/>
                    <a:pt x="363515" y="109668"/>
                    <a:pt x="363515" y="116844"/>
                  </a:cubicBezTo>
                  <a:lnTo>
                    <a:pt x="363515" y="207723"/>
                  </a:lnTo>
                  <a:lnTo>
                    <a:pt x="454394" y="207723"/>
                  </a:lnTo>
                  <a:cubicBezTo>
                    <a:pt x="461570" y="207723"/>
                    <a:pt x="467377" y="213530"/>
                    <a:pt x="467377" y="220706"/>
                  </a:cubicBezTo>
                  <a:lnTo>
                    <a:pt x="467377" y="350532"/>
                  </a:lnTo>
                  <a:close/>
                </a:path>
              </a:pathLst>
            </a:custGeom>
            <a:solidFill>
              <a:schemeClr val="bg1"/>
            </a:solidFill>
            <a:ln w="1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grpSp>
          <p:nvGrpSpPr>
            <p:cNvPr id="48" name="Gráfico 243">
              <a:extLst>
                <a:ext uri="{FF2B5EF4-FFF2-40B4-BE49-F238E27FC236}">
                  <a16:creationId xmlns:a16="http://schemas.microsoft.com/office/drawing/2014/main" id="{B6E91310-4D1D-6846-8146-13E261E6871B}"/>
                </a:ext>
              </a:extLst>
            </p:cNvPr>
            <p:cNvGrpSpPr/>
            <p:nvPr/>
          </p:nvGrpSpPr>
          <p:grpSpPr>
            <a:xfrm>
              <a:off x="15925197" y="6838783"/>
              <a:ext cx="719068" cy="719066"/>
              <a:chOff x="5171013" y="4285321"/>
              <a:chExt cx="570831" cy="570831"/>
            </a:xfrm>
            <a:solidFill>
              <a:schemeClr val="bg1"/>
            </a:solidFill>
          </p:grpSpPr>
          <p:sp>
            <p:nvSpPr>
              <p:cNvPr id="49" name="Forma libre 285">
                <a:extLst>
                  <a:ext uri="{FF2B5EF4-FFF2-40B4-BE49-F238E27FC236}">
                    <a16:creationId xmlns:a16="http://schemas.microsoft.com/office/drawing/2014/main" id="{B31265C1-F09F-C040-8B4F-52FA315520C4}"/>
                  </a:ext>
                </a:extLst>
              </p:cNvPr>
              <p:cNvSpPr/>
              <p:nvPr/>
            </p:nvSpPr>
            <p:spPr>
              <a:xfrm>
                <a:off x="5253107" y="4576323"/>
                <a:ext cx="406641" cy="279828"/>
              </a:xfrm>
              <a:custGeom>
                <a:avLst/>
                <a:gdLst>
                  <a:gd name="connsiteX0" fmla="*/ 405395 w 406641"/>
                  <a:gd name="connsiteY0" fmla="*/ 27781 h 279828"/>
                  <a:gd name="connsiteX1" fmla="*/ 393667 w 406641"/>
                  <a:gd name="connsiteY1" fmla="*/ 20360 h 279828"/>
                  <a:gd name="connsiteX2" fmla="*/ 294135 w 406641"/>
                  <a:gd name="connsiteY2" fmla="*/ 20360 h 279828"/>
                  <a:gd name="connsiteX3" fmla="*/ 263232 w 406641"/>
                  <a:gd name="connsiteY3" fmla="*/ 5104 h 279828"/>
                  <a:gd name="connsiteX4" fmla="*/ 250156 w 406641"/>
                  <a:gd name="connsiteY4" fmla="*/ 304 h 279828"/>
                  <a:gd name="connsiteX5" fmla="*/ 240270 w 406641"/>
                  <a:gd name="connsiteY5" fmla="*/ 10087 h 279828"/>
                  <a:gd name="connsiteX6" fmla="*/ 215361 w 406641"/>
                  <a:gd name="connsiteY6" fmla="*/ 119764 h 279828"/>
                  <a:gd name="connsiteX7" fmla="*/ 182045 w 406641"/>
                  <a:gd name="connsiteY7" fmla="*/ 149785 h 279828"/>
                  <a:gd name="connsiteX8" fmla="*/ 142580 w 406641"/>
                  <a:gd name="connsiteY8" fmla="*/ 128586 h 279828"/>
                  <a:gd name="connsiteX9" fmla="*/ 92061 w 406641"/>
                  <a:gd name="connsiteY9" fmla="*/ 27524 h 279828"/>
                  <a:gd name="connsiteX10" fmla="*/ 80437 w 406641"/>
                  <a:gd name="connsiteY10" fmla="*/ 20363 h 279828"/>
                  <a:gd name="connsiteX11" fmla="*/ 12974 w 406641"/>
                  <a:gd name="connsiteY11" fmla="*/ 20363 h 279828"/>
                  <a:gd name="connsiteX12" fmla="*/ 1247 w 406641"/>
                  <a:gd name="connsiteY12" fmla="*/ 27783 h 279828"/>
                  <a:gd name="connsiteX13" fmla="*/ 2907 w 406641"/>
                  <a:gd name="connsiteY13" fmla="*/ 41536 h 279828"/>
                  <a:gd name="connsiteX14" fmla="*/ 193253 w 406641"/>
                  <a:gd name="connsiteY14" fmla="*/ 275055 h 279828"/>
                  <a:gd name="connsiteX15" fmla="*/ 203321 w 406641"/>
                  <a:gd name="connsiteY15" fmla="*/ 279829 h 279828"/>
                  <a:gd name="connsiteX16" fmla="*/ 213388 w 406641"/>
                  <a:gd name="connsiteY16" fmla="*/ 275055 h 279828"/>
                  <a:gd name="connsiteX17" fmla="*/ 403735 w 406641"/>
                  <a:gd name="connsiteY17" fmla="*/ 41532 h 279828"/>
                  <a:gd name="connsiteX18" fmla="*/ 405395 w 406641"/>
                  <a:gd name="connsiteY18" fmla="*/ 27781 h 279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06641" h="279828">
                    <a:moveTo>
                      <a:pt x="405395" y="27781"/>
                    </a:moveTo>
                    <a:cubicBezTo>
                      <a:pt x="403241" y="23240"/>
                      <a:pt x="398674" y="20360"/>
                      <a:pt x="393667" y="20360"/>
                    </a:cubicBezTo>
                    <a:lnTo>
                      <a:pt x="294135" y="20360"/>
                    </a:lnTo>
                    <a:cubicBezTo>
                      <a:pt x="281888" y="20360"/>
                      <a:pt x="270628" y="14808"/>
                      <a:pt x="263232" y="5104"/>
                    </a:cubicBezTo>
                    <a:cubicBezTo>
                      <a:pt x="260197" y="1108"/>
                      <a:pt x="255085" y="-786"/>
                      <a:pt x="250156" y="304"/>
                    </a:cubicBezTo>
                    <a:cubicBezTo>
                      <a:pt x="245252" y="1368"/>
                      <a:pt x="241386" y="5182"/>
                      <a:pt x="240270" y="10087"/>
                    </a:cubicBezTo>
                    <a:lnTo>
                      <a:pt x="215361" y="119764"/>
                    </a:lnTo>
                    <a:cubicBezTo>
                      <a:pt x="211703" y="135773"/>
                      <a:pt x="198314" y="147839"/>
                      <a:pt x="182045" y="149785"/>
                    </a:cubicBezTo>
                    <a:cubicBezTo>
                      <a:pt x="164635" y="151912"/>
                      <a:pt x="149871" y="143168"/>
                      <a:pt x="142580" y="128586"/>
                    </a:cubicBezTo>
                    <a:lnTo>
                      <a:pt x="92061" y="27524"/>
                    </a:lnTo>
                    <a:cubicBezTo>
                      <a:pt x="89830" y="23139"/>
                      <a:pt x="85341" y="20363"/>
                      <a:pt x="80437" y="20363"/>
                    </a:cubicBezTo>
                    <a:lnTo>
                      <a:pt x="12974" y="20363"/>
                    </a:lnTo>
                    <a:cubicBezTo>
                      <a:pt x="7966" y="20363"/>
                      <a:pt x="3400" y="23242"/>
                      <a:pt x="1247" y="27783"/>
                    </a:cubicBezTo>
                    <a:cubicBezTo>
                      <a:pt x="-881" y="32298"/>
                      <a:pt x="-258" y="37669"/>
                      <a:pt x="2907" y="41536"/>
                    </a:cubicBezTo>
                    <a:lnTo>
                      <a:pt x="193253" y="275055"/>
                    </a:lnTo>
                    <a:cubicBezTo>
                      <a:pt x="195718" y="278091"/>
                      <a:pt x="199429" y="279829"/>
                      <a:pt x="203321" y="279829"/>
                    </a:cubicBezTo>
                    <a:cubicBezTo>
                      <a:pt x="207213" y="279829"/>
                      <a:pt x="210923" y="278091"/>
                      <a:pt x="213388" y="275055"/>
                    </a:cubicBezTo>
                    <a:lnTo>
                      <a:pt x="403735" y="41532"/>
                    </a:lnTo>
                    <a:cubicBezTo>
                      <a:pt x="406900" y="37667"/>
                      <a:pt x="407522" y="32295"/>
                      <a:pt x="405395" y="27781"/>
                    </a:cubicBezTo>
                    <a:close/>
                  </a:path>
                </a:pathLst>
              </a:custGeom>
              <a:grpFill/>
              <a:ln w="10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50" name="Forma libre 286">
                <a:extLst>
                  <a:ext uri="{FF2B5EF4-FFF2-40B4-BE49-F238E27FC236}">
                    <a16:creationId xmlns:a16="http://schemas.microsoft.com/office/drawing/2014/main" id="{9306CEB0-1300-EC48-A96E-A80284606246}"/>
                  </a:ext>
                </a:extLst>
              </p:cNvPr>
              <p:cNvSpPr/>
              <p:nvPr/>
            </p:nvSpPr>
            <p:spPr>
              <a:xfrm>
                <a:off x="5171013" y="4285321"/>
                <a:ext cx="570832" cy="415150"/>
              </a:xfrm>
              <a:custGeom>
                <a:avLst/>
                <a:gdLst>
                  <a:gd name="connsiteX0" fmla="*/ 557858 w 570832"/>
                  <a:gd name="connsiteY0" fmla="*/ 259468 h 415150"/>
                  <a:gd name="connsiteX1" fmla="*/ 543691 w 570832"/>
                  <a:gd name="connsiteY1" fmla="*/ 259468 h 415150"/>
                  <a:gd name="connsiteX2" fmla="*/ 570831 w 570832"/>
                  <a:gd name="connsiteY2" fmla="*/ 168655 h 415150"/>
                  <a:gd name="connsiteX3" fmla="*/ 402176 w 570832"/>
                  <a:gd name="connsiteY3" fmla="*/ 0 h 415150"/>
                  <a:gd name="connsiteX4" fmla="*/ 285416 w 570832"/>
                  <a:gd name="connsiteY4" fmla="*/ 47172 h 415150"/>
                  <a:gd name="connsiteX5" fmla="*/ 168655 w 570832"/>
                  <a:gd name="connsiteY5" fmla="*/ 0 h 415150"/>
                  <a:gd name="connsiteX6" fmla="*/ 0 w 570832"/>
                  <a:gd name="connsiteY6" fmla="*/ 168655 h 415150"/>
                  <a:gd name="connsiteX7" fmla="*/ 27167 w 570832"/>
                  <a:gd name="connsiteY7" fmla="*/ 259469 h 415150"/>
                  <a:gd name="connsiteX8" fmla="*/ 12974 w 570832"/>
                  <a:gd name="connsiteY8" fmla="*/ 259469 h 415150"/>
                  <a:gd name="connsiteX9" fmla="*/ 0 w 570832"/>
                  <a:gd name="connsiteY9" fmla="*/ 272442 h 415150"/>
                  <a:gd name="connsiteX10" fmla="*/ 12973 w 570832"/>
                  <a:gd name="connsiteY10" fmla="*/ 285416 h 415150"/>
                  <a:gd name="connsiteX11" fmla="*/ 178566 w 570832"/>
                  <a:gd name="connsiteY11" fmla="*/ 285416 h 415150"/>
                  <a:gd name="connsiteX12" fmla="*/ 190165 w 570832"/>
                  <a:gd name="connsiteY12" fmla="*/ 292577 h 415150"/>
                  <a:gd name="connsiteX13" fmla="*/ 247871 w 570832"/>
                  <a:gd name="connsiteY13" fmla="*/ 407962 h 415150"/>
                  <a:gd name="connsiteX14" fmla="*/ 259469 w 570832"/>
                  <a:gd name="connsiteY14" fmla="*/ 415150 h 415150"/>
                  <a:gd name="connsiteX15" fmla="*/ 261026 w 570832"/>
                  <a:gd name="connsiteY15" fmla="*/ 415072 h 415150"/>
                  <a:gd name="connsiteX16" fmla="*/ 272131 w 570832"/>
                  <a:gd name="connsiteY16" fmla="*/ 405057 h 415150"/>
                  <a:gd name="connsiteX17" fmla="*/ 316423 w 570832"/>
                  <a:gd name="connsiteY17" fmla="*/ 210118 h 415150"/>
                  <a:gd name="connsiteX18" fmla="*/ 328852 w 570832"/>
                  <a:gd name="connsiteY18" fmla="*/ 200051 h 415150"/>
                  <a:gd name="connsiteX19" fmla="*/ 341358 w 570832"/>
                  <a:gd name="connsiteY19" fmla="*/ 208899 h 415150"/>
                  <a:gd name="connsiteX20" fmla="*/ 363906 w 570832"/>
                  <a:gd name="connsiteY20" fmla="*/ 276542 h 415150"/>
                  <a:gd name="connsiteX21" fmla="*/ 376231 w 570832"/>
                  <a:gd name="connsiteY21" fmla="*/ 285416 h 415150"/>
                  <a:gd name="connsiteX22" fmla="*/ 557859 w 570832"/>
                  <a:gd name="connsiteY22" fmla="*/ 285416 h 415150"/>
                  <a:gd name="connsiteX23" fmla="*/ 570832 w 570832"/>
                  <a:gd name="connsiteY23" fmla="*/ 272442 h 415150"/>
                  <a:gd name="connsiteX24" fmla="*/ 557858 w 570832"/>
                  <a:gd name="connsiteY24" fmla="*/ 259468 h 41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70832" h="415150">
                    <a:moveTo>
                      <a:pt x="557858" y="259468"/>
                    </a:moveTo>
                    <a:lnTo>
                      <a:pt x="543691" y="259468"/>
                    </a:lnTo>
                    <a:cubicBezTo>
                      <a:pt x="561101" y="232406"/>
                      <a:pt x="570831" y="201062"/>
                      <a:pt x="570831" y="168655"/>
                    </a:cubicBezTo>
                    <a:cubicBezTo>
                      <a:pt x="570831" y="75661"/>
                      <a:pt x="495170" y="0"/>
                      <a:pt x="402176" y="0"/>
                    </a:cubicBezTo>
                    <a:cubicBezTo>
                      <a:pt x="358560" y="0"/>
                      <a:pt x="316759" y="17047"/>
                      <a:pt x="285416" y="47172"/>
                    </a:cubicBezTo>
                    <a:cubicBezTo>
                      <a:pt x="254072" y="17047"/>
                      <a:pt x="212271" y="0"/>
                      <a:pt x="168655" y="0"/>
                    </a:cubicBezTo>
                    <a:cubicBezTo>
                      <a:pt x="75661" y="0"/>
                      <a:pt x="0" y="75661"/>
                      <a:pt x="0" y="168655"/>
                    </a:cubicBezTo>
                    <a:cubicBezTo>
                      <a:pt x="0" y="200959"/>
                      <a:pt x="9652" y="232225"/>
                      <a:pt x="27167" y="259469"/>
                    </a:cubicBezTo>
                    <a:lnTo>
                      <a:pt x="12974" y="259469"/>
                    </a:lnTo>
                    <a:cubicBezTo>
                      <a:pt x="5812" y="259468"/>
                      <a:pt x="0" y="265280"/>
                      <a:pt x="0" y="272442"/>
                    </a:cubicBezTo>
                    <a:cubicBezTo>
                      <a:pt x="0" y="279605"/>
                      <a:pt x="5812" y="285416"/>
                      <a:pt x="12973" y="285416"/>
                    </a:cubicBezTo>
                    <a:lnTo>
                      <a:pt x="178566" y="285416"/>
                    </a:lnTo>
                    <a:cubicBezTo>
                      <a:pt x="183497" y="285416"/>
                      <a:pt x="187959" y="288166"/>
                      <a:pt x="190165" y="292577"/>
                    </a:cubicBezTo>
                    <a:lnTo>
                      <a:pt x="247871" y="407962"/>
                    </a:lnTo>
                    <a:cubicBezTo>
                      <a:pt x="250076" y="412425"/>
                      <a:pt x="254617" y="415150"/>
                      <a:pt x="259469" y="415150"/>
                    </a:cubicBezTo>
                    <a:cubicBezTo>
                      <a:pt x="259988" y="415150"/>
                      <a:pt x="260507" y="415125"/>
                      <a:pt x="261026" y="415072"/>
                    </a:cubicBezTo>
                    <a:cubicBezTo>
                      <a:pt x="266474" y="414423"/>
                      <a:pt x="270912" y="410402"/>
                      <a:pt x="272131" y="405057"/>
                    </a:cubicBezTo>
                    <a:lnTo>
                      <a:pt x="316423" y="210118"/>
                    </a:lnTo>
                    <a:cubicBezTo>
                      <a:pt x="317721" y="204488"/>
                      <a:pt x="322650" y="200336"/>
                      <a:pt x="328852" y="200051"/>
                    </a:cubicBezTo>
                    <a:cubicBezTo>
                      <a:pt x="334768" y="200051"/>
                      <a:pt x="339569" y="203423"/>
                      <a:pt x="341358" y="208899"/>
                    </a:cubicBezTo>
                    <a:lnTo>
                      <a:pt x="363906" y="276542"/>
                    </a:lnTo>
                    <a:cubicBezTo>
                      <a:pt x="365696" y="281836"/>
                      <a:pt x="370652" y="285416"/>
                      <a:pt x="376231" y="285416"/>
                    </a:cubicBezTo>
                    <a:lnTo>
                      <a:pt x="557859" y="285416"/>
                    </a:lnTo>
                    <a:cubicBezTo>
                      <a:pt x="565020" y="285416"/>
                      <a:pt x="570832" y="279604"/>
                      <a:pt x="570832" y="272442"/>
                    </a:cubicBezTo>
                    <a:cubicBezTo>
                      <a:pt x="570832" y="265281"/>
                      <a:pt x="565019" y="259468"/>
                      <a:pt x="557858" y="259468"/>
                    </a:cubicBezTo>
                    <a:close/>
                  </a:path>
                </a:pathLst>
              </a:custGeom>
              <a:grpFill/>
              <a:ln w="10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</p:grpSp>
        <p:grpSp>
          <p:nvGrpSpPr>
            <p:cNvPr id="51" name="Gráfico 245">
              <a:extLst>
                <a:ext uri="{FF2B5EF4-FFF2-40B4-BE49-F238E27FC236}">
                  <a16:creationId xmlns:a16="http://schemas.microsoft.com/office/drawing/2014/main" id="{5A354336-2988-C342-99EB-95E5025D8952}"/>
                </a:ext>
              </a:extLst>
            </p:cNvPr>
            <p:cNvGrpSpPr/>
            <p:nvPr/>
          </p:nvGrpSpPr>
          <p:grpSpPr>
            <a:xfrm>
              <a:off x="19714800" y="6773962"/>
              <a:ext cx="877734" cy="877734"/>
              <a:chOff x="9790237" y="2867934"/>
              <a:chExt cx="597977" cy="597977"/>
            </a:xfrm>
            <a:solidFill>
              <a:schemeClr val="bg1"/>
            </a:solidFill>
          </p:grpSpPr>
          <p:sp>
            <p:nvSpPr>
              <p:cNvPr id="52" name="Forma libre 378">
                <a:extLst>
                  <a:ext uri="{FF2B5EF4-FFF2-40B4-BE49-F238E27FC236}">
                    <a16:creationId xmlns:a16="http://schemas.microsoft.com/office/drawing/2014/main" id="{5A5B7329-3D68-2043-8712-5205F50F0B33}"/>
                  </a:ext>
                </a:extLst>
              </p:cNvPr>
              <p:cNvSpPr/>
              <p:nvPr/>
            </p:nvSpPr>
            <p:spPr>
              <a:xfrm>
                <a:off x="9789361" y="2966720"/>
                <a:ext cx="599145" cy="399430"/>
              </a:xfrm>
              <a:custGeom>
                <a:avLst/>
                <a:gdLst>
                  <a:gd name="connsiteX0" fmla="*/ 593537 w 599144"/>
                  <a:gd name="connsiteY0" fmla="*/ 28043 h 399429"/>
                  <a:gd name="connsiteX1" fmla="*/ 582138 w 599144"/>
                  <a:gd name="connsiteY1" fmla="*/ 26547 h 399429"/>
                  <a:gd name="connsiteX2" fmla="*/ 480577 w 599144"/>
                  <a:gd name="connsiteY2" fmla="*/ 63483 h 399429"/>
                  <a:gd name="connsiteX3" fmla="*/ 452352 w 599144"/>
                  <a:gd name="connsiteY3" fmla="*/ 89445 h 399429"/>
                  <a:gd name="connsiteX4" fmla="*/ 449919 w 599144"/>
                  <a:gd name="connsiteY4" fmla="*/ 96462 h 399429"/>
                  <a:gd name="connsiteX5" fmla="*/ 367861 w 599144"/>
                  <a:gd name="connsiteY5" fmla="*/ 64554 h 399429"/>
                  <a:gd name="connsiteX6" fmla="*/ 250836 w 599144"/>
                  <a:gd name="connsiteY6" fmla="*/ 76168 h 399429"/>
                  <a:gd name="connsiteX7" fmla="*/ 189789 w 599144"/>
                  <a:gd name="connsiteY7" fmla="*/ 80345 h 399429"/>
                  <a:gd name="connsiteX8" fmla="*/ 151921 w 599144"/>
                  <a:gd name="connsiteY8" fmla="*/ 83365 h 399429"/>
                  <a:gd name="connsiteX9" fmla="*/ 147379 w 599144"/>
                  <a:gd name="connsiteY9" fmla="*/ 64531 h 399429"/>
                  <a:gd name="connsiteX10" fmla="*/ 119154 w 599144"/>
                  <a:gd name="connsiteY10" fmla="*/ 38569 h 399429"/>
                  <a:gd name="connsiteX11" fmla="*/ 17592 w 599144"/>
                  <a:gd name="connsiteY11" fmla="*/ 1631 h 399429"/>
                  <a:gd name="connsiteX12" fmla="*/ 6194 w 599144"/>
                  <a:gd name="connsiteY12" fmla="*/ 3127 h 399429"/>
                  <a:gd name="connsiteX13" fmla="*/ 876 w 599144"/>
                  <a:gd name="connsiteY13" fmla="*/ 13335 h 399429"/>
                  <a:gd name="connsiteX14" fmla="*/ 876 w 599144"/>
                  <a:gd name="connsiteY14" fmla="*/ 262491 h 399429"/>
                  <a:gd name="connsiteX15" fmla="*/ 13334 w 599144"/>
                  <a:gd name="connsiteY15" fmla="*/ 274950 h 399429"/>
                  <a:gd name="connsiteX16" fmla="*/ 49722 w 599144"/>
                  <a:gd name="connsiteY16" fmla="*/ 274950 h 399429"/>
                  <a:gd name="connsiteX17" fmla="*/ 88904 w 599144"/>
                  <a:gd name="connsiteY17" fmla="*/ 255863 h 399429"/>
                  <a:gd name="connsiteX18" fmla="*/ 105892 w 599144"/>
                  <a:gd name="connsiteY18" fmla="*/ 268672 h 399429"/>
                  <a:gd name="connsiteX19" fmla="*/ 143326 w 599144"/>
                  <a:gd name="connsiteY19" fmla="*/ 297396 h 399429"/>
                  <a:gd name="connsiteX20" fmla="*/ 256591 w 599144"/>
                  <a:gd name="connsiteY20" fmla="*/ 385464 h 399429"/>
                  <a:gd name="connsiteX21" fmla="*/ 299864 w 599144"/>
                  <a:gd name="connsiteY21" fmla="*/ 399529 h 399429"/>
                  <a:gd name="connsiteX22" fmla="*/ 329258 w 599144"/>
                  <a:gd name="connsiteY22" fmla="*/ 391219 h 399429"/>
                  <a:gd name="connsiteX23" fmla="*/ 360475 w 599144"/>
                  <a:gd name="connsiteY23" fmla="*/ 390525 h 399429"/>
                  <a:gd name="connsiteX24" fmla="*/ 383578 w 599144"/>
                  <a:gd name="connsiteY24" fmla="*/ 367409 h 399429"/>
                  <a:gd name="connsiteX25" fmla="*/ 414625 w 599144"/>
                  <a:gd name="connsiteY25" fmla="*/ 362859 h 399429"/>
                  <a:gd name="connsiteX26" fmla="*/ 434868 w 599144"/>
                  <a:gd name="connsiteY26" fmla="*/ 342481 h 399429"/>
                  <a:gd name="connsiteX27" fmla="*/ 462083 w 599144"/>
                  <a:gd name="connsiteY27" fmla="*/ 333794 h 399429"/>
                  <a:gd name="connsiteX28" fmla="*/ 478407 w 599144"/>
                  <a:gd name="connsiteY28" fmla="*/ 296842 h 399429"/>
                  <a:gd name="connsiteX29" fmla="*/ 510008 w 599144"/>
                  <a:gd name="connsiteY29" fmla="*/ 279360 h 399429"/>
                  <a:gd name="connsiteX30" fmla="*/ 550006 w 599144"/>
                  <a:gd name="connsiteY30" fmla="*/ 299864 h 399429"/>
                  <a:gd name="connsiteX31" fmla="*/ 586394 w 599144"/>
                  <a:gd name="connsiteY31" fmla="*/ 299864 h 399429"/>
                  <a:gd name="connsiteX32" fmla="*/ 598852 w 599144"/>
                  <a:gd name="connsiteY32" fmla="*/ 287406 h 399429"/>
                  <a:gd name="connsiteX33" fmla="*/ 598852 w 599144"/>
                  <a:gd name="connsiteY33" fmla="*/ 38251 h 399429"/>
                  <a:gd name="connsiteX34" fmla="*/ 593537 w 599144"/>
                  <a:gd name="connsiteY34" fmla="*/ 28043 h 399429"/>
                  <a:gd name="connsiteX35" fmla="*/ 446962 w 599144"/>
                  <a:gd name="connsiteY35" fmla="*/ 314003 h 399429"/>
                  <a:gd name="connsiteX36" fmla="*/ 434200 w 599144"/>
                  <a:gd name="connsiteY36" fmla="*/ 316412 h 399429"/>
                  <a:gd name="connsiteX37" fmla="*/ 433720 w 599144"/>
                  <a:gd name="connsiteY37" fmla="*/ 316162 h 399429"/>
                  <a:gd name="connsiteX38" fmla="*/ 433106 w 599144"/>
                  <a:gd name="connsiteY38" fmla="*/ 315438 h 399429"/>
                  <a:gd name="connsiteX39" fmla="*/ 359636 w 599144"/>
                  <a:gd name="connsiteY39" fmla="*/ 241859 h 399429"/>
                  <a:gd name="connsiteX40" fmla="*/ 342032 w 599144"/>
                  <a:gd name="connsiteY40" fmla="*/ 241482 h 399429"/>
                  <a:gd name="connsiteX41" fmla="*/ 341655 w 599144"/>
                  <a:gd name="connsiteY41" fmla="*/ 259086 h 399429"/>
                  <a:gd name="connsiteX42" fmla="*/ 412505 w 599144"/>
                  <a:gd name="connsiteY42" fmla="*/ 330445 h 399429"/>
                  <a:gd name="connsiteX43" fmla="*/ 403470 w 599144"/>
                  <a:gd name="connsiteY43" fmla="*/ 340585 h 399429"/>
                  <a:gd name="connsiteX44" fmla="*/ 384053 w 599144"/>
                  <a:gd name="connsiteY44" fmla="*/ 341023 h 399429"/>
                  <a:gd name="connsiteX45" fmla="*/ 383727 w 599144"/>
                  <a:gd name="connsiteY45" fmla="*/ 340857 h 399429"/>
                  <a:gd name="connsiteX46" fmla="*/ 383346 w 599144"/>
                  <a:gd name="connsiteY46" fmla="*/ 340402 h 399429"/>
                  <a:gd name="connsiteX47" fmla="*/ 322444 w 599144"/>
                  <a:gd name="connsiteY47" fmla="*/ 279415 h 399429"/>
                  <a:gd name="connsiteX48" fmla="*/ 304840 w 599144"/>
                  <a:gd name="connsiteY48" fmla="*/ 278673 h 399429"/>
                  <a:gd name="connsiteX49" fmla="*/ 304098 w 599144"/>
                  <a:gd name="connsiteY49" fmla="*/ 296277 h 399429"/>
                  <a:gd name="connsiteX50" fmla="*/ 361872 w 599144"/>
                  <a:gd name="connsiteY50" fmla="*/ 354749 h 399429"/>
                  <a:gd name="connsiteX51" fmla="*/ 350413 w 599144"/>
                  <a:gd name="connsiteY51" fmla="*/ 367739 h 399429"/>
                  <a:gd name="connsiteX52" fmla="*/ 333394 w 599144"/>
                  <a:gd name="connsiteY52" fmla="*/ 365202 h 399429"/>
                  <a:gd name="connsiteX53" fmla="*/ 272540 w 599144"/>
                  <a:gd name="connsiteY53" fmla="*/ 304257 h 399429"/>
                  <a:gd name="connsiteX54" fmla="*/ 254936 w 599144"/>
                  <a:gd name="connsiteY54" fmla="*/ 303662 h 399429"/>
                  <a:gd name="connsiteX55" fmla="*/ 254340 w 599144"/>
                  <a:gd name="connsiteY55" fmla="*/ 321266 h 399429"/>
                  <a:gd name="connsiteX56" fmla="*/ 306267 w 599144"/>
                  <a:gd name="connsiteY56" fmla="*/ 374211 h 399429"/>
                  <a:gd name="connsiteX57" fmla="*/ 299864 w 599144"/>
                  <a:gd name="connsiteY57" fmla="*/ 374613 h 399429"/>
                  <a:gd name="connsiteX58" fmla="*/ 270277 w 599144"/>
                  <a:gd name="connsiteY58" fmla="*/ 364637 h 399429"/>
                  <a:gd name="connsiteX59" fmla="*/ 159336 w 599144"/>
                  <a:gd name="connsiteY59" fmla="*/ 278307 h 399429"/>
                  <a:gd name="connsiteX60" fmla="*/ 120856 w 599144"/>
                  <a:gd name="connsiteY60" fmla="*/ 248757 h 399429"/>
                  <a:gd name="connsiteX61" fmla="*/ 100000 w 599144"/>
                  <a:gd name="connsiteY61" fmla="*/ 232995 h 399429"/>
                  <a:gd name="connsiteX62" fmla="*/ 146645 w 599144"/>
                  <a:gd name="connsiteY62" fmla="*/ 108593 h 399429"/>
                  <a:gd name="connsiteX63" fmla="*/ 191977 w 599144"/>
                  <a:gd name="connsiteY63" fmla="*/ 105161 h 399429"/>
                  <a:gd name="connsiteX64" fmla="*/ 220553 w 599144"/>
                  <a:gd name="connsiteY64" fmla="*/ 102760 h 399429"/>
                  <a:gd name="connsiteX65" fmla="*/ 188011 w 599144"/>
                  <a:gd name="connsiteY65" fmla="*/ 167949 h 399429"/>
                  <a:gd name="connsiteX66" fmla="*/ 205664 w 599144"/>
                  <a:gd name="connsiteY66" fmla="*/ 194800 h 399429"/>
                  <a:gd name="connsiteX67" fmla="*/ 227053 w 599144"/>
                  <a:gd name="connsiteY67" fmla="*/ 200298 h 399429"/>
                  <a:gd name="connsiteX68" fmla="*/ 281860 w 599144"/>
                  <a:gd name="connsiteY68" fmla="*/ 174530 h 399429"/>
                  <a:gd name="connsiteX69" fmla="*/ 310121 w 599144"/>
                  <a:gd name="connsiteY69" fmla="*/ 165564 h 399429"/>
                  <a:gd name="connsiteX70" fmla="*/ 364856 w 599144"/>
                  <a:gd name="connsiteY70" fmla="*/ 212366 h 399429"/>
                  <a:gd name="connsiteX71" fmla="*/ 451952 w 599144"/>
                  <a:gd name="connsiteY71" fmla="*/ 294036 h 399429"/>
                  <a:gd name="connsiteX72" fmla="*/ 446962 w 599144"/>
                  <a:gd name="connsiteY72" fmla="*/ 314003 h 39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599144" h="399429">
                    <a:moveTo>
                      <a:pt x="593537" y="28043"/>
                    </a:moveTo>
                    <a:cubicBezTo>
                      <a:pt x="590215" y="25708"/>
                      <a:pt x="585957" y="25135"/>
                      <a:pt x="582138" y="26547"/>
                    </a:cubicBezTo>
                    <a:lnTo>
                      <a:pt x="480577" y="63483"/>
                    </a:lnTo>
                    <a:cubicBezTo>
                      <a:pt x="467986" y="68058"/>
                      <a:pt x="457960" y="77280"/>
                      <a:pt x="452352" y="89445"/>
                    </a:cubicBezTo>
                    <a:cubicBezTo>
                      <a:pt x="451301" y="91726"/>
                      <a:pt x="450611" y="94095"/>
                      <a:pt x="449919" y="96462"/>
                    </a:cubicBezTo>
                    <a:cubicBezTo>
                      <a:pt x="432480" y="91504"/>
                      <a:pt x="400070" y="81149"/>
                      <a:pt x="367861" y="64554"/>
                    </a:cubicBezTo>
                    <a:cubicBezTo>
                      <a:pt x="326304" y="43135"/>
                      <a:pt x="291130" y="45872"/>
                      <a:pt x="250836" y="76168"/>
                    </a:cubicBezTo>
                    <a:cubicBezTo>
                      <a:pt x="234636" y="76440"/>
                      <a:pt x="211999" y="78388"/>
                      <a:pt x="189789" y="80345"/>
                    </a:cubicBezTo>
                    <a:cubicBezTo>
                      <a:pt x="175823" y="81578"/>
                      <a:pt x="162624" y="82712"/>
                      <a:pt x="151921" y="83365"/>
                    </a:cubicBezTo>
                    <a:cubicBezTo>
                      <a:pt x="151658" y="76936"/>
                      <a:pt x="150154" y="70557"/>
                      <a:pt x="147379" y="64531"/>
                    </a:cubicBezTo>
                    <a:cubicBezTo>
                      <a:pt x="141771" y="52364"/>
                      <a:pt x="131746" y="43142"/>
                      <a:pt x="119154" y="38569"/>
                    </a:cubicBezTo>
                    <a:lnTo>
                      <a:pt x="17592" y="1631"/>
                    </a:lnTo>
                    <a:cubicBezTo>
                      <a:pt x="13785" y="232"/>
                      <a:pt x="9502" y="804"/>
                      <a:pt x="6194" y="3127"/>
                    </a:cubicBezTo>
                    <a:cubicBezTo>
                      <a:pt x="2859" y="5464"/>
                      <a:pt x="876" y="9271"/>
                      <a:pt x="876" y="13335"/>
                    </a:cubicBezTo>
                    <a:lnTo>
                      <a:pt x="876" y="262491"/>
                    </a:lnTo>
                    <a:cubicBezTo>
                      <a:pt x="876" y="269377"/>
                      <a:pt x="6448" y="274950"/>
                      <a:pt x="13334" y="274950"/>
                    </a:cubicBezTo>
                    <a:lnTo>
                      <a:pt x="49722" y="274950"/>
                    </a:lnTo>
                    <a:cubicBezTo>
                      <a:pt x="65198" y="274950"/>
                      <a:pt x="79596" y="267650"/>
                      <a:pt x="88904" y="255863"/>
                    </a:cubicBezTo>
                    <a:cubicBezTo>
                      <a:pt x="93861" y="259633"/>
                      <a:pt x="99734" y="264048"/>
                      <a:pt x="105892" y="268672"/>
                    </a:cubicBezTo>
                    <a:cubicBezTo>
                      <a:pt x="120430" y="279610"/>
                      <a:pt x="136343" y="291543"/>
                      <a:pt x="143326" y="297396"/>
                    </a:cubicBezTo>
                    <a:cubicBezTo>
                      <a:pt x="189715" y="336229"/>
                      <a:pt x="245484" y="378165"/>
                      <a:pt x="256591" y="385464"/>
                    </a:cubicBezTo>
                    <a:cubicBezTo>
                      <a:pt x="266968" y="392277"/>
                      <a:pt x="285654" y="399529"/>
                      <a:pt x="299864" y="399529"/>
                    </a:cubicBezTo>
                    <a:cubicBezTo>
                      <a:pt x="305424" y="399529"/>
                      <a:pt x="319427" y="399529"/>
                      <a:pt x="329258" y="391219"/>
                    </a:cubicBezTo>
                    <a:cubicBezTo>
                      <a:pt x="339392" y="395197"/>
                      <a:pt x="350316" y="395003"/>
                      <a:pt x="360475" y="390525"/>
                    </a:cubicBezTo>
                    <a:cubicBezTo>
                      <a:pt x="370609" y="386060"/>
                      <a:pt x="378809" y="377642"/>
                      <a:pt x="383578" y="367409"/>
                    </a:cubicBezTo>
                    <a:cubicBezTo>
                      <a:pt x="393310" y="369404"/>
                      <a:pt x="404491" y="367944"/>
                      <a:pt x="414625" y="362859"/>
                    </a:cubicBezTo>
                    <a:cubicBezTo>
                      <a:pt x="424126" y="358102"/>
                      <a:pt x="431122" y="350900"/>
                      <a:pt x="434868" y="342481"/>
                    </a:cubicBezTo>
                    <a:cubicBezTo>
                      <a:pt x="443871" y="343308"/>
                      <a:pt x="453483" y="340377"/>
                      <a:pt x="462083" y="333794"/>
                    </a:cubicBezTo>
                    <a:cubicBezTo>
                      <a:pt x="474372" y="324401"/>
                      <a:pt x="479999" y="310528"/>
                      <a:pt x="478407" y="296842"/>
                    </a:cubicBezTo>
                    <a:lnTo>
                      <a:pt x="510008" y="279360"/>
                    </a:lnTo>
                    <a:cubicBezTo>
                      <a:pt x="519262" y="291904"/>
                      <a:pt x="533971" y="299864"/>
                      <a:pt x="550006" y="299864"/>
                    </a:cubicBezTo>
                    <a:lnTo>
                      <a:pt x="586394" y="299864"/>
                    </a:lnTo>
                    <a:cubicBezTo>
                      <a:pt x="593280" y="299864"/>
                      <a:pt x="598852" y="294292"/>
                      <a:pt x="598852" y="287406"/>
                    </a:cubicBezTo>
                    <a:lnTo>
                      <a:pt x="598852" y="38251"/>
                    </a:lnTo>
                    <a:cubicBezTo>
                      <a:pt x="598853" y="34187"/>
                      <a:pt x="596870" y="30379"/>
                      <a:pt x="593537" y="28043"/>
                    </a:cubicBezTo>
                    <a:close/>
                    <a:moveTo>
                      <a:pt x="446962" y="314003"/>
                    </a:moveTo>
                    <a:cubicBezTo>
                      <a:pt x="442740" y="317239"/>
                      <a:pt x="436828" y="319040"/>
                      <a:pt x="434200" y="316412"/>
                    </a:cubicBezTo>
                    <a:cubicBezTo>
                      <a:pt x="434066" y="316278"/>
                      <a:pt x="433858" y="316291"/>
                      <a:pt x="433720" y="316162"/>
                    </a:cubicBezTo>
                    <a:cubicBezTo>
                      <a:pt x="433482" y="315941"/>
                      <a:pt x="433364" y="315644"/>
                      <a:pt x="433106" y="315438"/>
                    </a:cubicBezTo>
                    <a:cubicBezTo>
                      <a:pt x="424200" y="308406"/>
                      <a:pt x="384296" y="267578"/>
                      <a:pt x="359636" y="241859"/>
                    </a:cubicBezTo>
                    <a:cubicBezTo>
                      <a:pt x="354880" y="236883"/>
                      <a:pt x="346984" y="236700"/>
                      <a:pt x="342032" y="241482"/>
                    </a:cubicBezTo>
                    <a:cubicBezTo>
                      <a:pt x="337057" y="246239"/>
                      <a:pt x="336886" y="254122"/>
                      <a:pt x="341655" y="259086"/>
                    </a:cubicBezTo>
                    <a:cubicBezTo>
                      <a:pt x="347443" y="265127"/>
                      <a:pt x="393908" y="313520"/>
                      <a:pt x="412505" y="330445"/>
                    </a:cubicBezTo>
                    <a:cubicBezTo>
                      <a:pt x="411116" y="335915"/>
                      <a:pt x="406045" y="339293"/>
                      <a:pt x="403470" y="340585"/>
                    </a:cubicBezTo>
                    <a:cubicBezTo>
                      <a:pt x="395489" y="344587"/>
                      <a:pt x="387168" y="343918"/>
                      <a:pt x="384053" y="341023"/>
                    </a:cubicBezTo>
                    <a:cubicBezTo>
                      <a:pt x="383961" y="340936"/>
                      <a:pt x="383822" y="340941"/>
                      <a:pt x="383727" y="340857"/>
                    </a:cubicBezTo>
                    <a:cubicBezTo>
                      <a:pt x="383575" y="340721"/>
                      <a:pt x="383508" y="340531"/>
                      <a:pt x="383346" y="340402"/>
                    </a:cubicBezTo>
                    <a:cubicBezTo>
                      <a:pt x="368406" y="328467"/>
                      <a:pt x="330924" y="288636"/>
                      <a:pt x="322444" y="279415"/>
                    </a:cubicBezTo>
                    <a:cubicBezTo>
                      <a:pt x="317784" y="274341"/>
                      <a:pt x="309913" y="274025"/>
                      <a:pt x="304840" y="278673"/>
                    </a:cubicBezTo>
                    <a:cubicBezTo>
                      <a:pt x="299779" y="283333"/>
                      <a:pt x="299438" y="291216"/>
                      <a:pt x="304098" y="296277"/>
                    </a:cubicBezTo>
                    <a:cubicBezTo>
                      <a:pt x="304507" y="296720"/>
                      <a:pt x="341240" y="336344"/>
                      <a:pt x="361872" y="354749"/>
                    </a:cubicBezTo>
                    <a:cubicBezTo>
                      <a:pt x="359844" y="360575"/>
                      <a:pt x="355713" y="365399"/>
                      <a:pt x="350413" y="367739"/>
                    </a:cubicBezTo>
                    <a:cubicBezTo>
                      <a:pt x="346502" y="369477"/>
                      <a:pt x="340384" y="370368"/>
                      <a:pt x="333394" y="365202"/>
                    </a:cubicBezTo>
                    <a:cubicBezTo>
                      <a:pt x="315504" y="350033"/>
                      <a:pt x="279601" y="311815"/>
                      <a:pt x="272540" y="304257"/>
                    </a:cubicBezTo>
                    <a:cubicBezTo>
                      <a:pt x="267856" y="299220"/>
                      <a:pt x="259948" y="298966"/>
                      <a:pt x="254936" y="303662"/>
                    </a:cubicBezTo>
                    <a:cubicBezTo>
                      <a:pt x="249911" y="308358"/>
                      <a:pt x="249644" y="316242"/>
                      <a:pt x="254340" y="321266"/>
                    </a:cubicBezTo>
                    <a:cubicBezTo>
                      <a:pt x="262712" y="330226"/>
                      <a:pt x="287456" y="356453"/>
                      <a:pt x="306267" y="374211"/>
                    </a:cubicBezTo>
                    <a:cubicBezTo>
                      <a:pt x="304166" y="374467"/>
                      <a:pt x="301960" y="374613"/>
                      <a:pt x="299864" y="374613"/>
                    </a:cubicBezTo>
                    <a:cubicBezTo>
                      <a:pt x="291615" y="374613"/>
                      <a:pt x="277443" y="369346"/>
                      <a:pt x="270277" y="364637"/>
                    </a:cubicBezTo>
                    <a:cubicBezTo>
                      <a:pt x="261543" y="358894"/>
                      <a:pt x="206698" y="317969"/>
                      <a:pt x="159336" y="278307"/>
                    </a:cubicBezTo>
                    <a:cubicBezTo>
                      <a:pt x="152171" y="272297"/>
                      <a:pt x="135820" y="259998"/>
                      <a:pt x="120856" y="248757"/>
                    </a:cubicBezTo>
                    <a:cubicBezTo>
                      <a:pt x="112835" y="242736"/>
                      <a:pt x="105446" y="237185"/>
                      <a:pt x="100000" y="232995"/>
                    </a:cubicBezTo>
                    <a:lnTo>
                      <a:pt x="146645" y="108593"/>
                    </a:lnTo>
                    <a:cubicBezTo>
                      <a:pt x="158752" y="108064"/>
                      <a:pt x="174894" y="106668"/>
                      <a:pt x="191977" y="105161"/>
                    </a:cubicBezTo>
                    <a:cubicBezTo>
                      <a:pt x="201640" y="104310"/>
                      <a:pt x="211310" y="103480"/>
                      <a:pt x="220553" y="102760"/>
                    </a:cubicBezTo>
                    <a:cubicBezTo>
                      <a:pt x="206348" y="117336"/>
                      <a:pt x="185227" y="143465"/>
                      <a:pt x="188011" y="167949"/>
                    </a:cubicBezTo>
                    <a:cubicBezTo>
                      <a:pt x="189289" y="179093"/>
                      <a:pt x="195384" y="188376"/>
                      <a:pt x="205664" y="194800"/>
                    </a:cubicBezTo>
                    <a:cubicBezTo>
                      <a:pt x="211504" y="198449"/>
                      <a:pt x="218707" y="200298"/>
                      <a:pt x="227053" y="200298"/>
                    </a:cubicBezTo>
                    <a:cubicBezTo>
                      <a:pt x="244754" y="200298"/>
                      <a:pt x="268210" y="191478"/>
                      <a:pt x="281860" y="174530"/>
                    </a:cubicBezTo>
                    <a:cubicBezTo>
                      <a:pt x="293575" y="172839"/>
                      <a:pt x="301483" y="169847"/>
                      <a:pt x="310121" y="165564"/>
                    </a:cubicBezTo>
                    <a:cubicBezTo>
                      <a:pt x="324720" y="179287"/>
                      <a:pt x="344295" y="195420"/>
                      <a:pt x="364856" y="212366"/>
                    </a:cubicBezTo>
                    <a:cubicBezTo>
                      <a:pt x="400648" y="241856"/>
                      <a:pt x="441221" y="275288"/>
                      <a:pt x="451952" y="294036"/>
                    </a:cubicBezTo>
                    <a:cubicBezTo>
                      <a:pt x="457923" y="304464"/>
                      <a:pt x="449639" y="311959"/>
                      <a:pt x="446962" y="3140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</p:grpSp>
        <p:grpSp>
          <p:nvGrpSpPr>
            <p:cNvPr id="53" name="Gráfico 240">
              <a:extLst>
                <a:ext uri="{FF2B5EF4-FFF2-40B4-BE49-F238E27FC236}">
                  <a16:creationId xmlns:a16="http://schemas.microsoft.com/office/drawing/2014/main" id="{3A20194C-D223-E64B-B201-5A480E842D55}"/>
                </a:ext>
              </a:extLst>
            </p:cNvPr>
            <p:cNvGrpSpPr/>
            <p:nvPr/>
          </p:nvGrpSpPr>
          <p:grpSpPr>
            <a:xfrm>
              <a:off x="19007111" y="8963685"/>
              <a:ext cx="824084" cy="824082"/>
              <a:chOff x="6279542" y="4183091"/>
              <a:chExt cx="654197" cy="654197"/>
            </a:xfrm>
            <a:solidFill>
              <a:schemeClr val="bg1"/>
            </a:solidFill>
          </p:grpSpPr>
          <p:sp>
            <p:nvSpPr>
              <p:cNvPr id="55" name="Forma libre 397">
                <a:extLst>
                  <a:ext uri="{FF2B5EF4-FFF2-40B4-BE49-F238E27FC236}">
                    <a16:creationId xmlns:a16="http://schemas.microsoft.com/office/drawing/2014/main" id="{43C9E8DD-8730-BE4E-843B-8856814B63EC}"/>
                  </a:ext>
                </a:extLst>
              </p:cNvPr>
              <p:cNvSpPr/>
              <p:nvPr/>
            </p:nvSpPr>
            <p:spPr>
              <a:xfrm>
                <a:off x="6278584" y="4236648"/>
                <a:ext cx="655475" cy="273434"/>
              </a:xfrm>
              <a:custGeom>
                <a:avLst/>
                <a:gdLst>
                  <a:gd name="connsiteX0" fmla="*/ 600638 w 655474"/>
                  <a:gd name="connsiteY0" fmla="*/ 82734 h 273433"/>
                  <a:gd name="connsiteX1" fmla="*/ 464348 w 655474"/>
                  <a:gd name="connsiteY1" fmla="*/ 82734 h 273433"/>
                  <a:gd name="connsiteX2" fmla="*/ 464348 w 655474"/>
                  <a:gd name="connsiteY2" fmla="*/ 55475 h 273433"/>
                  <a:gd name="connsiteX3" fmla="*/ 409831 w 655474"/>
                  <a:gd name="connsiteY3" fmla="*/ 958 h 273433"/>
                  <a:gd name="connsiteX4" fmla="*/ 246282 w 655474"/>
                  <a:gd name="connsiteY4" fmla="*/ 958 h 273433"/>
                  <a:gd name="connsiteX5" fmla="*/ 191765 w 655474"/>
                  <a:gd name="connsiteY5" fmla="*/ 55475 h 273433"/>
                  <a:gd name="connsiteX6" fmla="*/ 191765 w 655474"/>
                  <a:gd name="connsiteY6" fmla="*/ 82733 h 273433"/>
                  <a:gd name="connsiteX7" fmla="*/ 55475 w 655474"/>
                  <a:gd name="connsiteY7" fmla="*/ 82733 h 273433"/>
                  <a:gd name="connsiteX8" fmla="*/ 958 w 655474"/>
                  <a:gd name="connsiteY8" fmla="*/ 137250 h 273433"/>
                  <a:gd name="connsiteX9" fmla="*/ 958 w 655474"/>
                  <a:gd name="connsiteY9" fmla="*/ 219024 h 273433"/>
                  <a:gd name="connsiteX10" fmla="*/ 55475 w 655474"/>
                  <a:gd name="connsiteY10" fmla="*/ 273541 h 273433"/>
                  <a:gd name="connsiteX11" fmla="*/ 273541 w 655474"/>
                  <a:gd name="connsiteY11" fmla="*/ 273541 h 273433"/>
                  <a:gd name="connsiteX12" fmla="*/ 273541 w 655474"/>
                  <a:gd name="connsiteY12" fmla="*/ 259912 h 273433"/>
                  <a:gd name="connsiteX13" fmla="*/ 287171 w 655474"/>
                  <a:gd name="connsiteY13" fmla="*/ 246282 h 273433"/>
                  <a:gd name="connsiteX14" fmla="*/ 368945 w 655474"/>
                  <a:gd name="connsiteY14" fmla="*/ 246282 h 273433"/>
                  <a:gd name="connsiteX15" fmla="*/ 382575 w 655474"/>
                  <a:gd name="connsiteY15" fmla="*/ 259912 h 273433"/>
                  <a:gd name="connsiteX16" fmla="*/ 382575 w 655474"/>
                  <a:gd name="connsiteY16" fmla="*/ 273541 h 273433"/>
                  <a:gd name="connsiteX17" fmla="*/ 600641 w 655474"/>
                  <a:gd name="connsiteY17" fmla="*/ 273541 h 273433"/>
                  <a:gd name="connsiteX18" fmla="*/ 655155 w 655474"/>
                  <a:gd name="connsiteY18" fmla="*/ 219024 h 273433"/>
                  <a:gd name="connsiteX19" fmla="*/ 655155 w 655474"/>
                  <a:gd name="connsiteY19" fmla="*/ 137250 h 273433"/>
                  <a:gd name="connsiteX20" fmla="*/ 600638 w 655474"/>
                  <a:gd name="connsiteY20" fmla="*/ 82734 h 273433"/>
                  <a:gd name="connsiteX21" fmla="*/ 409831 w 655474"/>
                  <a:gd name="connsiteY21" fmla="*/ 82734 h 273433"/>
                  <a:gd name="connsiteX22" fmla="*/ 246282 w 655474"/>
                  <a:gd name="connsiteY22" fmla="*/ 82734 h 273433"/>
                  <a:gd name="connsiteX23" fmla="*/ 246282 w 655474"/>
                  <a:gd name="connsiteY23" fmla="*/ 55475 h 273433"/>
                  <a:gd name="connsiteX24" fmla="*/ 409831 w 655474"/>
                  <a:gd name="connsiteY24" fmla="*/ 55475 h 273433"/>
                  <a:gd name="connsiteX25" fmla="*/ 409831 w 655474"/>
                  <a:gd name="connsiteY25" fmla="*/ 82734 h 273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55474" h="273433">
                    <a:moveTo>
                      <a:pt x="600638" y="82734"/>
                    </a:moveTo>
                    <a:lnTo>
                      <a:pt x="464348" y="82734"/>
                    </a:lnTo>
                    <a:lnTo>
                      <a:pt x="464348" y="55475"/>
                    </a:lnTo>
                    <a:cubicBezTo>
                      <a:pt x="464348" y="25409"/>
                      <a:pt x="439899" y="958"/>
                      <a:pt x="409831" y="958"/>
                    </a:cubicBezTo>
                    <a:lnTo>
                      <a:pt x="246282" y="958"/>
                    </a:lnTo>
                    <a:cubicBezTo>
                      <a:pt x="216216" y="958"/>
                      <a:pt x="191765" y="25408"/>
                      <a:pt x="191765" y="55475"/>
                    </a:cubicBezTo>
                    <a:lnTo>
                      <a:pt x="191765" y="82733"/>
                    </a:lnTo>
                    <a:lnTo>
                      <a:pt x="55475" y="82733"/>
                    </a:lnTo>
                    <a:cubicBezTo>
                      <a:pt x="25408" y="82734"/>
                      <a:pt x="958" y="107184"/>
                      <a:pt x="958" y="137250"/>
                    </a:cubicBezTo>
                    <a:lnTo>
                      <a:pt x="958" y="219024"/>
                    </a:lnTo>
                    <a:cubicBezTo>
                      <a:pt x="958" y="249092"/>
                      <a:pt x="25408" y="273541"/>
                      <a:pt x="55475" y="273541"/>
                    </a:cubicBezTo>
                    <a:lnTo>
                      <a:pt x="273541" y="273541"/>
                    </a:lnTo>
                    <a:lnTo>
                      <a:pt x="273541" y="259912"/>
                    </a:lnTo>
                    <a:cubicBezTo>
                      <a:pt x="273541" y="252378"/>
                      <a:pt x="279637" y="246282"/>
                      <a:pt x="287171" y="246282"/>
                    </a:cubicBezTo>
                    <a:lnTo>
                      <a:pt x="368945" y="246282"/>
                    </a:lnTo>
                    <a:cubicBezTo>
                      <a:pt x="376479" y="246282"/>
                      <a:pt x="382575" y="252378"/>
                      <a:pt x="382575" y="259912"/>
                    </a:cubicBezTo>
                    <a:lnTo>
                      <a:pt x="382575" y="273541"/>
                    </a:lnTo>
                    <a:lnTo>
                      <a:pt x="600641" y="273541"/>
                    </a:lnTo>
                    <a:cubicBezTo>
                      <a:pt x="630706" y="273541"/>
                      <a:pt x="655155" y="249092"/>
                      <a:pt x="655155" y="219024"/>
                    </a:cubicBezTo>
                    <a:lnTo>
                      <a:pt x="655155" y="137250"/>
                    </a:lnTo>
                    <a:cubicBezTo>
                      <a:pt x="655155" y="107184"/>
                      <a:pt x="630706" y="82734"/>
                      <a:pt x="600638" y="82734"/>
                    </a:cubicBezTo>
                    <a:close/>
                    <a:moveTo>
                      <a:pt x="409831" y="82734"/>
                    </a:moveTo>
                    <a:lnTo>
                      <a:pt x="246282" y="82734"/>
                    </a:lnTo>
                    <a:lnTo>
                      <a:pt x="246282" y="55475"/>
                    </a:lnTo>
                    <a:lnTo>
                      <a:pt x="409831" y="55475"/>
                    </a:lnTo>
                    <a:lnTo>
                      <a:pt x="409831" y="8273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  <p:sp>
            <p:nvSpPr>
              <p:cNvPr id="56" name="Forma libre 398">
                <a:extLst>
                  <a:ext uri="{FF2B5EF4-FFF2-40B4-BE49-F238E27FC236}">
                    <a16:creationId xmlns:a16="http://schemas.microsoft.com/office/drawing/2014/main" id="{04F46F65-E7EE-3843-B539-73A45FC516D6}"/>
                  </a:ext>
                </a:extLst>
              </p:cNvPr>
              <p:cNvSpPr/>
              <p:nvPr/>
            </p:nvSpPr>
            <p:spPr>
              <a:xfrm>
                <a:off x="6278584" y="4522498"/>
                <a:ext cx="655475" cy="260657"/>
              </a:xfrm>
              <a:custGeom>
                <a:avLst/>
                <a:gdLst>
                  <a:gd name="connsiteX0" fmla="*/ 647595 w 655474"/>
                  <a:gd name="connsiteY0" fmla="*/ 2398 h 260656"/>
                  <a:gd name="connsiteX1" fmla="*/ 633300 w 655474"/>
                  <a:gd name="connsiteY1" fmla="*/ 3742 h 260656"/>
                  <a:gd name="connsiteX2" fmla="*/ 600637 w 655474"/>
                  <a:gd name="connsiteY2" fmla="*/ 14949 h 260656"/>
                  <a:gd name="connsiteX3" fmla="*/ 382574 w 655474"/>
                  <a:gd name="connsiteY3" fmla="*/ 14949 h 260656"/>
                  <a:gd name="connsiteX4" fmla="*/ 382574 w 655474"/>
                  <a:gd name="connsiteY4" fmla="*/ 55836 h 260656"/>
                  <a:gd name="connsiteX5" fmla="*/ 368944 w 655474"/>
                  <a:gd name="connsiteY5" fmla="*/ 69466 h 260656"/>
                  <a:gd name="connsiteX6" fmla="*/ 287169 w 655474"/>
                  <a:gd name="connsiteY6" fmla="*/ 69466 h 260656"/>
                  <a:gd name="connsiteX7" fmla="*/ 273540 w 655474"/>
                  <a:gd name="connsiteY7" fmla="*/ 55836 h 260656"/>
                  <a:gd name="connsiteX8" fmla="*/ 273540 w 655474"/>
                  <a:gd name="connsiteY8" fmla="*/ 14949 h 260656"/>
                  <a:gd name="connsiteX9" fmla="*/ 55475 w 655474"/>
                  <a:gd name="connsiteY9" fmla="*/ 14949 h 260656"/>
                  <a:gd name="connsiteX10" fmla="*/ 22813 w 655474"/>
                  <a:gd name="connsiteY10" fmla="*/ 3742 h 260656"/>
                  <a:gd name="connsiteX11" fmla="*/ 8517 w 655474"/>
                  <a:gd name="connsiteY11" fmla="*/ 2398 h 260656"/>
                  <a:gd name="connsiteX12" fmla="*/ 958 w 655474"/>
                  <a:gd name="connsiteY12" fmla="*/ 14604 h 260656"/>
                  <a:gd name="connsiteX13" fmla="*/ 958 w 655474"/>
                  <a:gd name="connsiteY13" fmla="*/ 205757 h 260656"/>
                  <a:gd name="connsiteX14" fmla="*/ 55475 w 655474"/>
                  <a:gd name="connsiteY14" fmla="*/ 260274 h 260656"/>
                  <a:gd name="connsiteX15" fmla="*/ 600640 w 655474"/>
                  <a:gd name="connsiteY15" fmla="*/ 260274 h 260656"/>
                  <a:gd name="connsiteX16" fmla="*/ 655157 w 655474"/>
                  <a:gd name="connsiteY16" fmla="*/ 205757 h 260656"/>
                  <a:gd name="connsiteX17" fmla="*/ 655157 w 655474"/>
                  <a:gd name="connsiteY17" fmla="*/ 14604 h 260656"/>
                  <a:gd name="connsiteX18" fmla="*/ 647595 w 655474"/>
                  <a:gd name="connsiteY18" fmla="*/ 2398 h 26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55474" h="260656">
                    <a:moveTo>
                      <a:pt x="647595" y="2398"/>
                    </a:moveTo>
                    <a:cubicBezTo>
                      <a:pt x="642950" y="95"/>
                      <a:pt x="637400" y="628"/>
                      <a:pt x="633300" y="3742"/>
                    </a:cubicBezTo>
                    <a:cubicBezTo>
                      <a:pt x="623611" y="11076"/>
                      <a:pt x="612323" y="14949"/>
                      <a:pt x="600637" y="14949"/>
                    </a:cubicBezTo>
                    <a:lnTo>
                      <a:pt x="382574" y="14949"/>
                    </a:lnTo>
                    <a:lnTo>
                      <a:pt x="382574" y="55836"/>
                    </a:lnTo>
                    <a:cubicBezTo>
                      <a:pt x="382574" y="63370"/>
                      <a:pt x="376478" y="69466"/>
                      <a:pt x="368944" y="69466"/>
                    </a:cubicBezTo>
                    <a:lnTo>
                      <a:pt x="287169" y="69466"/>
                    </a:lnTo>
                    <a:cubicBezTo>
                      <a:pt x="279636" y="69466"/>
                      <a:pt x="273540" y="63370"/>
                      <a:pt x="273540" y="55836"/>
                    </a:cubicBezTo>
                    <a:lnTo>
                      <a:pt x="273540" y="14949"/>
                    </a:lnTo>
                    <a:lnTo>
                      <a:pt x="55475" y="14949"/>
                    </a:lnTo>
                    <a:cubicBezTo>
                      <a:pt x="43789" y="14949"/>
                      <a:pt x="32503" y="11076"/>
                      <a:pt x="22813" y="3742"/>
                    </a:cubicBezTo>
                    <a:cubicBezTo>
                      <a:pt x="18700" y="601"/>
                      <a:pt x="13163" y="68"/>
                      <a:pt x="8517" y="2398"/>
                    </a:cubicBezTo>
                    <a:cubicBezTo>
                      <a:pt x="3887" y="4701"/>
                      <a:pt x="958" y="9425"/>
                      <a:pt x="958" y="14604"/>
                    </a:cubicBezTo>
                    <a:lnTo>
                      <a:pt x="958" y="205757"/>
                    </a:lnTo>
                    <a:cubicBezTo>
                      <a:pt x="958" y="235823"/>
                      <a:pt x="25408" y="260274"/>
                      <a:pt x="55475" y="260274"/>
                    </a:cubicBezTo>
                    <a:lnTo>
                      <a:pt x="600640" y="260274"/>
                    </a:lnTo>
                    <a:cubicBezTo>
                      <a:pt x="630706" y="260274"/>
                      <a:pt x="655157" y="235825"/>
                      <a:pt x="655157" y="205757"/>
                    </a:cubicBezTo>
                    <a:lnTo>
                      <a:pt x="655157" y="14604"/>
                    </a:lnTo>
                    <a:cubicBezTo>
                      <a:pt x="655155" y="9425"/>
                      <a:pt x="652227" y="4701"/>
                      <a:pt x="647595" y="23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MX"/>
              </a:p>
            </p:txBody>
          </p:sp>
        </p:grpSp>
        <p:sp>
          <p:nvSpPr>
            <p:cNvPr id="57" name="Gráfico 239">
              <a:extLst>
                <a:ext uri="{FF2B5EF4-FFF2-40B4-BE49-F238E27FC236}">
                  <a16:creationId xmlns:a16="http://schemas.microsoft.com/office/drawing/2014/main" id="{3C6E8CC6-FBFE-D14F-8554-67CA5AE626A5}"/>
                </a:ext>
              </a:extLst>
            </p:cNvPr>
            <p:cNvSpPr/>
            <p:nvPr/>
          </p:nvSpPr>
          <p:spPr>
            <a:xfrm>
              <a:off x="16619962" y="9021109"/>
              <a:ext cx="719580" cy="719578"/>
            </a:xfrm>
            <a:custGeom>
              <a:avLst/>
              <a:gdLst>
                <a:gd name="connsiteX0" fmla="*/ 519307 w 571237"/>
                <a:gd name="connsiteY0" fmla="*/ 0 h 571237"/>
                <a:gd name="connsiteX1" fmla="*/ 51931 w 571237"/>
                <a:gd name="connsiteY1" fmla="*/ 0 h 571237"/>
                <a:gd name="connsiteX2" fmla="*/ 0 w 571237"/>
                <a:gd name="connsiteY2" fmla="*/ 51931 h 571237"/>
                <a:gd name="connsiteX3" fmla="*/ 0 w 571237"/>
                <a:gd name="connsiteY3" fmla="*/ 519307 h 571237"/>
                <a:gd name="connsiteX4" fmla="*/ 51931 w 571237"/>
                <a:gd name="connsiteY4" fmla="*/ 571238 h 571237"/>
                <a:gd name="connsiteX5" fmla="*/ 519307 w 571237"/>
                <a:gd name="connsiteY5" fmla="*/ 571238 h 571237"/>
                <a:gd name="connsiteX6" fmla="*/ 571238 w 571237"/>
                <a:gd name="connsiteY6" fmla="*/ 519307 h 571237"/>
                <a:gd name="connsiteX7" fmla="*/ 571238 w 571237"/>
                <a:gd name="connsiteY7" fmla="*/ 51931 h 571237"/>
                <a:gd name="connsiteX8" fmla="*/ 519307 w 571237"/>
                <a:gd name="connsiteY8" fmla="*/ 0 h 571237"/>
                <a:gd name="connsiteX9" fmla="*/ 467376 w 571237"/>
                <a:gd name="connsiteY9" fmla="*/ 350532 h 571237"/>
                <a:gd name="connsiteX10" fmla="*/ 454392 w 571237"/>
                <a:gd name="connsiteY10" fmla="*/ 363515 h 571237"/>
                <a:gd name="connsiteX11" fmla="*/ 363513 w 571237"/>
                <a:gd name="connsiteY11" fmla="*/ 363515 h 571237"/>
                <a:gd name="connsiteX12" fmla="*/ 363513 w 571237"/>
                <a:gd name="connsiteY12" fmla="*/ 454394 h 571237"/>
                <a:gd name="connsiteX13" fmla="*/ 350530 w 571237"/>
                <a:gd name="connsiteY13" fmla="*/ 467377 h 571237"/>
                <a:gd name="connsiteX14" fmla="*/ 220705 w 571237"/>
                <a:gd name="connsiteY14" fmla="*/ 467377 h 571237"/>
                <a:gd name="connsiteX15" fmla="*/ 207722 w 571237"/>
                <a:gd name="connsiteY15" fmla="*/ 454394 h 571237"/>
                <a:gd name="connsiteX16" fmla="*/ 207722 w 571237"/>
                <a:gd name="connsiteY16" fmla="*/ 363515 h 571237"/>
                <a:gd name="connsiteX17" fmla="*/ 116844 w 571237"/>
                <a:gd name="connsiteY17" fmla="*/ 363515 h 571237"/>
                <a:gd name="connsiteX18" fmla="*/ 103861 w 571237"/>
                <a:gd name="connsiteY18" fmla="*/ 350532 h 571237"/>
                <a:gd name="connsiteX19" fmla="*/ 103861 w 571237"/>
                <a:gd name="connsiteY19" fmla="*/ 220705 h 571237"/>
                <a:gd name="connsiteX20" fmla="*/ 116844 w 571237"/>
                <a:gd name="connsiteY20" fmla="*/ 207722 h 571237"/>
                <a:gd name="connsiteX21" fmla="*/ 207723 w 571237"/>
                <a:gd name="connsiteY21" fmla="*/ 207722 h 571237"/>
                <a:gd name="connsiteX22" fmla="*/ 207723 w 571237"/>
                <a:gd name="connsiteY22" fmla="*/ 116844 h 571237"/>
                <a:gd name="connsiteX23" fmla="*/ 220706 w 571237"/>
                <a:gd name="connsiteY23" fmla="*/ 103861 h 571237"/>
                <a:gd name="connsiteX24" fmla="*/ 350532 w 571237"/>
                <a:gd name="connsiteY24" fmla="*/ 103861 h 571237"/>
                <a:gd name="connsiteX25" fmla="*/ 363515 w 571237"/>
                <a:gd name="connsiteY25" fmla="*/ 116844 h 571237"/>
                <a:gd name="connsiteX26" fmla="*/ 363515 w 571237"/>
                <a:gd name="connsiteY26" fmla="*/ 207723 h 571237"/>
                <a:gd name="connsiteX27" fmla="*/ 454394 w 571237"/>
                <a:gd name="connsiteY27" fmla="*/ 207723 h 571237"/>
                <a:gd name="connsiteX28" fmla="*/ 467377 w 571237"/>
                <a:gd name="connsiteY28" fmla="*/ 220706 h 571237"/>
                <a:gd name="connsiteX29" fmla="*/ 467377 w 571237"/>
                <a:gd name="connsiteY29" fmla="*/ 350532 h 57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71237" h="571237">
                  <a:moveTo>
                    <a:pt x="519307" y="0"/>
                  </a:moveTo>
                  <a:lnTo>
                    <a:pt x="51931" y="0"/>
                  </a:lnTo>
                  <a:cubicBezTo>
                    <a:pt x="23290" y="0"/>
                    <a:pt x="0" y="23290"/>
                    <a:pt x="0" y="51931"/>
                  </a:cubicBezTo>
                  <a:lnTo>
                    <a:pt x="0" y="519307"/>
                  </a:lnTo>
                  <a:cubicBezTo>
                    <a:pt x="0" y="547947"/>
                    <a:pt x="23290" y="571238"/>
                    <a:pt x="51931" y="571238"/>
                  </a:cubicBezTo>
                  <a:lnTo>
                    <a:pt x="519307" y="571238"/>
                  </a:lnTo>
                  <a:cubicBezTo>
                    <a:pt x="547947" y="571238"/>
                    <a:pt x="571238" y="547948"/>
                    <a:pt x="571238" y="519307"/>
                  </a:cubicBezTo>
                  <a:lnTo>
                    <a:pt x="571238" y="51931"/>
                  </a:lnTo>
                  <a:cubicBezTo>
                    <a:pt x="571236" y="23290"/>
                    <a:pt x="547947" y="0"/>
                    <a:pt x="519307" y="0"/>
                  </a:cubicBezTo>
                  <a:close/>
                  <a:moveTo>
                    <a:pt x="467376" y="350532"/>
                  </a:moveTo>
                  <a:cubicBezTo>
                    <a:pt x="467376" y="357708"/>
                    <a:pt x="461569" y="363515"/>
                    <a:pt x="454392" y="363515"/>
                  </a:cubicBezTo>
                  <a:lnTo>
                    <a:pt x="363513" y="363515"/>
                  </a:lnTo>
                  <a:lnTo>
                    <a:pt x="363513" y="454394"/>
                  </a:lnTo>
                  <a:cubicBezTo>
                    <a:pt x="363513" y="461570"/>
                    <a:pt x="357707" y="467377"/>
                    <a:pt x="350530" y="467377"/>
                  </a:cubicBezTo>
                  <a:lnTo>
                    <a:pt x="220705" y="467377"/>
                  </a:lnTo>
                  <a:cubicBezTo>
                    <a:pt x="213529" y="467377"/>
                    <a:pt x="207722" y="461570"/>
                    <a:pt x="207722" y="454394"/>
                  </a:cubicBezTo>
                  <a:lnTo>
                    <a:pt x="207722" y="363515"/>
                  </a:lnTo>
                  <a:lnTo>
                    <a:pt x="116844" y="363515"/>
                  </a:lnTo>
                  <a:cubicBezTo>
                    <a:pt x="109668" y="363515"/>
                    <a:pt x="103861" y="357708"/>
                    <a:pt x="103861" y="350532"/>
                  </a:cubicBezTo>
                  <a:lnTo>
                    <a:pt x="103861" y="220705"/>
                  </a:lnTo>
                  <a:cubicBezTo>
                    <a:pt x="103861" y="213529"/>
                    <a:pt x="109668" y="207722"/>
                    <a:pt x="116844" y="207722"/>
                  </a:cubicBezTo>
                  <a:lnTo>
                    <a:pt x="207723" y="207722"/>
                  </a:lnTo>
                  <a:lnTo>
                    <a:pt x="207723" y="116844"/>
                  </a:lnTo>
                  <a:cubicBezTo>
                    <a:pt x="207723" y="109668"/>
                    <a:pt x="213530" y="103861"/>
                    <a:pt x="220706" y="103861"/>
                  </a:cubicBezTo>
                  <a:lnTo>
                    <a:pt x="350532" y="103861"/>
                  </a:lnTo>
                  <a:cubicBezTo>
                    <a:pt x="357708" y="103861"/>
                    <a:pt x="363515" y="109668"/>
                    <a:pt x="363515" y="116844"/>
                  </a:cubicBezTo>
                  <a:lnTo>
                    <a:pt x="363515" y="207723"/>
                  </a:lnTo>
                  <a:lnTo>
                    <a:pt x="454394" y="207723"/>
                  </a:lnTo>
                  <a:cubicBezTo>
                    <a:pt x="461570" y="207723"/>
                    <a:pt x="467377" y="213530"/>
                    <a:pt x="467377" y="220706"/>
                  </a:cubicBezTo>
                  <a:lnTo>
                    <a:pt x="467377" y="350532"/>
                  </a:lnTo>
                  <a:close/>
                </a:path>
              </a:pathLst>
            </a:custGeom>
            <a:solidFill>
              <a:schemeClr val="bg1"/>
            </a:solidFill>
            <a:ln w="1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33884B3B-99A1-DC4E-A655-09013E5DEACD}"/>
              </a:ext>
            </a:extLst>
          </p:cNvPr>
          <p:cNvSpPr/>
          <p:nvPr/>
        </p:nvSpPr>
        <p:spPr>
          <a:xfrm>
            <a:off x="1789302" y="5398421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F68E786-9265-1349-A368-36AA065317B8}"/>
              </a:ext>
            </a:extLst>
          </p:cNvPr>
          <p:cNvSpPr/>
          <p:nvPr/>
        </p:nvSpPr>
        <p:spPr>
          <a:xfrm>
            <a:off x="1789302" y="7926542"/>
            <a:ext cx="348822" cy="3488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EF8D3C6-C86D-A84F-A35F-9773ACD35EDE}"/>
              </a:ext>
            </a:extLst>
          </p:cNvPr>
          <p:cNvSpPr/>
          <p:nvPr/>
        </p:nvSpPr>
        <p:spPr>
          <a:xfrm>
            <a:off x="1789302" y="10402503"/>
            <a:ext cx="348822" cy="3488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88" name="CuadroTexto 395">
            <a:extLst>
              <a:ext uri="{FF2B5EF4-FFF2-40B4-BE49-F238E27FC236}">
                <a16:creationId xmlns:a16="http://schemas.microsoft.com/office/drawing/2014/main" id="{AFA4D4A8-1150-6748-8546-74B20310A232}"/>
              </a:ext>
            </a:extLst>
          </p:cNvPr>
          <p:cNvSpPr txBox="1"/>
          <p:nvPr/>
        </p:nvSpPr>
        <p:spPr>
          <a:xfrm>
            <a:off x="2676728" y="5279269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6EC36A4-AF52-4340-B0A5-D2D559A6F25D}"/>
              </a:ext>
            </a:extLst>
          </p:cNvPr>
          <p:cNvSpPr txBox="1"/>
          <p:nvPr/>
        </p:nvSpPr>
        <p:spPr>
          <a:xfrm>
            <a:off x="2676730" y="5963585"/>
            <a:ext cx="4863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86" name="CuadroTexto 395">
            <a:extLst>
              <a:ext uri="{FF2B5EF4-FFF2-40B4-BE49-F238E27FC236}">
                <a16:creationId xmlns:a16="http://schemas.microsoft.com/office/drawing/2014/main" id="{908612B8-F11C-A743-A403-F2BC435126D1}"/>
              </a:ext>
            </a:extLst>
          </p:cNvPr>
          <p:cNvSpPr txBox="1"/>
          <p:nvPr/>
        </p:nvSpPr>
        <p:spPr>
          <a:xfrm>
            <a:off x="2676728" y="7808982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3BB8BA-5A39-684F-87EE-3579756312D8}"/>
              </a:ext>
            </a:extLst>
          </p:cNvPr>
          <p:cNvSpPr txBox="1"/>
          <p:nvPr/>
        </p:nvSpPr>
        <p:spPr>
          <a:xfrm>
            <a:off x="2676730" y="8493298"/>
            <a:ext cx="4863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84" name="CuadroTexto 395">
            <a:extLst>
              <a:ext uri="{FF2B5EF4-FFF2-40B4-BE49-F238E27FC236}">
                <a16:creationId xmlns:a16="http://schemas.microsoft.com/office/drawing/2014/main" id="{5F4F5292-4E16-B942-B2D3-8F358AFFCCEA}"/>
              </a:ext>
            </a:extLst>
          </p:cNvPr>
          <p:cNvSpPr txBox="1"/>
          <p:nvPr/>
        </p:nvSpPr>
        <p:spPr>
          <a:xfrm>
            <a:off x="2676728" y="10288608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14D0B7E-EFB0-EF4E-A719-34245EED7705}"/>
              </a:ext>
            </a:extLst>
          </p:cNvPr>
          <p:cNvSpPr txBox="1"/>
          <p:nvPr/>
        </p:nvSpPr>
        <p:spPr>
          <a:xfrm>
            <a:off x="2676729" y="10972924"/>
            <a:ext cx="119156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 There are people who have a significant number of followers in every business.</a:t>
            </a:r>
          </a:p>
          <a:p>
            <a:endParaRPr lang="en-US" sz="2800" dirty="0">
              <a:latin typeface="Century Gothic" panose="020B0502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F34468C-40BF-F64B-BCB1-7EAAD9A4015D}"/>
              </a:ext>
            </a:extLst>
          </p:cNvPr>
          <p:cNvSpPr/>
          <p:nvPr/>
        </p:nvSpPr>
        <p:spPr>
          <a:xfrm>
            <a:off x="7967979" y="5398421"/>
            <a:ext cx="348822" cy="3488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BFD589B-447D-A446-9B63-1A28D363B8C1}"/>
              </a:ext>
            </a:extLst>
          </p:cNvPr>
          <p:cNvSpPr/>
          <p:nvPr/>
        </p:nvSpPr>
        <p:spPr>
          <a:xfrm>
            <a:off x="7967979" y="7926542"/>
            <a:ext cx="348822" cy="3488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entury Gothic" panose="020B0502020202020204" pitchFamily="34" charset="0"/>
            </a:endParaRPr>
          </a:p>
        </p:txBody>
      </p:sp>
      <p:sp>
        <p:nvSpPr>
          <p:cNvPr id="76" name="CuadroTexto 395">
            <a:extLst>
              <a:ext uri="{FF2B5EF4-FFF2-40B4-BE49-F238E27FC236}">
                <a16:creationId xmlns:a16="http://schemas.microsoft.com/office/drawing/2014/main" id="{2A68BDDD-F1F5-384C-9E54-435867309270}"/>
              </a:ext>
            </a:extLst>
          </p:cNvPr>
          <p:cNvSpPr txBox="1"/>
          <p:nvPr/>
        </p:nvSpPr>
        <p:spPr>
          <a:xfrm>
            <a:off x="8855405" y="5279269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1052C83-F3C5-E84A-A0AC-E0497C567C50}"/>
              </a:ext>
            </a:extLst>
          </p:cNvPr>
          <p:cNvSpPr txBox="1"/>
          <p:nvPr/>
        </p:nvSpPr>
        <p:spPr>
          <a:xfrm>
            <a:off x="8855407" y="5963585"/>
            <a:ext cx="4863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sp>
        <p:nvSpPr>
          <p:cNvPr id="74" name="CuadroTexto 395">
            <a:extLst>
              <a:ext uri="{FF2B5EF4-FFF2-40B4-BE49-F238E27FC236}">
                <a16:creationId xmlns:a16="http://schemas.microsoft.com/office/drawing/2014/main" id="{8B29E007-784B-3A48-8D1B-C7D3589945A3}"/>
              </a:ext>
            </a:extLst>
          </p:cNvPr>
          <p:cNvSpPr txBox="1"/>
          <p:nvPr/>
        </p:nvSpPr>
        <p:spPr>
          <a:xfrm>
            <a:off x="8855405" y="7808982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C9FE52-A1B9-B04A-8D0A-91F67649141F}"/>
              </a:ext>
            </a:extLst>
          </p:cNvPr>
          <p:cNvSpPr txBox="1"/>
          <p:nvPr/>
        </p:nvSpPr>
        <p:spPr>
          <a:xfrm>
            <a:off x="8855407" y="8493298"/>
            <a:ext cx="48631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A495EF-8F4E-254F-BF4E-838B6092B260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6" name="CuadroTexto 350">
              <a:extLst>
                <a:ext uri="{FF2B5EF4-FFF2-40B4-BE49-F238E27FC236}">
                  <a16:creationId xmlns:a16="http://schemas.microsoft.com/office/drawing/2014/main" id="{A3189EC5-CE8D-F64F-9F0D-D5DCA13465CA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54" name="CuadroTexto 351">
              <a:extLst>
                <a:ext uri="{FF2B5EF4-FFF2-40B4-BE49-F238E27FC236}">
                  <a16:creationId xmlns:a16="http://schemas.microsoft.com/office/drawing/2014/main" id="{4C1F1897-D380-524F-AE8B-B9AF2A95ABFA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B3A2F57-77AB-E443-8577-0A65E8089BB8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8922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orma libre 4">
            <a:extLst>
              <a:ext uri="{FF2B5EF4-FFF2-40B4-BE49-F238E27FC236}">
                <a16:creationId xmlns:a16="http://schemas.microsoft.com/office/drawing/2014/main" id="{27C7D918-12DB-BB4C-B7E4-3DDD295595C9}"/>
              </a:ext>
            </a:extLst>
          </p:cNvPr>
          <p:cNvSpPr/>
          <p:nvPr/>
        </p:nvSpPr>
        <p:spPr>
          <a:xfrm>
            <a:off x="12187968" y="5577902"/>
            <a:ext cx="3517900" cy="2946400"/>
          </a:xfrm>
          <a:custGeom>
            <a:avLst/>
            <a:gdLst>
              <a:gd name="connsiteX0" fmla="*/ 3089275 w 3517900"/>
              <a:gd name="connsiteY0" fmla="*/ 2945612 h 2946400"/>
              <a:gd name="connsiteX1" fmla="*/ 3519297 w 3517900"/>
              <a:gd name="connsiteY1" fmla="*/ 1647164 h 2946400"/>
              <a:gd name="connsiteX2" fmla="*/ 15875 w 3517900"/>
              <a:gd name="connsiteY2" fmla="*/ 1392338 h 2946400"/>
              <a:gd name="connsiteX3" fmla="*/ 3175 w 3517900"/>
              <a:gd name="connsiteY3" fmla="*/ 1364271 h 2946400"/>
              <a:gd name="connsiteX4" fmla="*/ 3175 w 3517900"/>
              <a:gd name="connsiteY4" fmla="*/ 2945612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7900" h="2946400">
                <a:moveTo>
                  <a:pt x="3089275" y="2945612"/>
                </a:moveTo>
                <a:cubicBezTo>
                  <a:pt x="3351530" y="2513494"/>
                  <a:pt x="3519297" y="2071344"/>
                  <a:pt x="3519297" y="1647164"/>
                </a:cubicBezTo>
                <a:cubicBezTo>
                  <a:pt x="3519297" y="-294793"/>
                  <a:pt x="461772" y="-684239"/>
                  <a:pt x="15875" y="1392338"/>
                </a:cubicBezTo>
                <a:cubicBezTo>
                  <a:pt x="11684" y="1382877"/>
                  <a:pt x="7366" y="1373606"/>
                  <a:pt x="3175" y="1364271"/>
                </a:cubicBezTo>
                <a:lnTo>
                  <a:pt x="3175" y="2945612"/>
                </a:ln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58" name="Forma libre 5">
            <a:extLst>
              <a:ext uri="{FF2B5EF4-FFF2-40B4-BE49-F238E27FC236}">
                <a16:creationId xmlns:a16="http://schemas.microsoft.com/office/drawing/2014/main" id="{962EADF4-85F0-4F4C-BF30-5CC776005AE2}"/>
              </a:ext>
            </a:extLst>
          </p:cNvPr>
          <p:cNvSpPr/>
          <p:nvPr/>
        </p:nvSpPr>
        <p:spPr>
          <a:xfrm>
            <a:off x="12187968" y="8520339"/>
            <a:ext cx="3092450" cy="2965450"/>
          </a:xfrm>
          <a:custGeom>
            <a:avLst/>
            <a:gdLst>
              <a:gd name="connsiteX0" fmla="*/ 3089275 w 3092450"/>
              <a:gd name="connsiteY0" fmla="*/ 3175 h 2965450"/>
              <a:gd name="connsiteX1" fmla="*/ 3175 w 3092450"/>
              <a:gd name="connsiteY1" fmla="*/ 3175 h 2965450"/>
              <a:gd name="connsiteX2" fmla="*/ 3175 w 3092450"/>
              <a:gd name="connsiteY2" fmla="*/ 2966149 h 2965450"/>
              <a:gd name="connsiteX3" fmla="*/ 3089275 w 3092450"/>
              <a:gd name="connsiteY3" fmla="*/ 3175 h 296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2450" h="2965450">
                <a:moveTo>
                  <a:pt x="3089275" y="3175"/>
                </a:moveTo>
                <a:lnTo>
                  <a:pt x="3175" y="3175"/>
                </a:lnTo>
                <a:lnTo>
                  <a:pt x="3175" y="2966149"/>
                </a:lnTo>
                <a:cubicBezTo>
                  <a:pt x="3175" y="2966149"/>
                  <a:pt x="2150999" y="1549273"/>
                  <a:pt x="3089275" y="3175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0" name="Forma libre 6">
            <a:extLst>
              <a:ext uri="{FF2B5EF4-FFF2-40B4-BE49-F238E27FC236}">
                <a16:creationId xmlns:a16="http://schemas.microsoft.com/office/drawing/2014/main" id="{64DE87BC-E589-964A-A075-ECAFDF5C6B51}"/>
              </a:ext>
            </a:extLst>
          </p:cNvPr>
          <p:cNvSpPr/>
          <p:nvPr/>
        </p:nvSpPr>
        <p:spPr>
          <a:xfrm>
            <a:off x="8671782" y="5557509"/>
            <a:ext cx="3517900" cy="2965450"/>
          </a:xfrm>
          <a:custGeom>
            <a:avLst/>
            <a:gdLst>
              <a:gd name="connsiteX0" fmla="*/ 3175 w 3517900"/>
              <a:gd name="connsiteY0" fmla="*/ 1667557 h 2965450"/>
              <a:gd name="connsiteX1" fmla="*/ 433261 w 3517900"/>
              <a:gd name="connsiteY1" fmla="*/ 2966005 h 2965450"/>
              <a:gd name="connsiteX2" fmla="*/ 3519361 w 3517900"/>
              <a:gd name="connsiteY2" fmla="*/ 2966005 h 2965450"/>
              <a:gd name="connsiteX3" fmla="*/ 3519361 w 3517900"/>
              <a:gd name="connsiteY3" fmla="*/ 1384855 h 2965450"/>
              <a:gd name="connsiteX4" fmla="*/ 3175 w 3517900"/>
              <a:gd name="connsiteY4" fmla="*/ 1667557 h 296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7900" h="2965450">
                <a:moveTo>
                  <a:pt x="3175" y="1667557"/>
                </a:moveTo>
                <a:cubicBezTo>
                  <a:pt x="3175" y="2091737"/>
                  <a:pt x="170942" y="2534205"/>
                  <a:pt x="433261" y="2966005"/>
                </a:cubicBezTo>
                <a:lnTo>
                  <a:pt x="3519361" y="2966005"/>
                </a:lnTo>
                <a:lnTo>
                  <a:pt x="3519361" y="1384855"/>
                </a:lnTo>
                <a:cubicBezTo>
                  <a:pt x="2566353" y="-710645"/>
                  <a:pt x="3175" y="-265764"/>
                  <a:pt x="3175" y="1667557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>
              <a:latin typeface="Century Gothic" panose="020B0502020202020204" pitchFamily="34" charset="0"/>
            </a:endParaRPr>
          </a:p>
        </p:txBody>
      </p:sp>
      <p:sp>
        <p:nvSpPr>
          <p:cNvPr id="61" name="Forma libre 7">
            <a:extLst>
              <a:ext uri="{FF2B5EF4-FFF2-40B4-BE49-F238E27FC236}">
                <a16:creationId xmlns:a16="http://schemas.microsoft.com/office/drawing/2014/main" id="{B83AD628-AE67-234B-9D51-64224A613BC5}"/>
              </a:ext>
            </a:extLst>
          </p:cNvPr>
          <p:cNvSpPr/>
          <p:nvPr/>
        </p:nvSpPr>
        <p:spPr>
          <a:xfrm>
            <a:off x="9101868" y="8520339"/>
            <a:ext cx="3092450" cy="2965450"/>
          </a:xfrm>
          <a:custGeom>
            <a:avLst/>
            <a:gdLst>
              <a:gd name="connsiteX0" fmla="*/ 3175 w 3092450"/>
              <a:gd name="connsiteY0" fmla="*/ 3175 h 2965450"/>
              <a:gd name="connsiteX1" fmla="*/ 3089275 w 3092450"/>
              <a:gd name="connsiteY1" fmla="*/ 2966149 h 2965450"/>
              <a:gd name="connsiteX2" fmla="*/ 3089275 w 3092450"/>
              <a:gd name="connsiteY2" fmla="*/ 3175 h 296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92450" h="2965450">
                <a:moveTo>
                  <a:pt x="3175" y="3175"/>
                </a:moveTo>
                <a:cubicBezTo>
                  <a:pt x="941515" y="1549273"/>
                  <a:pt x="3089275" y="2966149"/>
                  <a:pt x="3089275" y="2966149"/>
                </a:cubicBezTo>
                <a:lnTo>
                  <a:pt x="3089275" y="3175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s-MX" b="1">
              <a:latin typeface="Century Gothic" panose="020B0502020202020204" pitchFamily="34" charset="0"/>
            </a:endParaRPr>
          </a:p>
        </p:txBody>
      </p:sp>
      <p:sp>
        <p:nvSpPr>
          <p:cNvPr id="63" name="CuadroTexto 395">
            <a:extLst>
              <a:ext uri="{FF2B5EF4-FFF2-40B4-BE49-F238E27FC236}">
                <a16:creationId xmlns:a16="http://schemas.microsoft.com/office/drawing/2014/main" id="{6D5A0E25-A0E6-4A43-9BC5-E779675FB9B3}"/>
              </a:ext>
            </a:extLst>
          </p:cNvPr>
          <p:cNvSpPr txBox="1"/>
          <p:nvPr/>
        </p:nvSpPr>
        <p:spPr>
          <a:xfrm flipH="1">
            <a:off x="3471413" y="6231890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 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B4AB27-01D2-9647-A711-75BD2936725E}"/>
              </a:ext>
            </a:extLst>
          </p:cNvPr>
          <p:cNvSpPr txBox="1"/>
          <p:nvPr/>
        </p:nvSpPr>
        <p:spPr>
          <a:xfrm flipH="1">
            <a:off x="2873828" y="6916206"/>
            <a:ext cx="52192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68" name="CuadroTexto 395">
            <a:extLst>
              <a:ext uri="{FF2B5EF4-FFF2-40B4-BE49-F238E27FC236}">
                <a16:creationId xmlns:a16="http://schemas.microsoft.com/office/drawing/2014/main" id="{5DE66BC2-D249-8D47-A82E-7759552EE440}"/>
              </a:ext>
            </a:extLst>
          </p:cNvPr>
          <p:cNvSpPr txBox="1"/>
          <p:nvPr/>
        </p:nvSpPr>
        <p:spPr>
          <a:xfrm flipH="1">
            <a:off x="3471413" y="9464947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 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354240-7D43-204A-A120-F2A9F2460444}"/>
              </a:ext>
            </a:extLst>
          </p:cNvPr>
          <p:cNvSpPr txBox="1"/>
          <p:nvPr/>
        </p:nvSpPr>
        <p:spPr>
          <a:xfrm flipH="1">
            <a:off x="2873828" y="10149263"/>
            <a:ext cx="52192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73" name="CuadroTexto 395">
            <a:extLst>
              <a:ext uri="{FF2B5EF4-FFF2-40B4-BE49-F238E27FC236}">
                <a16:creationId xmlns:a16="http://schemas.microsoft.com/office/drawing/2014/main" id="{4F26552F-00D6-0B40-B7CA-D6C30A8A5296}"/>
              </a:ext>
            </a:extLst>
          </p:cNvPr>
          <p:cNvSpPr txBox="1"/>
          <p:nvPr/>
        </p:nvSpPr>
        <p:spPr>
          <a:xfrm>
            <a:off x="16284731" y="6231890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 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C7C2F17-A442-9049-B331-EF855DCACF73}"/>
              </a:ext>
            </a:extLst>
          </p:cNvPr>
          <p:cNvSpPr txBox="1"/>
          <p:nvPr/>
        </p:nvSpPr>
        <p:spPr>
          <a:xfrm>
            <a:off x="16284732" y="6916206"/>
            <a:ext cx="52192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3" name="CuadroTexto 395">
            <a:extLst>
              <a:ext uri="{FF2B5EF4-FFF2-40B4-BE49-F238E27FC236}">
                <a16:creationId xmlns:a16="http://schemas.microsoft.com/office/drawing/2014/main" id="{D90A39A5-C77D-0540-8C02-B3D3D796302B}"/>
              </a:ext>
            </a:extLst>
          </p:cNvPr>
          <p:cNvSpPr txBox="1"/>
          <p:nvPr/>
        </p:nvSpPr>
        <p:spPr>
          <a:xfrm>
            <a:off x="16284731" y="9464947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Health 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55E0BA9-141E-7549-BE05-E28CC5668300}"/>
              </a:ext>
            </a:extLst>
          </p:cNvPr>
          <p:cNvSpPr txBox="1"/>
          <p:nvPr/>
        </p:nvSpPr>
        <p:spPr>
          <a:xfrm>
            <a:off x="16284732" y="10149263"/>
            <a:ext cx="52192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95" name="CuadroTexto 395">
            <a:extLst>
              <a:ext uri="{FF2B5EF4-FFF2-40B4-BE49-F238E27FC236}">
                <a16:creationId xmlns:a16="http://schemas.microsoft.com/office/drawing/2014/main" id="{DBA3649E-265C-DD46-90BC-46FDC355BC96}"/>
              </a:ext>
            </a:extLst>
          </p:cNvPr>
          <p:cNvSpPr txBox="1"/>
          <p:nvPr/>
        </p:nvSpPr>
        <p:spPr>
          <a:xfrm flipH="1">
            <a:off x="9252359" y="6818235"/>
            <a:ext cx="235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" pitchFamily="2" charset="77"/>
              </a:rPr>
              <a:t>14%</a:t>
            </a:r>
          </a:p>
        </p:txBody>
      </p:sp>
      <p:sp>
        <p:nvSpPr>
          <p:cNvPr id="96" name="CuadroTexto 395">
            <a:extLst>
              <a:ext uri="{FF2B5EF4-FFF2-40B4-BE49-F238E27FC236}">
                <a16:creationId xmlns:a16="http://schemas.microsoft.com/office/drawing/2014/main" id="{0E198A43-DC21-FE4B-A395-CD39927F212C}"/>
              </a:ext>
            </a:extLst>
          </p:cNvPr>
          <p:cNvSpPr txBox="1"/>
          <p:nvPr/>
        </p:nvSpPr>
        <p:spPr>
          <a:xfrm flipH="1">
            <a:off x="12768398" y="6818235"/>
            <a:ext cx="235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" pitchFamily="2" charset="77"/>
              </a:rPr>
              <a:t>7%</a:t>
            </a:r>
          </a:p>
        </p:txBody>
      </p:sp>
      <p:sp>
        <p:nvSpPr>
          <p:cNvPr id="97" name="CuadroTexto 395">
            <a:extLst>
              <a:ext uri="{FF2B5EF4-FFF2-40B4-BE49-F238E27FC236}">
                <a16:creationId xmlns:a16="http://schemas.microsoft.com/office/drawing/2014/main" id="{4FCB6FCB-2A27-5440-B820-6F08F02F83CF}"/>
              </a:ext>
            </a:extLst>
          </p:cNvPr>
          <p:cNvSpPr txBox="1"/>
          <p:nvPr/>
        </p:nvSpPr>
        <p:spPr>
          <a:xfrm flipH="1">
            <a:off x="9970816" y="8940949"/>
            <a:ext cx="235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" pitchFamily="2" charset="77"/>
              </a:rPr>
              <a:t>27%</a:t>
            </a:r>
          </a:p>
        </p:txBody>
      </p:sp>
      <p:sp>
        <p:nvSpPr>
          <p:cNvPr id="98" name="CuadroTexto 395">
            <a:extLst>
              <a:ext uri="{FF2B5EF4-FFF2-40B4-BE49-F238E27FC236}">
                <a16:creationId xmlns:a16="http://schemas.microsoft.com/office/drawing/2014/main" id="{EFFED11F-0A89-1B40-A2A1-A9863939CDFE}"/>
              </a:ext>
            </a:extLst>
          </p:cNvPr>
          <p:cNvSpPr txBox="1"/>
          <p:nvPr/>
        </p:nvSpPr>
        <p:spPr>
          <a:xfrm flipH="1">
            <a:off x="12054215" y="8940949"/>
            <a:ext cx="2356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" pitchFamily="2" charset="77"/>
              </a:rPr>
              <a:t>74%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3AD3E25-7C9E-4A4D-A20A-C31D16EA9634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28" name="CuadroTexto 350">
              <a:extLst>
                <a:ext uri="{FF2B5EF4-FFF2-40B4-BE49-F238E27FC236}">
                  <a16:creationId xmlns:a16="http://schemas.microsoft.com/office/drawing/2014/main" id="{373B094D-CF69-9D4F-9064-E84D3026E7AD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29" name="CuadroTexto 351">
              <a:extLst>
                <a:ext uri="{FF2B5EF4-FFF2-40B4-BE49-F238E27FC236}">
                  <a16:creationId xmlns:a16="http://schemas.microsoft.com/office/drawing/2014/main" id="{10D1A616-D59C-7144-8602-F42F9B41494E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856F637-784B-854A-B594-CBA75069F681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669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164504-5F90-8F49-8524-2DAA9AB59C51}"/>
              </a:ext>
            </a:extLst>
          </p:cNvPr>
          <p:cNvGrpSpPr/>
          <p:nvPr/>
        </p:nvGrpSpPr>
        <p:grpSpPr>
          <a:xfrm>
            <a:off x="3859202" y="4279771"/>
            <a:ext cx="4172130" cy="8561456"/>
            <a:chOff x="3662754" y="134112"/>
            <a:chExt cx="3132762" cy="6428613"/>
          </a:xfrm>
        </p:grpSpPr>
        <p:sp>
          <p:nvSpPr>
            <p:cNvPr id="27" name="Forma libre 4">
              <a:extLst>
                <a:ext uri="{FF2B5EF4-FFF2-40B4-BE49-F238E27FC236}">
                  <a16:creationId xmlns:a16="http://schemas.microsoft.com/office/drawing/2014/main" id="{38B3E13D-A964-BA48-B7E7-4190428D5454}"/>
                </a:ext>
              </a:extLst>
            </p:cNvPr>
            <p:cNvSpPr/>
            <p:nvPr/>
          </p:nvSpPr>
          <p:spPr>
            <a:xfrm>
              <a:off x="4343336" y="134112"/>
              <a:ext cx="1778000" cy="1612900"/>
            </a:xfrm>
            <a:custGeom>
              <a:avLst/>
              <a:gdLst>
                <a:gd name="connsiteX0" fmla="*/ 1479233 w 1778000"/>
                <a:gd name="connsiteY0" fmla="*/ 1183132 h 1612900"/>
                <a:gd name="connsiteX1" fmla="*/ 1144334 w 1778000"/>
                <a:gd name="connsiteY1" fmla="*/ 979487 h 1612900"/>
                <a:gd name="connsiteX2" fmla="*/ 1100836 w 1778000"/>
                <a:gd name="connsiteY2" fmla="*/ 757809 h 1612900"/>
                <a:gd name="connsiteX3" fmla="*/ 1218883 w 1778000"/>
                <a:gd name="connsiteY3" fmla="*/ 368237 h 1612900"/>
                <a:gd name="connsiteX4" fmla="*/ 895033 w 1778000"/>
                <a:gd name="connsiteY4" fmla="*/ 4381 h 1612900"/>
                <a:gd name="connsiteX5" fmla="*/ 895033 w 1778000"/>
                <a:gd name="connsiteY5" fmla="*/ 3175 h 1612900"/>
                <a:gd name="connsiteX6" fmla="*/ 888683 w 1778000"/>
                <a:gd name="connsiteY6" fmla="*/ 3810 h 1612900"/>
                <a:gd name="connsiteX7" fmla="*/ 882333 w 1778000"/>
                <a:gd name="connsiteY7" fmla="*/ 3175 h 1612900"/>
                <a:gd name="connsiteX8" fmla="*/ 882333 w 1778000"/>
                <a:gd name="connsiteY8" fmla="*/ 4381 h 1612900"/>
                <a:gd name="connsiteX9" fmla="*/ 558483 w 1778000"/>
                <a:gd name="connsiteY9" fmla="*/ 368237 h 1612900"/>
                <a:gd name="connsiteX10" fmla="*/ 676529 w 1778000"/>
                <a:gd name="connsiteY10" fmla="*/ 757809 h 1612900"/>
                <a:gd name="connsiteX11" fmla="*/ 633032 w 1778000"/>
                <a:gd name="connsiteY11" fmla="*/ 979487 h 1612900"/>
                <a:gd name="connsiteX12" fmla="*/ 298133 w 1778000"/>
                <a:gd name="connsiteY12" fmla="*/ 1183132 h 1612900"/>
                <a:gd name="connsiteX13" fmla="*/ 3175 w 1778000"/>
                <a:gd name="connsiteY13" fmla="*/ 1612455 h 1612900"/>
                <a:gd name="connsiteX14" fmla="*/ 1774825 w 1778000"/>
                <a:gd name="connsiteY14" fmla="*/ 1612455 h 1612900"/>
                <a:gd name="connsiteX15" fmla="*/ 1479233 w 1778000"/>
                <a:gd name="connsiteY15" fmla="*/ 1183132 h 161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78000" h="1612900">
                  <a:moveTo>
                    <a:pt x="1479233" y="1183132"/>
                  </a:moveTo>
                  <a:cubicBezTo>
                    <a:pt x="1376363" y="1158050"/>
                    <a:pt x="1226185" y="1054354"/>
                    <a:pt x="1144334" y="979487"/>
                  </a:cubicBezTo>
                  <a:cubicBezTo>
                    <a:pt x="1036828" y="881190"/>
                    <a:pt x="1100709" y="758000"/>
                    <a:pt x="1100836" y="757809"/>
                  </a:cubicBezTo>
                  <a:cubicBezTo>
                    <a:pt x="1169734" y="665988"/>
                    <a:pt x="1223709" y="494538"/>
                    <a:pt x="1218883" y="368237"/>
                  </a:cubicBezTo>
                  <a:cubicBezTo>
                    <a:pt x="1211263" y="170498"/>
                    <a:pt x="1085533" y="18986"/>
                    <a:pt x="895033" y="4381"/>
                  </a:cubicBezTo>
                  <a:lnTo>
                    <a:pt x="895033" y="3175"/>
                  </a:lnTo>
                  <a:cubicBezTo>
                    <a:pt x="892810" y="3175"/>
                    <a:pt x="890715" y="3683"/>
                    <a:pt x="888683" y="3810"/>
                  </a:cubicBezTo>
                  <a:cubicBezTo>
                    <a:pt x="886651" y="3937"/>
                    <a:pt x="884365" y="3302"/>
                    <a:pt x="882333" y="3175"/>
                  </a:cubicBezTo>
                  <a:lnTo>
                    <a:pt x="882333" y="4381"/>
                  </a:lnTo>
                  <a:cubicBezTo>
                    <a:pt x="691833" y="18859"/>
                    <a:pt x="566039" y="170498"/>
                    <a:pt x="558483" y="368237"/>
                  </a:cubicBezTo>
                  <a:cubicBezTo>
                    <a:pt x="553657" y="494348"/>
                    <a:pt x="607632" y="666179"/>
                    <a:pt x="676529" y="757809"/>
                  </a:cubicBezTo>
                  <a:cubicBezTo>
                    <a:pt x="676529" y="757809"/>
                    <a:pt x="740601" y="876300"/>
                    <a:pt x="633032" y="979487"/>
                  </a:cubicBezTo>
                  <a:cubicBezTo>
                    <a:pt x="552958" y="1056323"/>
                    <a:pt x="401003" y="1158050"/>
                    <a:pt x="298133" y="1183132"/>
                  </a:cubicBezTo>
                  <a:cubicBezTo>
                    <a:pt x="131890" y="1223645"/>
                    <a:pt x="42228" y="1377569"/>
                    <a:pt x="3175" y="1612455"/>
                  </a:cubicBezTo>
                  <a:lnTo>
                    <a:pt x="1774825" y="1612455"/>
                  </a:lnTo>
                  <a:cubicBezTo>
                    <a:pt x="1735138" y="1377569"/>
                    <a:pt x="1645476" y="1223645"/>
                    <a:pt x="1479233" y="1183132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28" name="Forma libre 5">
              <a:extLst>
                <a:ext uri="{FF2B5EF4-FFF2-40B4-BE49-F238E27FC236}">
                  <a16:creationId xmlns:a16="http://schemas.microsoft.com/office/drawing/2014/main" id="{2C529CC5-C554-9544-975E-0F3A8359B6F8}"/>
                </a:ext>
              </a:extLst>
            </p:cNvPr>
            <p:cNvSpPr/>
            <p:nvPr/>
          </p:nvSpPr>
          <p:spPr>
            <a:xfrm>
              <a:off x="3689922" y="1743583"/>
              <a:ext cx="3079750" cy="1625600"/>
            </a:xfrm>
            <a:custGeom>
              <a:avLst/>
              <a:gdLst>
                <a:gd name="connsiteX0" fmla="*/ 541591 w 3079750"/>
                <a:gd name="connsiteY0" fmla="*/ 675767 h 1625600"/>
                <a:gd name="connsiteX1" fmla="*/ 228346 w 3079750"/>
                <a:gd name="connsiteY1" fmla="*/ 1231583 h 1625600"/>
                <a:gd name="connsiteX2" fmla="*/ 112966 w 3079750"/>
                <a:gd name="connsiteY2" fmla="*/ 1476566 h 1625600"/>
                <a:gd name="connsiteX3" fmla="*/ 21145 w 3079750"/>
                <a:gd name="connsiteY3" fmla="*/ 1594930 h 1625600"/>
                <a:gd name="connsiteX4" fmla="*/ 3175 w 3079750"/>
                <a:gd name="connsiteY4" fmla="*/ 1625156 h 1625600"/>
                <a:gd name="connsiteX5" fmla="*/ 279654 w 3079750"/>
                <a:gd name="connsiteY5" fmla="*/ 1625156 h 1625600"/>
                <a:gd name="connsiteX6" fmla="*/ 390017 w 3079750"/>
                <a:gd name="connsiteY6" fmla="*/ 1407097 h 1625600"/>
                <a:gd name="connsiteX7" fmla="*/ 815467 w 3079750"/>
                <a:gd name="connsiteY7" fmla="*/ 781495 h 1625600"/>
                <a:gd name="connsiteX8" fmla="*/ 973264 w 3079750"/>
                <a:gd name="connsiteY8" fmla="*/ 257048 h 1625600"/>
                <a:gd name="connsiteX9" fmla="*/ 1020318 w 3079750"/>
                <a:gd name="connsiteY9" fmla="*/ 862775 h 1625600"/>
                <a:gd name="connsiteX10" fmla="*/ 945769 w 3079750"/>
                <a:gd name="connsiteY10" fmla="*/ 1452055 h 1625600"/>
                <a:gd name="connsiteX11" fmla="*/ 933069 w 3079750"/>
                <a:gd name="connsiteY11" fmla="*/ 1625156 h 1625600"/>
                <a:gd name="connsiteX12" fmla="*/ 2150300 w 3079750"/>
                <a:gd name="connsiteY12" fmla="*/ 1625156 h 1625600"/>
                <a:gd name="connsiteX13" fmla="*/ 2137600 w 3079750"/>
                <a:gd name="connsiteY13" fmla="*/ 1452055 h 1625600"/>
                <a:gd name="connsiteX14" fmla="*/ 2063115 w 3079750"/>
                <a:gd name="connsiteY14" fmla="*/ 862775 h 1625600"/>
                <a:gd name="connsiteX15" fmla="*/ 2110105 w 3079750"/>
                <a:gd name="connsiteY15" fmla="*/ 257048 h 1625600"/>
                <a:gd name="connsiteX16" fmla="*/ 2267902 w 3079750"/>
                <a:gd name="connsiteY16" fmla="*/ 781495 h 1625600"/>
                <a:gd name="connsiteX17" fmla="*/ 2693352 w 3079750"/>
                <a:gd name="connsiteY17" fmla="*/ 1407097 h 1625600"/>
                <a:gd name="connsiteX18" fmla="*/ 2803715 w 3079750"/>
                <a:gd name="connsiteY18" fmla="*/ 1625156 h 1625600"/>
                <a:gd name="connsiteX19" fmla="*/ 3080195 w 3079750"/>
                <a:gd name="connsiteY19" fmla="*/ 1625156 h 1625600"/>
                <a:gd name="connsiteX20" fmla="*/ 3062224 w 3079750"/>
                <a:gd name="connsiteY20" fmla="*/ 1594930 h 1625600"/>
                <a:gd name="connsiteX21" fmla="*/ 2970403 w 3079750"/>
                <a:gd name="connsiteY21" fmla="*/ 1476566 h 1625600"/>
                <a:gd name="connsiteX22" fmla="*/ 2855023 w 3079750"/>
                <a:gd name="connsiteY22" fmla="*/ 1231583 h 1625600"/>
                <a:gd name="connsiteX23" fmla="*/ 2541841 w 3079750"/>
                <a:gd name="connsiteY23" fmla="*/ 675767 h 1625600"/>
                <a:gd name="connsiteX24" fmla="*/ 2449386 w 3079750"/>
                <a:gd name="connsiteY24" fmla="*/ 228918 h 1625600"/>
                <a:gd name="connsiteX25" fmla="*/ 2427351 w 3079750"/>
                <a:gd name="connsiteY25" fmla="*/ 3175 h 1625600"/>
                <a:gd name="connsiteX26" fmla="*/ 655701 w 3079750"/>
                <a:gd name="connsiteY26" fmla="*/ 3175 h 1625600"/>
                <a:gd name="connsiteX27" fmla="*/ 633666 w 3079750"/>
                <a:gd name="connsiteY27" fmla="*/ 228917 h 1625600"/>
                <a:gd name="connsiteX28" fmla="*/ 541591 w 3079750"/>
                <a:gd name="connsiteY28" fmla="*/ 675767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079750" h="1625600">
                  <a:moveTo>
                    <a:pt x="541591" y="675767"/>
                  </a:moveTo>
                  <a:cubicBezTo>
                    <a:pt x="351091" y="955167"/>
                    <a:pt x="274891" y="1136396"/>
                    <a:pt x="228346" y="1231583"/>
                  </a:cubicBezTo>
                  <a:cubicBezTo>
                    <a:pt x="191643" y="1306894"/>
                    <a:pt x="144716" y="1436688"/>
                    <a:pt x="112966" y="1476566"/>
                  </a:cubicBezTo>
                  <a:cubicBezTo>
                    <a:pt x="84264" y="1512697"/>
                    <a:pt x="55182" y="1543495"/>
                    <a:pt x="21145" y="1594930"/>
                  </a:cubicBezTo>
                  <a:cubicBezTo>
                    <a:pt x="14224" y="1605344"/>
                    <a:pt x="8445" y="1615440"/>
                    <a:pt x="3175" y="1625156"/>
                  </a:cubicBezTo>
                  <a:lnTo>
                    <a:pt x="279654" y="1625156"/>
                  </a:lnTo>
                  <a:cubicBezTo>
                    <a:pt x="301507" y="1545828"/>
                    <a:pt x="339034" y="1471682"/>
                    <a:pt x="390017" y="1407097"/>
                  </a:cubicBezTo>
                  <a:cubicBezTo>
                    <a:pt x="491617" y="1275715"/>
                    <a:pt x="731520" y="960882"/>
                    <a:pt x="815467" y="781495"/>
                  </a:cubicBezTo>
                  <a:cubicBezTo>
                    <a:pt x="899414" y="602107"/>
                    <a:pt x="944626" y="334201"/>
                    <a:pt x="973264" y="257048"/>
                  </a:cubicBezTo>
                  <a:cubicBezTo>
                    <a:pt x="992822" y="414401"/>
                    <a:pt x="1053973" y="655320"/>
                    <a:pt x="1020318" y="862775"/>
                  </a:cubicBezTo>
                  <a:cubicBezTo>
                    <a:pt x="993902" y="1025462"/>
                    <a:pt x="986472" y="1062228"/>
                    <a:pt x="945769" y="1452055"/>
                  </a:cubicBezTo>
                  <a:cubicBezTo>
                    <a:pt x="939800" y="1509205"/>
                    <a:pt x="935800" y="1567117"/>
                    <a:pt x="933069" y="1625156"/>
                  </a:cubicBezTo>
                  <a:lnTo>
                    <a:pt x="2150300" y="1625156"/>
                  </a:lnTo>
                  <a:cubicBezTo>
                    <a:pt x="2147824" y="1567117"/>
                    <a:pt x="2143950" y="1509268"/>
                    <a:pt x="2137600" y="1452055"/>
                  </a:cubicBezTo>
                  <a:cubicBezTo>
                    <a:pt x="2096897" y="1062228"/>
                    <a:pt x="2089467" y="1025462"/>
                    <a:pt x="2063115" y="862775"/>
                  </a:cubicBezTo>
                  <a:cubicBezTo>
                    <a:pt x="2029396" y="655320"/>
                    <a:pt x="2090547" y="414401"/>
                    <a:pt x="2110105" y="257048"/>
                  </a:cubicBezTo>
                  <a:cubicBezTo>
                    <a:pt x="2138744" y="334201"/>
                    <a:pt x="2184019" y="602171"/>
                    <a:pt x="2267902" y="781495"/>
                  </a:cubicBezTo>
                  <a:cubicBezTo>
                    <a:pt x="2351786" y="960819"/>
                    <a:pt x="2592070" y="1275715"/>
                    <a:pt x="2693352" y="1407097"/>
                  </a:cubicBezTo>
                  <a:cubicBezTo>
                    <a:pt x="2744336" y="1471682"/>
                    <a:pt x="2781862" y="1545828"/>
                    <a:pt x="2803715" y="1625156"/>
                  </a:cubicBezTo>
                  <a:lnTo>
                    <a:pt x="3080195" y="1625156"/>
                  </a:lnTo>
                  <a:cubicBezTo>
                    <a:pt x="3075051" y="1615440"/>
                    <a:pt x="3069146" y="1605344"/>
                    <a:pt x="3062224" y="1594930"/>
                  </a:cubicBezTo>
                  <a:cubicBezTo>
                    <a:pt x="3028188" y="1543495"/>
                    <a:pt x="2999105" y="1512380"/>
                    <a:pt x="2970403" y="1476566"/>
                  </a:cubicBezTo>
                  <a:cubicBezTo>
                    <a:pt x="2938653" y="1436688"/>
                    <a:pt x="2891726" y="1306894"/>
                    <a:pt x="2855023" y="1231583"/>
                  </a:cubicBezTo>
                  <a:cubicBezTo>
                    <a:pt x="2808605" y="1136333"/>
                    <a:pt x="2732214" y="955231"/>
                    <a:pt x="2541841" y="675767"/>
                  </a:cubicBezTo>
                  <a:cubicBezTo>
                    <a:pt x="2503741" y="549910"/>
                    <a:pt x="2454465" y="348996"/>
                    <a:pt x="2449386" y="228918"/>
                  </a:cubicBezTo>
                  <a:cubicBezTo>
                    <a:pt x="2446647" y="153291"/>
                    <a:pt x="2439288" y="77903"/>
                    <a:pt x="2427351" y="3175"/>
                  </a:cubicBezTo>
                  <a:lnTo>
                    <a:pt x="655701" y="3175"/>
                  </a:lnTo>
                  <a:cubicBezTo>
                    <a:pt x="643763" y="77903"/>
                    <a:pt x="636405" y="153291"/>
                    <a:pt x="633666" y="228917"/>
                  </a:cubicBezTo>
                  <a:cubicBezTo>
                    <a:pt x="628904" y="348806"/>
                    <a:pt x="579374" y="549720"/>
                    <a:pt x="541591" y="675767"/>
                  </a:cubicBezTo>
                  <a:close/>
                </a:path>
              </a:pathLst>
            </a:custGeom>
            <a:solidFill>
              <a:schemeClr val="accent2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29" name="Forma libre 6">
              <a:extLst>
                <a:ext uri="{FF2B5EF4-FFF2-40B4-BE49-F238E27FC236}">
                  <a16:creationId xmlns:a16="http://schemas.microsoft.com/office/drawing/2014/main" id="{3A045452-A103-7241-B513-64DE22E2EACF}"/>
                </a:ext>
              </a:extLst>
            </p:cNvPr>
            <p:cNvSpPr/>
            <p:nvPr/>
          </p:nvSpPr>
          <p:spPr>
            <a:xfrm>
              <a:off x="6490716" y="3365373"/>
              <a:ext cx="304800" cy="330200"/>
            </a:xfrm>
            <a:custGeom>
              <a:avLst/>
              <a:gdLst>
                <a:gd name="connsiteX0" fmla="*/ 105156 w 304800"/>
                <a:gd name="connsiteY0" fmla="*/ 296863 h 330200"/>
                <a:gd name="connsiteX1" fmla="*/ 223647 w 304800"/>
                <a:gd name="connsiteY1" fmla="*/ 197295 h 330200"/>
                <a:gd name="connsiteX2" fmla="*/ 200279 w 304800"/>
                <a:gd name="connsiteY2" fmla="*/ 53149 h 330200"/>
                <a:gd name="connsiteX3" fmla="*/ 287909 w 304800"/>
                <a:gd name="connsiteY3" fmla="*/ 146558 h 330200"/>
                <a:gd name="connsiteX4" fmla="*/ 279654 w 304800"/>
                <a:gd name="connsiteY4" fmla="*/ 3175 h 330200"/>
                <a:gd name="connsiteX5" fmla="*/ 3175 w 304800"/>
                <a:gd name="connsiteY5" fmla="*/ 3175 h 330200"/>
                <a:gd name="connsiteX6" fmla="*/ 105156 w 304800"/>
                <a:gd name="connsiteY6" fmla="*/ 296863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0" h="330200">
                  <a:moveTo>
                    <a:pt x="105156" y="296863"/>
                  </a:moveTo>
                  <a:cubicBezTo>
                    <a:pt x="186753" y="369380"/>
                    <a:pt x="235649" y="306769"/>
                    <a:pt x="223647" y="197295"/>
                  </a:cubicBezTo>
                  <a:cubicBezTo>
                    <a:pt x="217741" y="143129"/>
                    <a:pt x="195199" y="90107"/>
                    <a:pt x="200279" y="53149"/>
                  </a:cubicBezTo>
                  <a:cubicBezTo>
                    <a:pt x="223965" y="76391"/>
                    <a:pt x="263398" y="160338"/>
                    <a:pt x="287909" y="146558"/>
                  </a:cubicBezTo>
                  <a:cubicBezTo>
                    <a:pt x="307848" y="135382"/>
                    <a:pt x="321056" y="81471"/>
                    <a:pt x="279654" y="3175"/>
                  </a:cubicBezTo>
                  <a:lnTo>
                    <a:pt x="3175" y="3175"/>
                  </a:lnTo>
                  <a:cubicBezTo>
                    <a:pt x="38037" y="129096"/>
                    <a:pt x="26353" y="226886"/>
                    <a:pt x="105156" y="296863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30" name="Forma libre 7">
              <a:extLst>
                <a:ext uri="{FF2B5EF4-FFF2-40B4-BE49-F238E27FC236}">
                  <a16:creationId xmlns:a16="http://schemas.microsoft.com/office/drawing/2014/main" id="{ECFD538E-F560-1546-8BC3-B34CE2752F2C}"/>
                </a:ext>
              </a:extLst>
            </p:cNvPr>
            <p:cNvSpPr/>
            <p:nvPr/>
          </p:nvSpPr>
          <p:spPr>
            <a:xfrm>
              <a:off x="3662754" y="3365373"/>
              <a:ext cx="304800" cy="330200"/>
            </a:xfrm>
            <a:custGeom>
              <a:avLst/>
              <a:gdLst>
                <a:gd name="connsiteX0" fmla="*/ 22087 w 304800"/>
                <a:gd name="connsiteY0" fmla="*/ 146558 h 330200"/>
                <a:gd name="connsiteX1" fmla="*/ 109718 w 304800"/>
                <a:gd name="connsiteY1" fmla="*/ 53149 h 330200"/>
                <a:gd name="connsiteX2" fmla="*/ 86349 w 304800"/>
                <a:gd name="connsiteY2" fmla="*/ 197295 h 330200"/>
                <a:gd name="connsiteX3" fmla="*/ 204840 w 304800"/>
                <a:gd name="connsiteY3" fmla="*/ 296863 h 330200"/>
                <a:gd name="connsiteX4" fmla="*/ 306821 w 304800"/>
                <a:gd name="connsiteY4" fmla="*/ 3175 h 330200"/>
                <a:gd name="connsiteX5" fmla="*/ 30343 w 304800"/>
                <a:gd name="connsiteY5" fmla="*/ 3175 h 330200"/>
                <a:gd name="connsiteX6" fmla="*/ 22087 w 304800"/>
                <a:gd name="connsiteY6" fmla="*/ 146558 h 33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4800" h="330200">
                  <a:moveTo>
                    <a:pt x="22087" y="146558"/>
                  </a:moveTo>
                  <a:cubicBezTo>
                    <a:pt x="46599" y="160338"/>
                    <a:pt x="86032" y="76708"/>
                    <a:pt x="109718" y="53149"/>
                  </a:cubicBezTo>
                  <a:cubicBezTo>
                    <a:pt x="114797" y="90107"/>
                    <a:pt x="92255" y="143129"/>
                    <a:pt x="86349" y="197295"/>
                  </a:cubicBezTo>
                  <a:cubicBezTo>
                    <a:pt x="74412" y="306769"/>
                    <a:pt x="123243" y="369380"/>
                    <a:pt x="204840" y="296863"/>
                  </a:cubicBezTo>
                  <a:cubicBezTo>
                    <a:pt x="283644" y="227013"/>
                    <a:pt x="271960" y="129096"/>
                    <a:pt x="306821" y="3175"/>
                  </a:cubicBezTo>
                  <a:lnTo>
                    <a:pt x="30343" y="3175"/>
                  </a:lnTo>
                  <a:cubicBezTo>
                    <a:pt x="-11060" y="81471"/>
                    <a:pt x="2149" y="135382"/>
                    <a:pt x="22087" y="146558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31" name="Forma libre 8">
              <a:extLst>
                <a:ext uri="{FF2B5EF4-FFF2-40B4-BE49-F238E27FC236}">
                  <a16:creationId xmlns:a16="http://schemas.microsoft.com/office/drawing/2014/main" id="{3055A05C-2111-2846-BBC9-81EC4F83B4D6}"/>
                </a:ext>
              </a:extLst>
            </p:cNvPr>
            <p:cNvSpPr/>
            <p:nvPr/>
          </p:nvSpPr>
          <p:spPr>
            <a:xfrm>
              <a:off x="4617060" y="3365373"/>
              <a:ext cx="1225550" cy="1625600"/>
            </a:xfrm>
            <a:custGeom>
              <a:avLst/>
              <a:gdLst>
                <a:gd name="connsiteX0" fmla="*/ 70637 w 1225550"/>
                <a:gd name="connsiteY0" fmla="*/ 1319911 h 1625600"/>
                <a:gd name="connsiteX1" fmla="*/ 46443 w 1225550"/>
                <a:gd name="connsiteY1" fmla="*/ 1625156 h 1625600"/>
                <a:gd name="connsiteX2" fmla="*/ 442811 w 1225550"/>
                <a:gd name="connsiteY2" fmla="*/ 1625156 h 1625600"/>
                <a:gd name="connsiteX3" fmla="*/ 485610 w 1225550"/>
                <a:gd name="connsiteY3" fmla="*/ 1203897 h 1625600"/>
                <a:gd name="connsiteX4" fmla="*/ 592036 w 1225550"/>
                <a:gd name="connsiteY4" fmla="*/ 142049 h 1625600"/>
                <a:gd name="connsiteX5" fmla="*/ 614705 w 1225550"/>
                <a:gd name="connsiteY5" fmla="*/ 146495 h 1625600"/>
                <a:gd name="connsiteX6" fmla="*/ 645440 w 1225550"/>
                <a:gd name="connsiteY6" fmla="*/ 138811 h 1625600"/>
                <a:gd name="connsiteX7" fmla="*/ 743737 w 1225550"/>
                <a:gd name="connsiteY7" fmla="*/ 1203897 h 1625600"/>
                <a:gd name="connsiteX8" fmla="*/ 786536 w 1225550"/>
                <a:gd name="connsiteY8" fmla="*/ 1625156 h 1625600"/>
                <a:gd name="connsiteX9" fmla="*/ 1182903 w 1225550"/>
                <a:gd name="connsiteY9" fmla="*/ 1625156 h 1625600"/>
                <a:gd name="connsiteX10" fmla="*/ 1158710 w 1225550"/>
                <a:gd name="connsiteY10" fmla="*/ 1319911 h 1625600"/>
                <a:gd name="connsiteX11" fmla="*/ 1223162 w 1225550"/>
                <a:gd name="connsiteY11" fmla="*/ 3175 h 1625600"/>
                <a:gd name="connsiteX12" fmla="*/ 6185 w 1225550"/>
                <a:gd name="connsiteY12" fmla="*/ 3175 h 1625600"/>
                <a:gd name="connsiteX13" fmla="*/ 70637 w 1225550"/>
                <a:gd name="connsiteY13" fmla="*/ 1319911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25550" h="1625600">
                  <a:moveTo>
                    <a:pt x="70637" y="1319911"/>
                  </a:moveTo>
                  <a:cubicBezTo>
                    <a:pt x="68034" y="1407986"/>
                    <a:pt x="57556" y="1513332"/>
                    <a:pt x="46443" y="1625156"/>
                  </a:cubicBezTo>
                  <a:lnTo>
                    <a:pt x="442811" y="1625156"/>
                  </a:lnTo>
                  <a:cubicBezTo>
                    <a:pt x="457098" y="1488821"/>
                    <a:pt x="478752" y="1381887"/>
                    <a:pt x="485610" y="1203897"/>
                  </a:cubicBezTo>
                  <a:cubicBezTo>
                    <a:pt x="495897" y="937197"/>
                    <a:pt x="544157" y="323786"/>
                    <a:pt x="592036" y="142049"/>
                  </a:cubicBezTo>
                  <a:cubicBezTo>
                    <a:pt x="599267" y="144870"/>
                    <a:pt x="606944" y="146375"/>
                    <a:pt x="614705" y="146495"/>
                  </a:cubicBezTo>
                  <a:cubicBezTo>
                    <a:pt x="625421" y="146460"/>
                    <a:pt x="635968" y="143823"/>
                    <a:pt x="645440" y="138811"/>
                  </a:cubicBezTo>
                  <a:cubicBezTo>
                    <a:pt x="692556" y="320929"/>
                    <a:pt x="733450" y="937387"/>
                    <a:pt x="743737" y="1203897"/>
                  </a:cubicBezTo>
                  <a:cubicBezTo>
                    <a:pt x="750595" y="1381697"/>
                    <a:pt x="772249" y="1488821"/>
                    <a:pt x="786536" y="1625156"/>
                  </a:cubicBezTo>
                  <a:lnTo>
                    <a:pt x="1182903" y="1625156"/>
                  </a:lnTo>
                  <a:cubicBezTo>
                    <a:pt x="1171791" y="1513332"/>
                    <a:pt x="1161313" y="1407986"/>
                    <a:pt x="1158710" y="1319911"/>
                  </a:cubicBezTo>
                  <a:cubicBezTo>
                    <a:pt x="1149566" y="1010222"/>
                    <a:pt x="1244054" y="498158"/>
                    <a:pt x="1223162" y="3175"/>
                  </a:cubicBezTo>
                  <a:lnTo>
                    <a:pt x="6185" y="3175"/>
                  </a:lnTo>
                  <a:cubicBezTo>
                    <a:pt x="-14643" y="498158"/>
                    <a:pt x="79781" y="1010222"/>
                    <a:pt x="70637" y="1319911"/>
                  </a:cubicBezTo>
                  <a:close/>
                </a:path>
              </a:pathLst>
            </a:custGeom>
            <a:solidFill>
              <a:schemeClr val="accent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32" name="Forma libre 9">
              <a:extLst>
                <a:ext uri="{FF2B5EF4-FFF2-40B4-BE49-F238E27FC236}">
                  <a16:creationId xmlns:a16="http://schemas.microsoft.com/office/drawing/2014/main" id="{707AEBFA-67A8-6D42-9A63-F8E43942E353}"/>
                </a:ext>
              </a:extLst>
            </p:cNvPr>
            <p:cNvSpPr/>
            <p:nvPr/>
          </p:nvSpPr>
          <p:spPr>
            <a:xfrm>
              <a:off x="5400675" y="4986718"/>
              <a:ext cx="431800" cy="1574800"/>
            </a:xfrm>
            <a:custGeom>
              <a:avLst/>
              <a:gdLst>
                <a:gd name="connsiteX0" fmla="*/ 15875 w 431800"/>
                <a:gd name="connsiteY0" fmla="*/ 309182 h 1574800"/>
                <a:gd name="connsiteX1" fmla="*/ 57467 w 431800"/>
                <a:gd name="connsiteY1" fmla="*/ 984758 h 1574800"/>
                <a:gd name="connsiteX2" fmla="*/ 43752 w 431800"/>
                <a:gd name="connsiteY2" fmla="*/ 1543558 h 1574800"/>
                <a:gd name="connsiteX3" fmla="*/ 413322 w 431800"/>
                <a:gd name="connsiteY3" fmla="*/ 1518158 h 1574800"/>
                <a:gd name="connsiteX4" fmla="*/ 305372 w 431800"/>
                <a:gd name="connsiteY4" fmla="*/ 1158303 h 1574800"/>
                <a:gd name="connsiteX5" fmla="*/ 429006 w 431800"/>
                <a:gd name="connsiteY5" fmla="*/ 371475 h 1574800"/>
                <a:gd name="connsiteX6" fmla="*/ 399669 w 431800"/>
                <a:gd name="connsiteY6" fmla="*/ 3175 h 1574800"/>
                <a:gd name="connsiteX7" fmla="*/ 3175 w 431800"/>
                <a:gd name="connsiteY7" fmla="*/ 3175 h 1574800"/>
                <a:gd name="connsiteX8" fmla="*/ 15875 w 431800"/>
                <a:gd name="connsiteY8" fmla="*/ 309182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800" h="1574800">
                  <a:moveTo>
                    <a:pt x="15875" y="309182"/>
                  </a:moveTo>
                  <a:cubicBezTo>
                    <a:pt x="10859" y="649160"/>
                    <a:pt x="76073" y="801307"/>
                    <a:pt x="57467" y="984758"/>
                  </a:cubicBezTo>
                  <a:cubicBezTo>
                    <a:pt x="38862" y="1168210"/>
                    <a:pt x="17399" y="1465834"/>
                    <a:pt x="43752" y="1543558"/>
                  </a:cubicBezTo>
                  <a:cubicBezTo>
                    <a:pt x="60960" y="1594358"/>
                    <a:pt x="413576" y="1590738"/>
                    <a:pt x="413322" y="1518158"/>
                  </a:cubicBezTo>
                  <a:cubicBezTo>
                    <a:pt x="412941" y="1413891"/>
                    <a:pt x="314325" y="1392809"/>
                    <a:pt x="305372" y="1158303"/>
                  </a:cubicBezTo>
                  <a:cubicBezTo>
                    <a:pt x="296418" y="923798"/>
                    <a:pt x="438023" y="605853"/>
                    <a:pt x="429006" y="371475"/>
                  </a:cubicBezTo>
                  <a:cubicBezTo>
                    <a:pt x="424307" y="250190"/>
                    <a:pt x="411607" y="123063"/>
                    <a:pt x="399669" y="3175"/>
                  </a:cubicBezTo>
                  <a:lnTo>
                    <a:pt x="3175" y="3175"/>
                  </a:lnTo>
                  <a:cubicBezTo>
                    <a:pt x="13733" y="104816"/>
                    <a:pt x="17974" y="207015"/>
                    <a:pt x="15875" y="309182"/>
                  </a:cubicBez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  <p:sp>
          <p:nvSpPr>
            <p:cNvPr id="33" name="Forma libre 10">
              <a:extLst>
                <a:ext uri="{FF2B5EF4-FFF2-40B4-BE49-F238E27FC236}">
                  <a16:creationId xmlns:a16="http://schemas.microsoft.com/office/drawing/2014/main" id="{FB528AB8-867D-EF45-8EAE-99F4147D0247}"/>
                </a:ext>
              </a:extLst>
            </p:cNvPr>
            <p:cNvSpPr/>
            <p:nvPr/>
          </p:nvSpPr>
          <p:spPr>
            <a:xfrm>
              <a:off x="4630578" y="4987925"/>
              <a:ext cx="431800" cy="1574800"/>
            </a:xfrm>
            <a:custGeom>
              <a:avLst/>
              <a:gdLst>
                <a:gd name="connsiteX0" fmla="*/ 3588 w 431800"/>
                <a:gd name="connsiteY0" fmla="*/ 370713 h 1574800"/>
                <a:gd name="connsiteX1" fmla="*/ 127223 w 431800"/>
                <a:gd name="connsiteY1" fmla="*/ 1157541 h 1574800"/>
                <a:gd name="connsiteX2" fmla="*/ 19273 w 431800"/>
                <a:gd name="connsiteY2" fmla="*/ 1517396 h 1574800"/>
                <a:gd name="connsiteX3" fmla="*/ 388843 w 431800"/>
                <a:gd name="connsiteY3" fmla="*/ 1542796 h 1574800"/>
                <a:gd name="connsiteX4" fmla="*/ 375127 w 431800"/>
                <a:gd name="connsiteY4" fmla="*/ 983996 h 1574800"/>
                <a:gd name="connsiteX5" fmla="*/ 416719 w 431800"/>
                <a:gd name="connsiteY5" fmla="*/ 308420 h 1574800"/>
                <a:gd name="connsiteX6" fmla="*/ 429419 w 431800"/>
                <a:gd name="connsiteY6" fmla="*/ 3175 h 1574800"/>
                <a:gd name="connsiteX7" fmla="*/ 32925 w 431800"/>
                <a:gd name="connsiteY7" fmla="*/ 3175 h 1574800"/>
                <a:gd name="connsiteX8" fmla="*/ 3588 w 431800"/>
                <a:gd name="connsiteY8" fmla="*/ 370713 h 157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800" h="1574800">
                  <a:moveTo>
                    <a:pt x="3588" y="370713"/>
                  </a:moveTo>
                  <a:cubicBezTo>
                    <a:pt x="-5429" y="605219"/>
                    <a:pt x="136240" y="923163"/>
                    <a:pt x="127223" y="1157541"/>
                  </a:cubicBezTo>
                  <a:cubicBezTo>
                    <a:pt x="118206" y="1391920"/>
                    <a:pt x="19273" y="1413129"/>
                    <a:pt x="19273" y="1517396"/>
                  </a:cubicBezTo>
                  <a:cubicBezTo>
                    <a:pt x="19273" y="1589659"/>
                    <a:pt x="371634" y="1593596"/>
                    <a:pt x="388843" y="1542796"/>
                  </a:cubicBezTo>
                  <a:cubicBezTo>
                    <a:pt x="415195" y="1464818"/>
                    <a:pt x="393732" y="1167130"/>
                    <a:pt x="375127" y="983996"/>
                  </a:cubicBezTo>
                  <a:cubicBezTo>
                    <a:pt x="356521" y="800862"/>
                    <a:pt x="421799" y="648398"/>
                    <a:pt x="416719" y="308420"/>
                  </a:cubicBezTo>
                  <a:cubicBezTo>
                    <a:pt x="414651" y="206507"/>
                    <a:pt x="418893" y="104564"/>
                    <a:pt x="429419" y="3175"/>
                  </a:cubicBezTo>
                  <a:lnTo>
                    <a:pt x="32925" y="3175"/>
                  </a:lnTo>
                  <a:cubicBezTo>
                    <a:pt x="20987" y="122301"/>
                    <a:pt x="8287" y="249428"/>
                    <a:pt x="3588" y="370713"/>
                  </a:cubicBez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>
                <a:latin typeface="Century Gothic" panose="020B0502020202020204" pitchFamily="34" charset="0"/>
              </a:endParaRP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CE4CA4D1-01F3-0B4E-BF39-09D5B0603417}"/>
              </a:ext>
            </a:extLst>
          </p:cNvPr>
          <p:cNvSpPr/>
          <p:nvPr/>
        </p:nvSpPr>
        <p:spPr>
          <a:xfrm>
            <a:off x="9058319" y="5068119"/>
            <a:ext cx="348822" cy="348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37" name="CuadroTexto 395">
            <a:extLst>
              <a:ext uri="{FF2B5EF4-FFF2-40B4-BE49-F238E27FC236}">
                <a16:creationId xmlns:a16="http://schemas.microsoft.com/office/drawing/2014/main" id="{36212104-7D68-5B4C-93C0-07B6D8CF360D}"/>
              </a:ext>
            </a:extLst>
          </p:cNvPr>
          <p:cNvSpPr txBox="1"/>
          <p:nvPr/>
        </p:nvSpPr>
        <p:spPr>
          <a:xfrm>
            <a:off x="9945745" y="4436319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980B4A-74B6-3740-9CBD-A949A1C4BDC4}"/>
              </a:ext>
            </a:extLst>
          </p:cNvPr>
          <p:cNvSpPr txBox="1"/>
          <p:nvPr/>
        </p:nvSpPr>
        <p:spPr>
          <a:xfrm>
            <a:off x="9945746" y="5120635"/>
            <a:ext cx="12424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 There are people who have a significant number of followers in every business.</a:t>
            </a:r>
          </a:p>
          <a:p>
            <a:endParaRPr lang="en-US" sz="2800" dirty="0">
              <a:latin typeface="Century Gothic" panose="020B0502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7F48A4-3F5C-0640-A2CD-817F3CF37797}"/>
              </a:ext>
            </a:extLst>
          </p:cNvPr>
          <p:cNvSpPr/>
          <p:nvPr/>
        </p:nvSpPr>
        <p:spPr>
          <a:xfrm>
            <a:off x="9058319" y="7361375"/>
            <a:ext cx="348822" cy="3488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43" name="CuadroTexto 395">
            <a:extLst>
              <a:ext uri="{FF2B5EF4-FFF2-40B4-BE49-F238E27FC236}">
                <a16:creationId xmlns:a16="http://schemas.microsoft.com/office/drawing/2014/main" id="{B1E06AD0-A7D4-BD44-B383-CBEFDBD1206F}"/>
              </a:ext>
            </a:extLst>
          </p:cNvPr>
          <p:cNvSpPr txBox="1"/>
          <p:nvPr/>
        </p:nvSpPr>
        <p:spPr>
          <a:xfrm>
            <a:off x="9945745" y="6729575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19B867-FF0B-8A4B-9B77-D735ED9E815A}"/>
              </a:ext>
            </a:extLst>
          </p:cNvPr>
          <p:cNvSpPr txBox="1"/>
          <p:nvPr/>
        </p:nvSpPr>
        <p:spPr>
          <a:xfrm>
            <a:off x="9945746" y="7413891"/>
            <a:ext cx="12424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 There are people who have a significant number of followers in every business.</a:t>
            </a:r>
          </a:p>
          <a:p>
            <a:endParaRPr lang="en-US" sz="2800" dirty="0">
              <a:latin typeface="Century Gothic" panose="020B0502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D93876-0218-2A42-ACEE-F68E3E59F745}"/>
              </a:ext>
            </a:extLst>
          </p:cNvPr>
          <p:cNvSpPr/>
          <p:nvPr/>
        </p:nvSpPr>
        <p:spPr>
          <a:xfrm>
            <a:off x="9058319" y="9654631"/>
            <a:ext cx="348822" cy="3488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48" name="CuadroTexto 395">
            <a:extLst>
              <a:ext uri="{FF2B5EF4-FFF2-40B4-BE49-F238E27FC236}">
                <a16:creationId xmlns:a16="http://schemas.microsoft.com/office/drawing/2014/main" id="{D6FEC599-0460-4F44-B289-D811A8B54A32}"/>
              </a:ext>
            </a:extLst>
          </p:cNvPr>
          <p:cNvSpPr txBox="1"/>
          <p:nvPr/>
        </p:nvSpPr>
        <p:spPr>
          <a:xfrm>
            <a:off x="9945745" y="9022831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5B81F0-2B8D-9A42-B872-80412866532F}"/>
              </a:ext>
            </a:extLst>
          </p:cNvPr>
          <p:cNvSpPr txBox="1"/>
          <p:nvPr/>
        </p:nvSpPr>
        <p:spPr>
          <a:xfrm>
            <a:off x="9945746" y="9707147"/>
            <a:ext cx="12424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 There are people who have a significant number of followers in every business.</a:t>
            </a:r>
          </a:p>
          <a:p>
            <a:endParaRPr lang="en-US" sz="2800" dirty="0">
              <a:latin typeface="Century Gothic" panose="020B0502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C4DBF2-1255-374E-A81D-DE3B3BA16FB0}"/>
              </a:ext>
            </a:extLst>
          </p:cNvPr>
          <p:cNvSpPr/>
          <p:nvPr/>
        </p:nvSpPr>
        <p:spPr>
          <a:xfrm>
            <a:off x="9058319" y="11947887"/>
            <a:ext cx="348822" cy="3488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entury Gothic" panose="020B0502020202020204" pitchFamily="34" charset="0"/>
            </a:endParaRPr>
          </a:p>
        </p:txBody>
      </p:sp>
      <p:sp>
        <p:nvSpPr>
          <p:cNvPr id="53" name="CuadroTexto 395">
            <a:extLst>
              <a:ext uri="{FF2B5EF4-FFF2-40B4-BE49-F238E27FC236}">
                <a16:creationId xmlns:a16="http://schemas.microsoft.com/office/drawing/2014/main" id="{FB95C604-9E53-D147-9D34-633FA80E3CBD}"/>
              </a:ext>
            </a:extLst>
          </p:cNvPr>
          <p:cNvSpPr txBox="1"/>
          <p:nvPr/>
        </p:nvSpPr>
        <p:spPr>
          <a:xfrm>
            <a:off x="9945745" y="11316087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679894-247F-2D48-AC27-D4377EA12331}"/>
              </a:ext>
            </a:extLst>
          </p:cNvPr>
          <p:cNvSpPr txBox="1"/>
          <p:nvPr/>
        </p:nvSpPr>
        <p:spPr>
          <a:xfrm>
            <a:off x="9945746" y="12000403"/>
            <a:ext cx="12424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number. There are people who have a significant number of followers in every business.</a:t>
            </a:r>
          </a:p>
          <a:p>
            <a:endParaRPr lang="en-US" sz="2800" dirty="0">
              <a:latin typeface="Century Gothic" panose="020B0502020202020204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5297432-8257-644A-9C85-9CBFECF626E8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54" name="CuadroTexto 350">
              <a:extLst>
                <a:ext uri="{FF2B5EF4-FFF2-40B4-BE49-F238E27FC236}">
                  <a16:creationId xmlns:a16="http://schemas.microsoft.com/office/drawing/2014/main" id="{88995BF7-DA4F-7B48-A37C-54E0A17DABEB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56" name="CuadroTexto 351">
              <a:extLst>
                <a:ext uri="{FF2B5EF4-FFF2-40B4-BE49-F238E27FC236}">
                  <a16:creationId xmlns:a16="http://schemas.microsoft.com/office/drawing/2014/main" id="{0699EB74-5795-EB41-AD15-E33024DAD92D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B07F9F1-D109-4F47-A55D-EC5A2798F45D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0859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09F8CC-5B7C-3D40-A937-F64B5E669FAA}"/>
              </a:ext>
            </a:extLst>
          </p:cNvPr>
          <p:cNvGrpSpPr/>
          <p:nvPr/>
        </p:nvGrpSpPr>
        <p:grpSpPr>
          <a:xfrm>
            <a:off x="3850528" y="4890055"/>
            <a:ext cx="5374887" cy="4626330"/>
            <a:chOff x="3203769" y="5035830"/>
            <a:chExt cx="5374887" cy="4626330"/>
          </a:xfrm>
        </p:grpSpPr>
        <p:sp>
          <p:nvSpPr>
            <p:cNvPr id="99" name="Forma libre 255">
              <a:extLst>
                <a:ext uri="{FF2B5EF4-FFF2-40B4-BE49-F238E27FC236}">
                  <a16:creationId xmlns:a16="http://schemas.microsoft.com/office/drawing/2014/main" id="{50D5BC21-9E96-B740-A89E-FEDB8C440A67}"/>
                </a:ext>
              </a:extLst>
            </p:cNvPr>
            <p:cNvSpPr/>
            <p:nvPr/>
          </p:nvSpPr>
          <p:spPr>
            <a:xfrm>
              <a:off x="3203769" y="5035830"/>
              <a:ext cx="967415" cy="1412794"/>
            </a:xfrm>
            <a:custGeom>
              <a:avLst/>
              <a:gdLst>
                <a:gd name="connsiteX0" fmla="*/ 175369 w 173933"/>
                <a:gd name="connsiteY0" fmla="*/ 83520 h 254009"/>
                <a:gd name="connsiteX1" fmla="*/ 83586 w 173933"/>
                <a:gd name="connsiteY1" fmla="*/ 98 h 254009"/>
                <a:gd name="connsiteX2" fmla="*/ 98 w 173933"/>
                <a:gd name="connsiteY2" fmla="*/ 91809 h 254009"/>
                <a:gd name="connsiteX3" fmla="*/ 8125 w 173933"/>
                <a:gd name="connsiteY3" fmla="*/ 261327 h 254009"/>
                <a:gd name="connsiteX4" fmla="*/ 183398 w 173933"/>
                <a:gd name="connsiteY4" fmla="*/ 253038 h 254009"/>
                <a:gd name="connsiteX5" fmla="*/ 175369 w 173933"/>
                <a:gd name="connsiteY5" fmla="*/ 83520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933" h="254009">
                  <a:moveTo>
                    <a:pt x="175369" y="83520"/>
                  </a:moveTo>
                  <a:cubicBezTo>
                    <a:pt x="173096" y="35392"/>
                    <a:pt x="131752" y="-2175"/>
                    <a:pt x="83586" y="98"/>
                  </a:cubicBezTo>
                  <a:cubicBezTo>
                    <a:pt x="35420" y="2371"/>
                    <a:pt x="-2177" y="43681"/>
                    <a:pt x="98" y="91809"/>
                  </a:cubicBezTo>
                  <a:lnTo>
                    <a:pt x="8125" y="261327"/>
                  </a:lnTo>
                  <a:lnTo>
                    <a:pt x="183398" y="253038"/>
                  </a:lnTo>
                  <a:lnTo>
                    <a:pt x="175369" y="83520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0" name="Forma libre 256">
              <a:extLst>
                <a:ext uri="{FF2B5EF4-FFF2-40B4-BE49-F238E27FC236}">
                  <a16:creationId xmlns:a16="http://schemas.microsoft.com/office/drawing/2014/main" id="{D3DBBC43-090D-C041-A49B-D194ADA71B4C}"/>
                </a:ext>
              </a:extLst>
            </p:cNvPr>
            <p:cNvSpPr/>
            <p:nvPr/>
          </p:nvSpPr>
          <p:spPr>
            <a:xfrm>
              <a:off x="3248960" y="6443218"/>
              <a:ext cx="967415" cy="1412794"/>
            </a:xfrm>
            <a:custGeom>
              <a:avLst/>
              <a:gdLst>
                <a:gd name="connsiteX0" fmla="*/ 100078 w 173933"/>
                <a:gd name="connsiteY0" fmla="*/ 264972 h 254009"/>
                <a:gd name="connsiteX1" fmla="*/ 183568 w 173933"/>
                <a:gd name="connsiteY1" fmla="*/ 173262 h 254009"/>
                <a:gd name="connsiteX2" fmla="*/ 175273 w 173933"/>
                <a:gd name="connsiteY2" fmla="*/ 0 h 254009"/>
                <a:gd name="connsiteX3" fmla="*/ 0 w 173933"/>
                <a:gd name="connsiteY3" fmla="*/ 8289 h 254009"/>
                <a:gd name="connsiteX4" fmla="*/ 8295 w 173933"/>
                <a:gd name="connsiteY4" fmla="*/ 181550 h 254009"/>
                <a:gd name="connsiteX5" fmla="*/ 100078 w 173933"/>
                <a:gd name="connsiteY5" fmla="*/ 264972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933" h="254009">
                  <a:moveTo>
                    <a:pt x="100078" y="264972"/>
                  </a:moveTo>
                  <a:cubicBezTo>
                    <a:pt x="148246" y="262700"/>
                    <a:pt x="185842" y="221390"/>
                    <a:pt x="183568" y="173262"/>
                  </a:cubicBezTo>
                  <a:lnTo>
                    <a:pt x="175273" y="0"/>
                  </a:lnTo>
                  <a:lnTo>
                    <a:pt x="0" y="8289"/>
                  </a:lnTo>
                  <a:lnTo>
                    <a:pt x="8295" y="181550"/>
                  </a:lnTo>
                  <a:cubicBezTo>
                    <a:pt x="10570" y="229812"/>
                    <a:pt x="51779" y="267379"/>
                    <a:pt x="100078" y="264972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1" name="Forma libre 257">
              <a:extLst>
                <a:ext uri="{FF2B5EF4-FFF2-40B4-BE49-F238E27FC236}">
                  <a16:creationId xmlns:a16="http://schemas.microsoft.com/office/drawing/2014/main" id="{32765FDE-9FD7-B143-ABBE-EDD0B36F9A7D}"/>
                </a:ext>
              </a:extLst>
            </p:cNvPr>
            <p:cNvSpPr/>
            <p:nvPr/>
          </p:nvSpPr>
          <p:spPr>
            <a:xfrm>
              <a:off x="7536828" y="6433852"/>
              <a:ext cx="1041828" cy="1041005"/>
            </a:xfrm>
            <a:custGeom>
              <a:avLst/>
              <a:gdLst>
                <a:gd name="connsiteX0" fmla="*/ 175405 w 187313"/>
                <a:gd name="connsiteY0" fmla="*/ 113983 h 187165"/>
                <a:gd name="connsiteX1" fmla="*/ 186913 w 187313"/>
                <a:gd name="connsiteY1" fmla="*/ 24679 h 187165"/>
                <a:gd name="connsiteX2" fmla="*/ 97537 w 187313"/>
                <a:gd name="connsiteY2" fmla="*/ 13181 h 187165"/>
                <a:gd name="connsiteX3" fmla="*/ 0 w 187313"/>
                <a:gd name="connsiteY3" fmla="*/ 88449 h 187165"/>
                <a:gd name="connsiteX4" fmla="*/ 77870 w 187313"/>
                <a:gd name="connsiteY4" fmla="*/ 189250 h 187165"/>
                <a:gd name="connsiteX5" fmla="*/ 175405 w 187313"/>
                <a:gd name="connsiteY5" fmla="*/ 113983 h 18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313" h="187165">
                  <a:moveTo>
                    <a:pt x="175405" y="113983"/>
                  </a:moveTo>
                  <a:cubicBezTo>
                    <a:pt x="203102" y="92593"/>
                    <a:pt x="208320" y="52352"/>
                    <a:pt x="186913" y="24679"/>
                  </a:cubicBezTo>
                  <a:cubicBezTo>
                    <a:pt x="165504" y="-2995"/>
                    <a:pt x="125232" y="-8209"/>
                    <a:pt x="97537" y="13181"/>
                  </a:cubicBezTo>
                  <a:lnTo>
                    <a:pt x="0" y="88449"/>
                  </a:lnTo>
                  <a:lnTo>
                    <a:pt x="77870" y="189250"/>
                  </a:lnTo>
                  <a:lnTo>
                    <a:pt x="175405" y="113983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2" name="Forma libre 258">
              <a:extLst>
                <a:ext uri="{FF2B5EF4-FFF2-40B4-BE49-F238E27FC236}">
                  <a16:creationId xmlns:a16="http://schemas.microsoft.com/office/drawing/2014/main" id="{15954800-C6DA-B043-9D39-546F603427FD}"/>
                </a:ext>
              </a:extLst>
            </p:cNvPr>
            <p:cNvSpPr/>
            <p:nvPr/>
          </p:nvSpPr>
          <p:spPr>
            <a:xfrm>
              <a:off x="6844319" y="6925057"/>
              <a:ext cx="1116247" cy="1041005"/>
            </a:xfrm>
            <a:custGeom>
              <a:avLst/>
              <a:gdLst>
                <a:gd name="connsiteX0" fmla="*/ 13192 w 200692"/>
                <a:gd name="connsiteY0" fmla="*/ 166310 h 187165"/>
                <a:gd name="connsiteX1" fmla="*/ 102566 w 200692"/>
                <a:gd name="connsiteY1" fmla="*/ 177807 h 187165"/>
                <a:gd name="connsiteX2" fmla="*/ 202378 w 200692"/>
                <a:gd name="connsiteY2" fmla="*/ 100802 h 187165"/>
                <a:gd name="connsiteX3" fmla="*/ 124508 w 200692"/>
                <a:gd name="connsiteY3" fmla="*/ 0 h 187165"/>
                <a:gd name="connsiteX4" fmla="*/ 24698 w 200692"/>
                <a:gd name="connsiteY4" fmla="*/ 77005 h 187165"/>
                <a:gd name="connsiteX5" fmla="*/ 13192 w 200692"/>
                <a:gd name="connsiteY5" fmla="*/ 166310 h 18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87165">
                  <a:moveTo>
                    <a:pt x="13192" y="166310"/>
                  </a:moveTo>
                  <a:cubicBezTo>
                    <a:pt x="34598" y="193983"/>
                    <a:pt x="74871" y="199197"/>
                    <a:pt x="102566" y="177807"/>
                  </a:cubicBezTo>
                  <a:lnTo>
                    <a:pt x="202378" y="100802"/>
                  </a:lnTo>
                  <a:lnTo>
                    <a:pt x="124508" y="0"/>
                  </a:lnTo>
                  <a:lnTo>
                    <a:pt x="24698" y="77005"/>
                  </a:lnTo>
                  <a:cubicBezTo>
                    <a:pt x="-2997" y="98395"/>
                    <a:pt x="-8215" y="138636"/>
                    <a:pt x="13192" y="16631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3" name="Forma libre 259">
              <a:extLst>
                <a:ext uri="{FF2B5EF4-FFF2-40B4-BE49-F238E27FC236}">
                  <a16:creationId xmlns:a16="http://schemas.microsoft.com/office/drawing/2014/main" id="{745137B8-2F6D-B842-97E7-AA263D3AA688}"/>
                </a:ext>
              </a:extLst>
            </p:cNvPr>
            <p:cNvSpPr/>
            <p:nvPr/>
          </p:nvSpPr>
          <p:spPr>
            <a:xfrm>
              <a:off x="6880483" y="8554234"/>
              <a:ext cx="1116247" cy="892289"/>
            </a:xfrm>
            <a:custGeom>
              <a:avLst/>
              <a:gdLst>
                <a:gd name="connsiteX0" fmla="*/ 112120 w 200692"/>
                <a:gd name="connsiteY0" fmla="*/ 166978 h 160427"/>
                <a:gd name="connsiteX1" fmla="*/ 196544 w 200692"/>
                <a:gd name="connsiteY1" fmla="*/ 135427 h 160427"/>
                <a:gd name="connsiteX2" fmla="*/ 164969 w 200692"/>
                <a:gd name="connsiteY2" fmla="*/ 51069 h 160427"/>
                <a:gd name="connsiteX3" fmla="*/ 52848 w 200692"/>
                <a:gd name="connsiteY3" fmla="*/ 0 h 160427"/>
                <a:gd name="connsiteX4" fmla="*/ 0 w 200692"/>
                <a:gd name="connsiteY4" fmla="*/ 115909 h 160427"/>
                <a:gd name="connsiteX5" fmla="*/ 112120 w 200692"/>
                <a:gd name="connsiteY5" fmla="*/ 166978 h 160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60427">
                  <a:moveTo>
                    <a:pt x="112120" y="166978"/>
                  </a:moveTo>
                  <a:cubicBezTo>
                    <a:pt x="143964" y="181550"/>
                    <a:pt x="181961" y="167245"/>
                    <a:pt x="196544" y="135427"/>
                  </a:cubicBezTo>
                  <a:cubicBezTo>
                    <a:pt x="211129" y="103609"/>
                    <a:pt x="196812" y="65641"/>
                    <a:pt x="164969" y="51069"/>
                  </a:cubicBezTo>
                  <a:lnTo>
                    <a:pt x="52848" y="0"/>
                  </a:lnTo>
                  <a:lnTo>
                    <a:pt x="0" y="115909"/>
                  </a:lnTo>
                  <a:lnTo>
                    <a:pt x="112120" y="166978"/>
                  </a:lnTo>
                  <a:close/>
                </a:path>
              </a:pathLst>
            </a:custGeom>
            <a:solidFill>
              <a:schemeClr val="accent1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4" name="Forma libre 260">
              <a:extLst>
                <a:ext uri="{FF2B5EF4-FFF2-40B4-BE49-F238E27FC236}">
                  <a16:creationId xmlns:a16="http://schemas.microsoft.com/office/drawing/2014/main" id="{AA014BF8-5E4B-8A4B-8F6C-1FCE655409C0}"/>
                </a:ext>
              </a:extLst>
            </p:cNvPr>
            <p:cNvSpPr/>
            <p:nvPr/>
          </p:nvSpPr>
          <p:spPr>
            <a:xfrm>
              <a:off x="6035309" y="8232040"/>
              <a:ext cx="1116247" cy="966647"/>
            </a:xfrm>
            <a:custGeom>
              <a:avLst/>
              <a:gdLst>
                <a:gd name="connsiteX0" fmla="*/ 5717 w 200692"/>
                <a:gd name="connsiteY0" fmla="*/ 37206 h 173796"/>
                <a:gd name="connsiteX1" fmla="*/ 37292 w 200692"/>
                <a:gd name="connsiteY1" fmla="*/ 121564 h 173796"/>
                <a:gd name="connsiteX2" fmla="*/ 151956 w 200692"/>
                <a:gd name="connsiteY2" fmla="*/ 173837 h 173796"/>
                <a:gd name="connsiteX3" fmla="*/ 204804 w 200692"/>
                <a:gd name="connsiteY3" fmla="*/ 57928 h 173796"/>
                <a:gd name="connsiteX4" fmla="*/ 90142 w 200692"/>
                <a:gd name="connsiteY4" fmla="*/ 5655 h 173796"/>
                <a:gd name="connsiteX5" fmla="*/ 5717 w 200692"/>
                <a:gd name="connsiteY5" fmla="*/ 37206 h 17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73796">
                  <a:moveTo>
                    <a:pt x="5717" y="37206"/>
                  </a:moveTo>
                  <a:cubicBezTo>
                    <a:pt x="-8866" y="69024"/>
                    <a:pt x="5451" y="106992"/>
                    <a:pt x="37292" y="121564"/>
                  </a:cubicBezTo>
                  <a:lnTo>
                    <a:pt x="151956" y="173837"/>
                  </a:lnTo>
                  <a:lnTo>
                    <a:pt x="204804" y="57928"/>
                  </a:lnTo>
                  <a:lnTo>
                    <a:pt x="90142" y="5655"/>
                  </a:lnTo>
                  <a:cubicBezTo>
                    <a:pt x="58165" y="-8783"/>
                    <a:pt x="20168" y="5388"/>
                    <a:pt x="5717" y="37206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5" name="Forma libre 261">
              <a:extLst>
                <a:ext uri="{FF2B5EF4-FFF2-40B4-BE49-F238E27FC236}">
                  <a16:creationId xmlns:a16="http://schemas.microsoft.com/office/drawing/2014/main" id="{0A53CE1F-9F88-244A-BB7A-D46033ABDE73}"/>
                </a:ext>
              </a:extLst>
            </p:cNvPr>
            <p:cNvSpPr/>
            <p:nvPr/>
          </p:nvSpPr>
          <p:spPr>
            <a:xfrm>
              <a:off x="4718464" y="5652057"/>
              <a:ext cx="1265080" cy="2007652"/>
            </a:xfrm>
            <a:custGeom>
              <a:avLst/>
              <a:gdLst>
                <a:gd name="connsiteX0" fmla="*/ 14223 w 227451"/>
                <a:gd name="connsiteY0" fmla="*/ 240240 h 360961"/>
                <a:gd name="connsiteX1" fmla="*/ 237660 w 227451"/>
                <a:gd name="connsiteY1" fmla="*/ 358823 h 360961"/>
                <a:gd name="connsiteX2" fmla="*/ 93428 w 227451"/>
                <a:gd name="connsiteY2" fmla="*/ 0 h 360961"/>
                <a:gd name="connsiteX3" fmla="*/ 14223 w 227451"/>
                <a:gd name="connsiteY3" fmla="*/ 240240 h 36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51" h="360961">
                  <a:moveTo>
                    <a:pt x="14223" y="240240"/>
                  </a:moveTo>
                  <a:cubicBezTo>
                    <a:pt x="50481" y="330347"/>
                    <a:pt x="145877" y="378608"/>
                    <a:pt x="237660" y="358823"/>
                  </a:cubicBezTo>
                  <a:lnTo>
                    <a:pt x="93428" y="0"/>
                  </a:lnTo>
                  <a:cubicBezTo>
                    <a:pt x="13419" y="49331"/>
                    <a:pt x="-22035" y="150133"/>
                    <a:pt x="14223" y="24024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6" name="Forma libre 262">
              <a:extLst>
                <a:ext uri="{FF2B5EF4-FFF2-40B4-BE49-F238E27FC236}">
                  <a16:creationId xmlns:a16="http://schemas.microsoft.com/office/drawing/2014/main" id="{A6ED07F8-2041-014A-A1E9-43353A44D09A}"/>
                </a:ext>
              </a:extLst>
            </p:cNvPr>
            <p:cNvSpPr/>
            <p:nvPr/>
          </p:nvSpPr>
          <p:spPr>
            <a:xfrm>
              <a:off x="5582654" y="5490031"/>
              <a:ext cx="1265080" cy="2007652"/>
            </a:xfrm>
            <a:custGeom>
              <a:avLst/>
              <a:gdLst>
                <a:gd name="connsiteX0" fmla="*/ 0 w 227451"/>
                <a:gd name="connsiteY0" fmla="*/ 4399 h 360961"/>
                <a:gd name="connsiteX1" fmla="*/ 144231 w 227451"/>
                <a:gd name="connsiteY1" fmla="*/ 363221 h 360961"/>
                <a:gd name="connsiteX2" fmla="*/ 223439 w 227451"/>
                <a:gd name="connsiteY2" fmla="*/ 123115 h 360961"/>
                <a:gd name="connsiteX3" fmla="*/ 0 w 227451"/>
                <a:gd name="connsiteY3" fmla="*/ 4399 h 36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51" h="360961">
                  <a:moveTo>
                    <a:pt x="0" y="4399"/>
                  </a:moveTo>
                  <a:lnTo>
                    <a:pt x="144231" y="363221"/>
                  </a:lnTo>
                  <a:cubicBezTo>
                    <a:pt x="224241" y="314023"/>
                    <a:pt x="259697" y="213088"/>
                    <a:pt x="223439" y="123115"/>
                  </a:cubicBezTo>
                  <a:cubicBezTo>
                    <a:pt x="187313" y="32874"/>
                    <a:pt x="91785" y="-15388"/>
                    <a:pt x="0" y="439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7" name="Forma libre 263">
              <a:extLst>
                <a:ext uri="{FF2B5EF4-FFF2-40B4-BE49-F238E27FC236}">
                  <a16:creationId xmlns:a16="http://schemas.microsoft.com/office/drawing/2014/main" id="{C8ED2C28-99B3-3F4A-9C4F-3B957D9623EC}"/>
                </a:ext>
              </a:extLst>
            </p:cNvPr>
            <p:cNvSpPr/>
            <p:nvPr/>
          </p:nvSpPr>
          <p:spPr>
            <a:xfrm>
              <a:off x="5238107" y="5513753"/>
              <a:ext cx="1116247" cy="2082010"/>
            </a:xfrm>
            <a:custGeom>
              <a:avLst/>
              <a:gdLst>
                <a:gd name="connsiteX0" fmla="*/ 29838 w 200692"/>
                <a:gd name="connsiteY0" fmla="*/ 9626 h 374330"/>
                <a:gd name="connsiteX1" fmla="*/ 0 w 200692"/>
                <a:gd name="connsiteY1" fmla="*/ 24866 h 374330"/>
                <a:gd name="connsiteX2" fmla="*/ 144231 w 200692"/>
                <a:gd name="connsiteY2" fmla="*/ 383689 h 374330"/>
                <a:gd name="connsiteX3" fmla="*/ 176343 w 200692"/>
                <a:gd name="connsiteY3" fmla="*/ 374063 h 374330"/>
                <a:gd name="connsiteX4" fmla="*/ 206179 w 200692"/>
                <a:gd name="connsiteY4" fmla="*/ 358823 h 374330"/>
                <a:gd name="connsiteX5" fmla="*/ 61947 w 200692"/>
                <a:gd name="connsiteY5" fmla="*/ 0 h 374330"/>
                <a:gd name="connsiteX6" fmla="*/ 29838 w 200692"/>
                <a:gd name="connsiteY6" fmla="*/ 9626 h 37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92" h="374330">
                  <a:moveTo>
                    <a:pt x="29838" y="9626"/>
                  </a:moveTo>
                  <a:cubicBezTo>
                    <a:pt x="19267" y="13904"/>
                    <a:pt x="9367" y="19118"/>
                    <a:pt x="0" y="24866"/>
                  </a:cubicBezTo>
                  <a:lnTo>
                    <a:pt x="144231" y="383689"/>
                  </a:lnTo>
                  <a:cubicBezTo>
                    <a:pt x="155070" y="381416"/>
                    <a:pt x="165772" y="378341"/>
                    <a:pt x="176343" y="374063"/>
                  </a:cubicBezTo>
                  <a:cubicBezTo>
                    <a:pt x="186913" y="369785"/>
                    <a:pt x="196814" y="364571"/>
                    <a:pt x="206179" y="358823"/>
                  </a:cubicBezTo>
                  <a:lnTo>
                    <a:pt x="61947" y="0"/>
                  </a:lnTo>
                  <a:cubicBezTo>
                    <a:pt x="51111" y="2406"/>
                    <a:pt x="40406" y="5481"/>
                    <a:pt x="29838" y="962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8" name="Forma libre 264">
              <a:extLst>
                <a:ext uri="{FF2B5EF4-FFF2-40B4-BE49-F238E27FC236}">
                  <a16:creationId xmlns:a16="http://schemas.microsoft.com/office/drawing/2014/main" id="{9B5FAC93-1117-BE4A-9865-BB5C54C3E872}"/>
                </a:ext>
              </a:extLst>
            </p:cNvPr>
            <p:cNvSpPr/>
            <p:nvPr/>
          </p:nvSpPr>
          <p:spPr>
            <a:xfrm>
              <a:off x="4038453" y="8323724"/>
              <a:ext cx="1116247" cy="1338436"/>
            </a:xfrm>
            <a:custGeom>
              <a:avLst/>
              <a:gdLst>
                <a:gd name="connsiteX0" fmla="*/ 27975 w 200692"/>
                <a:gd name="connsiteY0" fmla="*/ 183689 h 240640"/>
                <a:gd name="connsiteX1" fmla="*/ 207261 w 200692"/>
                <a:gd name="connsiteY1" fmla="*/ 226336 h 240640"/>
                <a:gd name="connsiteX2" fmla="*/ 39749 w 200692"/>
                <a:gd name="connsiteY2" fmla="*/ 0 h 240640"/>
                <a:gd name="connsiteX3" fmla="*/ 27975 w 200692"/>
                <a:gd name="connsiteY3" fmla="*/ 183689 h 2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692" h="240640">
                  <a:moveTo>
                    <a:pt x="27975" y="183689"/>
                  </a:moveTo>
                  <a:cubicBezTo>
                    <a:pt x="69987" y="240507"/>
                    <a:pt x="146116" y="257085"/>
                    <a:pt x="207261" y="226336"/>
                  </a:cubicBezTo>
                  <a:lnTo>
                    <a:pt x="39749" y="0"/>
                  </a:lnTo>
                  <a:cubicBezTo>
                    <a:pt x="-7615" y="49198"/>
                    <a:pt x="-14037" y="126871"/>
                    <a:pt x="27975" y="18368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09" name="Forma libre 265">
              <a:extLst>
                <a:ext uri="{FF2B5EF4-FFF2-40B4-BE49-F238E27FC236}">
                  <a16:creationId xmlns:a16="http://schemas.microsoft.com/office/drawing/2014/main" id="{E0F26448-D101-2441-867F-7E4565987DBC}"/>
                </a:ext>
              </a:extLst>
            </p:cNvPr>
            <p:cNvSpPr/>
            <p:nvPr/>
          </p:nvSpPr>
          <p:spPr>
            <a:xfrm>
              <a:off x="4476830" y="8077629"/>
              <a:ext cx="1116247" cy="1338436"/>
            </a:xfrm>
            <a:custGeom>
              <a:avLst/>
              <a:gdLst>
                <a:gd name="connsiteX0" fmla="*/ 0 w 200692"/>
                <a:gd name="connsiteY0" fmla="*/ 15236 h 240640"/>
                <a:gd name="connsiteX1" fmla="*/ 167512 w 200692"/>
                <a:gd name="connsiteY1" fmla="*/ 241572 h 240640"/>
                <a:gd name="connsiteX2" fmla="*/ 179286 w 200692"/>
                <a:gd name="connsiteY2" fmla="*/ 57883 h 240640"/>
                <a:gd name="connsiteX3" fmla="*/ 0 w 200692"/>
                <a:gd name="connsiteY3" fmla="*/ 15236 h 2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692" h="240640">
                  <a:moveTo>
                    <a:pt x="0" y="15236"/>
                  </a:moveTo>
                  <a:lnTo>
                    <a:pt x="167512" y="241572"/>
                  </a:lnTo>
                  <a:cubicBezTo>
                    <a:pt x="214876" y="192241"/>
                    <a:pt x="221298" y="114701"/>
                    <a:pt x="179286" y="57883"/>
                  </a:cubicBezTo>
                  <a:cubicBezTo>
                    <a:pt x="137140" y="1065"/>
                    <a:pt x="61011" y="-15513"/>
                    <a:pt x="0" y="15236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10" name="Forma libre 266">
              <a:extLst>
                <a:ext uri="{FF2B5EF4-FFF2-40B4-BE49-F238E27FC236}">
                  <a16:creationId xmlns:a16="http://schemas.microsoft.com/office/drawing/2014/main" id="{4E9F9634-7C9B-7F48-89FA-71A65C9FCDA8}"/>
                </a:ext>
              </a:extLst>
            </p:cNvPr>
            <p:cNvSpPr/>
            <p:nvPr/>
          </p:nvSpPr>
          <p:spPr>
            <a:xfrm>
              <a:off x="4259541" y="8162365"/>
              <a:ext cx="1116247" cy="1412794"/>
            </a:xfrm>
            <a:custGeom>
              <a:avLst/>
              <a:gdLst>
                <a:gd name="connsiteX0" fmla="*/ 18196 w 200692"/>
                <a:gd name="connsiteY0" fmla="*/ 12700 h 254009"/>
                <a:gd name="connsiteX1" fmla="*/ 0 w 200692"/>
                <a:gd name="connsiteY1" fmla="*/ 28877 h 254009"/>
                <a:gd name="connsiteX2" fmla="*/ 167512 w 200692"/>
                <a:gd name="connsiteY2" fmla="*/ 255213 h 254009"/>
                <a:gd name="connsiteX3" fmla="*/ 188383 w 200692"/>
                <a:gd name="connsiteY3" fmla="*/ 242513 h 254009"/>
                <a:gd name="connsiteX4" fmla="*/ 206579 w 200692"/>
                <a:gd name="connsiteY4" fmla="*/ 226336 h 254009"/>
                <a:gd name="connsiteX5" fmla="*/ 39067 w 200692"/>
                <a:gd name="connsiteY5" fmla="*/ 0 h 254009"/>
                <a:gd name="connsiteX6" fmla="*/ 18196 w 200692"/>
                <a:gd name="connsiteY6" fmla="*/ 12700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92" h="254009">
                  <a:moveTo>
                    <a:pt x="18196" y="12700"/>
                  </a:moveTo>
                  <a:cubicBezTo>
                    <a:pt x="11506" y="17647"/>
                    <a:pt x="5484" y="23128"/>
                    <a:pt x="0" y="28877"/>
                  </a:cubicBezTo>
                  <a:lnTo>
                    <a:pt x="167512" y="255213"/>
                  </a:lnTo>
                  <a:cubicBezTo>
                    <a:pt x="174736" y="251603"/>
                    <a:pt x="181693" y="247459"/>
                    <a:pt x="188383" y="242513"/>
                  </a:cubicBezTo>
                  <a:cubicBezTo>
                    <a:pt x="195073" y="237566"/>
                    <a:pt x="201093" y="232085"/>
                    <a:pt x="206579" y="226336"/>
                  </a:cubicBezTo>
                  <a:lnTo>
                    <a:pt x="39067" y="0"/>
                  </a:lnTo>
                  <a:cubicBezTo>
                    <a:pt x="31843" y="3610"/>
                    <a:pt x="24886" y="7754"/>
                    <a:pt x="18196" y="1270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0092262-704E-1D42-B1F8-5CFB6A276774}"/>
              </a:ext>
            </a:extLst>
          </p:cNvPr>
          <p:cNvGrpSpPr/>
          <p:nvPr/>
        </p:nvGrpSpPr>
        <p:grpSpPr>
          <a:xfrm flipH="1" flipV="1">
            <a:off x="15349602" y="4890055"/>
            <a:ext cx="5374887" cy="4626330"/>
            <a:chOff x="3203769" y="5035830"/>
            <a:chExt cx="5374887" cy="4626330"/>
          </a:xfrm>
        </p:grpSpPr>
        <p:sp>
          <p:nvSpPr>
            <p:cNvPr id="128" name="Forma libre 255">
              <a:extLst>
                <a:ext uri="{FF2B5EF4-FFF2-40B4-BE49-F238E27FC236}">
                  <a16:creationId xmlns:a16="http://schemas.microsoft.com/office/drawing/2014/main" id="{FFE072F0-73D7-9846-83EA-39A8014AB687}"/>
                </a:ext>
              </a:extLst>
            </p:cNvPr>
            <p:cNvSpPr/>
            <p:nvPr/>
          </p:nvSpPr>
          <p:spPr>
            <a:xfrm>
              <a:off x="3203769" y="5035830"/>
              <a:ext cx="967415" cy="1412794"/>
            </a:xfrm>
            <a:custGeom>
              <a:avLst/>
              <a:gdLst>
                <a:gd name="connsiteX0" fmla="*/ 175369 w 173933"/>
                <a:gd name="connsiteY0" fmla="*/ 83520 h 254009"/>
                <a:gd name="connsiteX1" fmla="*/ 83586 w 173933"/>
                <a:gd name="connsiteY1" fmla="*/ 98 h 254009"/>
                <a:gd name="connsiteX2" fmla="*/ 98 w 173933"/>
                <a:gd name="connsiteY2" fmla="*/ 91809 h 254009"/>
                <a:gd name="connsiteX3" fmla="*/ 8125 w 173933"/>
                <a:gd name="connsiteY3" fmla="*/ 261327 h 254009"/>
                <a:gd name="connsiteX4" fmla="*/ 183398 w 173933"/>
                <a:gd name="connsiteY4" fmla="*/ 253038 h 254009"/>
                <a:gd name="connsiteX5" fmla="*/ 175369 w 173933"/>
                <a:gd name="connsiteY5" fmla="*/ 83520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933" h="254009">
                  <a:moveTo>
                    <a:pt x="175369" y="83520"/>
                  </a:moveTo>
                  <a:cubicBezTo>
                    <a:pt x="173096" y="35392"/>
                    <a:pt x="131752" y="-2175"/>
                    <a:pt x="83586" y="98"/>
                  </a:cubicBezTo>
                  <a:cubicBezTo>
                    <a:pt x="35420" y="2371"/>
                    <a:pt x="-2177" y="43681"/>
                    <a:pt x="98" y="91809"/>
                  </a:cubicBezTo>
                  <a:lnTo>
                    <a:pt x="8125" y="261327"/>
                  </a:lnTo>
                  <a:lnTo>
                    <a:pt x="183398" y="253038"/>
                  </a:lnTo>
                  <a:lnTo>
                    <a:pt x="175369" y="83520"/>
                  </a:ln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29" name="Forma libre 256">
              <a:extLst>
                <a:ext uri="{FF2B5EF4-FFF2-40B4-BE49-F238E27FC236}">
                  <a16:creationId xmlns:a16="http://schemas.microsoft.com/office/drawing/2014/main" id="{DB031A81-5FBE-5341-8C58-38F27F0504BF}"/>
                </a:ext>
              </a:extLst>
            </p:cNvPr>
            <p:cNvSpPr/>
            <p:nvPr/>
          </p:nvSpPr>
          <p:spPr>
            <a:xfrm>
              <a:off x="3248960" y="6443218"/>
              <a:ext cx="967415" cy="1412794"/>
            </a:xfrm>
            <a:custGeom>
              <a:avLst/>
              <a:gdLst>
                <a:gd name="connsiteX0" fmla="*/ 100078 w 173933"/>
                <a:gd name="connsiteY0" fmla="*/ 264972 h 254009"/>
                <a:gd name="connsiteX1" fmla="*/ 183568 w 173933"/>
                <a:gd name="connsiteY1" fmla="*/ 173262 h 254009"/>
                <a:gd name="connsiteX2" fmla="*/ 175273 w 173933"/>
                <a:gd name="connsiteY2" fmla="*/ 0 h 254009"/>
                <a:gd name="connsiteX3" fmla="*/ 0 w 173933"/>
                <a:gd name="connsiteY3" fmla="*/ 8289 h 254009"/>
                <a:gd name="connsiteX4" fmla="*/ 8295 w 173933"/>
                <a:gd name="connsiteY4" fmla="*/ 181550 h 254009"/>
                <a:gd name="connsiteX5" fmla="*/ 100078 w 173933"/>
                <a:gd name="connsiteY5" fmla="*/ 264972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933" h="254009">
                  <a:moveTo>
                    <a:pt x="100078" y="264972"/>
                  </a:moveTo>
                  <a:cubicBezTo>
                    <a:pt x="148246" y="262700"/>
                    <a:pt x="185842" y="221390"/>
                    <a:pt x="183568" y="173262"/>
                  </a:cubicBezTo>
                  <a:lnTo>
                    <a:pt x="175273" y="0"/>
                  </a:lnTo>
                  <a:lnTo>
                    <a:pt x="0" y="8289"/>
                  </a:lnTo>
                  <a:lnTo>
                    <a:pt x="8295" y="181550"/>
                  </a:lnTo>
                  <a:cubicBezTo>
                    <a:pt x="10570" y="229812"/>
                    <a:pt x="51779" y="267379"/>
                    <a:pt x="100078" y="264972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0" name="Forma libre 257">
              <a:extLst>
                <a:ext uri="{FF2B5EF4-FFF2-40B4-BE49-F238E27FC236}">
                  <a16:creationId xmlns:a16="http://schemas.microsoft.com/office/drawing/2014/main" id="{07064D94-DFBD-7B4D-B7C5-690446500F92}"/>
                </a:ext>
              </a:extLst>
            </p:cNvPr>
            <p:cNvSpPr/>
            <p:nvPr/>
          </p:nvSpPr>
          <p:spPr>
            <a:xfrm>
              <a:off x="7536828" y="6433852"/>
              <a:ext cx="1041828" cy="1041005"/>
            </a:xfrm>
            <a:custGeom>
              <a:avLst/>
              <a:gdLst>
                <a:gd name="connsiteX0" fmla="*/ 175405 w 187313"/>
                <a:gd name="connsiteY0" fmla="*/ 113983 h 187165"/>
                <a:gd name="connsiteX1" fmla="*/ 186913 w 187313"/>
                <a:gd name="connsiteY1" fmla="*/ 24679 h 187165"/>
                <a:gd name="connsiteX2" fmla="*/ 97537 w 187313"/>
                <a:gd name="connsiteY2" fmla="*/ 13181 h 187165"/>
                <a:gd name="connsiteX3" fmla="*/ 0 w 187313"/>
                <a:gd name="connsiteY3" fmla="*/ 88449 h 187165"/>
                <a:gd name="connsiteX4" fmla="*/ 77870 w 187313"/>
                <a:gd name="connsiteY4" fmla="*/ 189250 h 187165"/>
                <a:gd name="connsiteX5" fmla="*/ 175405 w 187313"/>
                <a:gd name="connsiteY5" fmla="*/ 113983 h 18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7313" h="187165">
                  <a:moveTo>
                    <a:pt x="175405" y="113983"/>
                  </a:moveTo>
                  <a:cubicBezTo>
                    <a:pt x="203102" y="92593"/>
                    <a:pt x="208320" y="52352"/>
                    <a:pt x="186913" y="24679"/>
                  </a:cubicBezTo>
                  <a:cubicBezTo>
                    <a:pt x="165504" y="-2995"/>
                    <a:pt x="125232" y="-8209"/>
                    <a:pt x="97537" y="13181"/>
                  </a:cubicBezTo>
                  <a:lnTo>
                    <a:pt x="0" y="88449"/>
                  </a:lnTo>
                  <a:lnTo>
                    <a:pt x="77870" y="189250"/>
                  </a:lnTo>
                  <a:lnTo>
                    <a:pt x="175405" y="113983"/>
                  </a:ln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1" name="Forma libre 258">
              <a:extLst>
                <a:ext uri="{FF2B5EF4-FFF2-40B4-BE49-F238E27FC236}">
                  <a16:creationId xmlns:a16="http://schemas.microsoft.com/office/drawing/2014/main" id="{96F4DC09-C483-1B49-916C-549A4FEB6AEE}"/>
                </a:ext>
              </a:extLst>
            </p:cNvPr>
            <p:cNvSpPr/>
            <p:nvPr/>
          </p:nvSpPr>
          <p:spPr>
            <a:xfrm>
              <a:off x="6844319" y="6925057"/>
              <a:ext cx="1116247" cy="1041005"/>
            </a:xfrm>
            <a:custGeom>
              <a:avLst/>
              <a:gdLst>
                <a:gd name="connsiteX0" fmla="*/ 13192 w 200692"/>
                <a:gd name="connsiteY0" fmla="*/ 166310 h 187165"/>
                <a:gd name="connsiteX1" fmla="*/ 102566 w 200692"/>
                <a:gd name="connsiteY1" fmla="*/ 177807 h 187165"/>
                <a:gd name="connsiteX2" fmla="*/ 202378 w 200692"/>
                <a:gd name="connsiteY2" fmla="*/ 100802 h 187165"/>
                <a:gd name="connsiteX3" fmla="*/ 124508 w 200692"/>
                <a:gd name="connsiteY3" fmla="*/ 0 h 187165"/>
                <a:gd name="connsiteX4" fmla="*/ 24698 w 200692"/>
                <a:gd name="connsiteY4" fmla="*/ 77005 h 187165"/>
                <a:gd name="connsiteX5" fmla="*/ 13192 w 200692"/>
                <a:gd name="connsiteY5" fmla="*/ 166310 h 18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87165">
                  <a:moveTo>
                    <a:pt x="13192" y="166310"/>
                  </a:moveTo>
                  <a:cubicBezTo>
                    <a:pt x="34598" y="193983"/>
                    <a:pt x="74871" y="199197"/>
                    <a:pt x="102566" y="177807"/>
                  </a:cubicBezTo>
                  <a:lnTo>
                    <a:pt x="202378" y="100802"/>
                  </a:lnTo>
                  <a:lnTo>
                    <a:pt x="124508" y="0"/>
                  </a:lnTo>
                  <a:lnTo>
                    <a:pt x="24698" y="77005"/>
                  </a:lnTo>
                  <a:cubicBezTo>
                    <a:pt x="-2997" y="98395"/>
                    <a:pt x="-8215" y="138636"/>
                    <a:pt x="13192" y="16631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2" name="Forma libre 259">
              <a:extLst>
                <a:ext uri="{FF2B5EF4-FFF2-40B4-BE49-F238E27FC236}">
                  <a16:creationId xmlns:a16="http://schemas.microsoft.com/office/drawing/2014/main" id="{C814183F-0276-D64F-9120-47D76BF9E2C9}"/>
                </a:ext>
              </a:extLst>
            </p:cNvPr>
            <p:cNvSpPr/>
            <p:nvPr/>
          </p:nvSpPr>
          <p:spPr>
            <a:xfrm>
              <a:off x="6880483" y="8554234"/>
              <a:ext cx="1116247" cy="892289"/>
            </a:xfrm>
            <a:custGeom>
              <a:avLst/>
              <a:gdLst>
                <a:gd name="connsiteX0" fmla="*/ 112120 w 200692"/>
                <a:gd name="connsiteY0" fmla="*/ 166978 h 160427"/>
                <a:gd name="connsiteX1" fmla="*/ 196544 w 200692"/>
                <a:gd name="connsiteY1" fmla="*/ 135427 h 160427"/>
                <a:gd name="connsiteX2" fmla="*/ 164969 w 200692"/>
                <a:gd name="connsiteY2" fmla="*/ 51069 h 160427"/>
                <a:gd name="connsiteX3" fmla="*/ 52848 w 200692"/>
                <a:gd name="connsiteY3" fmla="*/ 0 h 160427"/>
                <a:gd name="connsiteX4" fmla="*/ 0 w 200692"/>
                <a:gd name="connsiteY4" fmla="*/ 115909 h 160427"/>
                <a:gd name="connsiteX5" fmla="*/ 112120 w 200692"/>
                <a:gd name="connsiteY5" fmla="*/ 166978 h 160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60427">
                  <a:moveTo>
                    <a:pt x="112120" y="166978"/>
                  </a:moveTo>
                  <a:cubicBezTo>
                    <a:pt x="143964" y="181550"/>
                    <a:pt x="181961" y="167245"/>
                    <a:pt x="196544" y="135427"/>
                  </a:cubicBezTo>
                  <a:cubicBezTo>
                    <a:pt x="211129" y="103609"/>
                    <a:pt x="196812" y="65641"/>
                    <a:pt x="164969" y="51069"/>
                  </a:cubicBezTo>
                  <a:lnTo>
                    <a:pt x="52848" y="0"/>
                  </a:lnTo>
                  <a:lnTo>
                    <a:pt x="0" y="115909"/>
                  </a:lnTo>
                  <a:lnTo>
                    <a:pt x="112120" y="166978"/>
                  </a:lnTo>
                  <a:close/>
                </a:path>
              </a:pathLst>
            </a:custGeom>
            <a:solidFill>
              <a:schemeClr val="accent4"/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3" name="Forma libre 260">
              <a:extLst>
                <a:ext uri="{FF2B5EF4-FFF2-40B4-BE49-F238E27FC236}">
                  <a16:creationId xmlns:a16="http://schemas.microsoft.com/office/drawing/2014/main" id="{705803F2-1D39-9846-B527-B05ADCF8ECFA}"/>
                </a:ext>
              </a:extLst>
            </p:cNvPr>
            <p:cNvSpPr/>
            <p:nvPr/>
          </p:nvSpPr>
          <p:spPr>
            <a:xfrm>
              <a:off x="6035309" y="8232040"/>
              <a:ext cx="1116247" cy="966647"/>
            </a:xfrm>
            <a:custGeom>
              <a:avLst/>
              <a:gdLst>
                <a:gd name="connsiteX0" fmla="*/ 5717 w 200692"/>
                <a:gd name="connsiteY0" fmla="*/ 37206 h 173796"/>
                <a:gd name="connsiteX1" fmla="*/ 37292 w 200692"/>
                <a:gd name="connsiteY1" fmla="*/ 121564 h 173796"/>
                <a:gd name="connsiteX2" fmla="*/ 151956 w 200692"/>
                <a:gd name="connsiteY2" fmla="*/ 173837 h 173796"/>
                <a:gd name="connsiteX3" fmla="*/ 204804 w 200692"/>
                <a:gd name="connsiteY3" fmla="*/ 57928 h 173796"/>
                <a:gd name="connsiteX4" fmla="*/ 90142 w 200692"/>
                <a:gd name="connsiteY4" fmla="*/ 5655 h 173796"/>
                <a:gd name="connsiteX5" fmla="*/ 5717 w 200692"/>
                <a:gd name="connsiteY5" fmla="*/ 37206 h 17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0692" h="173796">
                  <a:moveTo>
                    <a:pt x="5717" y="37206"/>
                  </a:moveTo>
                  <a:cubicBezTo>
                    <a:pt x="-8866" y="69024"/>
                    <a:pt x="5451" y="106992"/>
                    <a:pt x="37292" y="121564"/>
                  </a:cubicBezTo>
                  <a:lnTo>
                    <a:pt x="151956" y="173837"/>
                  </a:lnTo>
                  <a:lnTo>
                    <a:pt x="204804" y="57928"/>
                  </a:lnTo>
                  <a:lnTo>
                    <a:pt x="90142" y="5655"/>
                  </a:lnTo>
                  <a:cubicBezTo>
                    <a:pt x="58165" y="-8783"/>
                    <a:pt x="20168" y="5388"/>
                    <a:pt x="5717" y="37206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4" name="Forma libre 261">
              <a:extLst>
                <a:ext uri="{FF2B5EF4-FFF2-40B4-BE49-F238E27FC236}">
                  <a16:creationId xmlns:a16="http://schemas.microsoft.com/office/drawing/2014/main" id="{077300B6-7998-274F-9803-E0E125A69C96}"/>
                </a:ext>
              </a:extLst>
            </p:cNvPr>
            <p:cNvSpPr/>
            <p:nvPr/>
          </p:nvSpPr>
          <p:spPr>
            <a:xfrm>
              <a:off x="4718464" y="5652057"/>
              <a:ext cx="1265080" cy="2007652"/>
            </a:xfrm>
            <a:custGeom>
              <a:avLst/>
              <a:gdLst>
                <a:gd name="connsiteX0" fmla="*/ 14223 w 227451"/>
                <a:gd name="connsiteY0" fmla="*/ 240240 h 360961"/>
                <a:gd name="connsiteX1" fmla="*/ 237660 w 227451"/>
                <a:gd name="connsiteY1" fmla="*/ 358823 h 360961"/>
                <a:gd name="connsiteX2" fmla="*/ 93428 w 227451"/>
                <a:gd name="connsiteY2" fmla="*/ 0 h 360961"/>
                <a:gd name="connsiteX3" fmla="*/ 14223 w 227451"/>
                <a:gd name="connsiteY3" fmla="*/ 240240 h 36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51" h="360961">
                  <a:moveTo>
                    <a:pt x="14223" y="240240"/>
                  </a:moveTo>
                  <a:cubicBezTo>
                    <a:pt x="50481" y="330347"/>
                    <a:pt x="145877" y="378608"/>
                    <a:pt x="237660" y="358823"/>
                  </a:cubicBezTo>
                  <a:lnTo>
                    <a:pt x="93428" y="0"/>
                  </a:lnTo>
                  <a:cubicBezTo>
                    <a:pt x="13419" y="49331"/>
                    <a:pt x="-22035" y="150133"/>
                    <a:pt x="14223" y="240240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5" name="Forma libre 262">
              <a:extLst>
                <a:ext uri="{FF2B5EF4-FFF2-40B4-BE49-F238E27FC236}">
                  <a16:creationId xmlns:a16="http://schemas.microsoft.com/office/drawing/2014/main" id="{30EA72E4-10E2-A04C-81BA-7678A80F5D24}"/>
                </a:ext>
              </a:extLst>
            </p:cNvPr>
            <p:cNvSpPr/>
            <p:nvPr/>
          </p:nvSpPr>
          <p:spPr>
            <a:xfrm>
              <a:off x="5582654" y="5490031"/>
              <a:ext cx="1265080" cy="2007652"/>
            </a:xfrm>
            <a:custGeom>
              <a:avLst/>
              <a:gdLst>
                <a:gd name="connsiteX0" fmla="*/ 0 w 227451"/>
                <a:gd name="connsiteY0" fmla="*/ 4399 h 360961"/>
                <a:gd name="connsiteX1" fmla="*/ 144231 w 227451"/>
                <a:gd name="connsiteY1" fmla="*/ 363221 h 360961"/>
                <a:gd name="connsiteX2" fmla="*/ 223439 w 227451"/>
                <a:gd name="connsiteY2" fmla="*/ 123115 h 360961"/>
                <a:gd name="connsiteX3" fmla="*/ 0 w 227451"/>
                <a:gd name="connsiteY3" fmla="*/ 4399 h 36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7451" h="360961">
                  <a:moveTo>
                    <a:pt x="0" y="4399"/>
                  </a:moveTo>
                  <a:lnTo>
                    <a:pt x="144231" y="363221"/>
                  </a:lnTo>
                  <a:cubicBezTo>
                    <a:pt x="224241" y="314023"/>
                    <a:pt x="259697" y="213088"/>
                    <a:pt x="223439" y="123115"/>
                  </a:cubicBezTo>
                  <a:cubicBezTo>
                    <a:pt x="187313" y="32874"/>
                    <a:pt x="91785" y="-15388"/>
                    <a:pt x="0" y="439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6" name="Forma libre 263">
              <a:extLst>
                <a:ext uri="{FF2B5EF4-FFF2-40B4-BE49-F238E27FC236}">
                  <a16:creationId xmlns:a16="http://schemas.microsoft.com/office/drawing/2014/main" id="{AE63AE94-354B-E447-9D66-72E8CC0709CA}"/>
                </a:ext>
              </a:extLst>
            </p:cNvPr>
            <p:cNvSpPr/>
            <p:nvPr/>
          </p:nvSpPr>
          <p:spPr>
            <a:xfrm>
              <a:off x="5238107" y="5513753"/>
              <a:ext cx="1116247" cy="2082010"/>
            </a:xfrm>
            <a:custGeom>
              <a:avLst/>
              <a:gdLst>
                <a:gd name="connsiteX0" fmla="*/ 29838 w 200692"/>
                <a:gd name="connsiteY0" fmla="*/ 9626 h 374330"/>
                <a:gd name="connsiteX1" fmla="*/ 0 w 200692"/>
                <a:gd name="connsiteY1" fmla="*/ 24866 h 374330"/>
                <a:gd name="connsiteX2" fmla="*/ 144231 w 200692"/>
                <a:gd name="connsiteY2" fmla="*/ 383689 h 374330"/>
                <a:gd name="connsiteX3" fmla="*/ 176343 w 200692"/>
                <a:gd name="connsiteY3" fmla="*/ 374063 h 374330"/>
                <a:gd name="connsiteX4" fmla="*/ 206179 w 200692"/>
                <a:gd name="connsiteY4" fmla="*/ 358823 h 374330"/>
                <a:gd name="connsiteX5" fmla="*/ 61947 w 200692"/>
                <a:gd name="connsiteY5" fmla="*/ 0 h 374330"/>
                <a:gd name="connsiteX6" fmla="*/ 29838 w 200692"/>
                <a:gd name="connsiteY6" fmla="*/ 9626 h 374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92" h="374330">
                  <a:moveTo>
                    <a:pt x="29838" y="9626"/>
                  </a:moveTo>
                  <a:cubicBezTo>
                    <a:pt x="19267" y="13904"/>
                    <a:pt x="9367" y="19118"/>
                    <a:pt x="0" y="24866"/>
                  </a:cubicBezTo>
                  <a:lnTo>
                    <a:pt x="144231" y="383689"/>
                  </a:lnTo>
                  <a:cubicBezTo>
                    <a:pt x="155070" y="381416"/>
                    <a:pt x="165772" y="378341"/>
                    <a:pt x="176343" y="374063"/>
                  </a:cubicBezTo>
                  <a:cubicBezTo>
                    <a:pt x="186913" y="369785"/>
                    <a:pt x="196814" y="364571"/>
                    <a:pt x="206179" y="358823"/>
                  </a:cubicBezTo>
                  <a:lnTo>
                    <a:pt x="61947" y="0"/>
                  </a:lnTo>
                  <a:cubicBezTo>
                    <a:pt x="51111" y="2406"/>
                    <a:pt x="40406" y="5481"/>
                    <a:pt x="29838" y="9626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7" name="Forma libre 264">
              <a:extLst>
                <a:ext uri="{FF2B5EF4-FFF2-40B4-BE49-F238E27FC236}">
                  <a16:creationId xmlns:a16="http://schemas.microsoft.com/office/drawing/2014/main" id="{C3F09725-860C-5A4B-A482-4488E72B0F4C}"/>
                </a:ext>
              </a:extLst>
            </p:cNvPr>
            <p:cNvSpPr/>
            <p:nvPr/>
          </p:nvSpPr>
          <p:spPr>
            <a:xfrm>
              <a:off x="4038453" y="8323724"/>
              <a:ext cx="1116247" cy="1338436"/>
            </a:xfrm>
            <a:custGeom>
              <a:avLst/>
              <a:gdLst>
                <a:gd name="connsiteX0" fmla="*/ 27975 w 200692"/>
                <a:gd name="connsiteY0" fmla="*/ 183689 h 240640"/>
                <a:gd name="connsiteX1" fmla="*/ 207261 w 200692"/>
                <a:gd name="connsiteY1" fmla="*/ 226336 h 240640"/>
                <a:gd name="connsiteX2" fmla="*/ 39749 w 200692"/>
                <a:gd name="connsiteY2" fmla="*/ 0 h 240640"/>
                <a:gd name="connsiteX3" fmla="*/ 27975 w 200692"/>
                <a:gd name="connsiteY3" fmla="*/ 183689 h 2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692" h="240640">
                  <a:moveTo>
                    <a:pt x="27975" y="183689"/>
                  </a:moveTo>
                  <a:cubicBezTo>
                    <a:pt x="69987" y="240507"/>
                    <a:pt x="146116" y="257085"/>
                    <a:pt x="207261" y="226336"/>
                  </a:cubicBezTo>
                  <a:lnTo>
                    <a:pt x="39749" y="0"/>
                  </a:lnTo>
                  <a:cubicBezTo>
                    <a:pt x="-7615" y="49198"/>
                    <a:pt x="-14037" y="126871"/>
                    <a:pt x="27975" y="18368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8" name="Forma libre 265">
              <a:extLst>
                <a:ext uri="{FF2B5EF4-FFF2-40B4-BE49-F238E27FC236}">
                  <a16:creationId xmlns:a16="http://schemas.microsoft.com/office/drawing/2014/main" id="{B188FBF5-2FBD-C244-987D-35C679EF5DD2}"/>
                </a:ext>
              </a:extLst>
            </p:cNvPr>
            <p:cNvSpPr/>
            <p:nvPr/>
          </p:nvSpPr>
          <p:spPr>
            <a:xfrm>
              <a:off x="4476830" y="8077629"/>
              <a:ext cx="1116247" cy="1338436"/>
            </a:xfrm>
            <a:custGeom>
              <a:avLst/>
              <a:gdLst>
                <a:gd name="connsiteX0" fmla="*/ 0 w 200692"/>
                <a:gd name="connsiteY0" fmla="*/ 15236 h 240640"/>
                <a:gd name="connsiteX1" fmla="*/ 167512 w 200692"/>
                <a:gd name="connsiteY1" fmla="*/ 241572 h 240640"/>
                <a:gd name="connsiteX2" fmla="*/ 179286 w 200692"/>
                <a:gd name="connsiteY2" fmla="*/ 57883 h 240640"/>
                <a:gd name="connsiteX3" fmla="*/ 0 w 200692"/>
                <a:gd name="connsiteY3" fmla="*/ 15236 h 2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692" h="240640">
                  <a:moveTo>
                    <a:pt x="0" y="15236"/>
                  </a:moveTo>
                  <a:lnTo>
                    <a:pt x="167512" y="241572"/>
                  </a:lnTo>
                  <a:cubicBezTo>
                    <a:pt x="214876" y="192241"/>
                    <a:pt x="221298" y="114701"/>
                    <a:pt x="179286" y="57883"/>
                  </a:cubicBezTo>
                  <a:cubicBezTo>
                    <a:pt x="137140" y="1065"/>
                    <a:pt x="61011" y="-15513"/>
                    <a:pt x="0" y="15236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  <p:sp>
          <p:nvSpPr>
            <p:cNvPr id="139" name="Forma libre 266">
              <a:extLst>
                <a:ext uri="{FF2B5EF4-FFF2-40B4-BE49-F238E27FC236}">
                  <a16:creationId xmlns:a16="http://schemas.microsoft.com/office/drawing/2014/main" id="{C24371E5-5D8A-9346-AD3A-41A2CFAE4C0F}"/>
                </a:ext>
              </a:extLst>
            </p:cNvPr>
            <p:cNvSpPr/>
            <p:nvPr/>
          </p:nvSpPr>
          <p:spPr>
            <a:xfrm>
              <a:off x="4259541" y="8162365"/>
              <a:ext cx="1116247" cy="1412794"/>
            </a:xfrm>
            <a:custGeom>
              <a:avLst/>
              <a:gdLst>
                <a:gd name="connsiteX0" fmla="*/ 18196 w 200692"/>
                <a:gd name="connsiteY0" fmla="*/ 12700 h 254009"/>
                <a:gd name="connsiteX1" fmla="*/ 0 w 200692"/>
                <a:gd name="connsiteY1" fmla="*/ 28877 h 254009"/>
                <a:gd name="connsiteX2" fmla="*/ 167512 w 200692"/>
                <a:gd name="connsiteY2" fmla="*/ 255213 h 254009"/>
                <a:gd name="connsiteX3" fmla="*/ 188383 w 200692"/>
                <a:gd name="connsiteY3" fmla="*/ 242513 h 254009"/>
                <a:gd name="connsiteX4" fmla="*/ 206579 w 200692"/>
                <a:gd name="connsiteY4" fmla="*/ 226336 h 254009"/>
                <a:gd name="connsiteX5" fmla="*/ 39067 w 200692"/>
                <a:gd name="connsiteY5" fmla="*/ 0 h 254009"/>
                <a:gd name="connsiteX6" fmla="*/ 18196 w 200692"/>
                <a:gd name="connsiteY6" fmla="*/ 12700 h 25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692" h="254009">
                  <a:moveTo>
                    <a:pt x="18196" y="12700"/>
                  </a:moveTo>
                  <a:cubicBezTo>
                    <a:pt x="11506" y="17647"/>
                    <a:pt x="5484" y="23128"/>
                    <a:pt x="0" y="28877"/>
                  </a:cubicBezTo>
                  <a:lnTo>
                    <a:pt x="167512" y="255213"/>
                  </a:lnTo>
                  <a:cubicBezTo>
                    <a:pt x="174736" y="251603"/>
                    <a:pt x="181693" y="247459"/>
                    <a:pt x="188383" y="242513"/>
                  </a:cubicBezTo>
                  <a:cubicBezTo>
                    <a:pt x="195073" y="237566"/>
                    <a:pt x="201093" y="232085"/>
                    <a:pt x="206579" y="226336"/>
                  </a:cubicBezTo>
                  <a:lnTo>
                    <a:pt x="39067" y="0"/>
                  </a:lnTo>
                  <a:cubicBezTo>
                    <a:pt x="31843" y="3610"/>
                    <a:pt x="24886" y="7754"/>
                    <a:pt x="18196" y="1270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3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MX"/>
            </a:p>
          </p:txBody>
        </p:sp>
      </p:grpSp>
      <p:sp>
        <p:nvSpPr>
          <p:cNvPr id="141" name="CuadroTexto 395">
            <a:extLst>
              <a:ext uri="{FF2B5EF4-FFF2-40B4-BE49-F238E27FC236}">
                <a16:creationId xmlns:a16="http://schemas.microsoft.com/office/drawing/2014/main" id="{A8628930-50B1-A44D-8D5E-12E02D3E89B1}"/>
              </a:ext>
            </a:extLst>
          </p:cNvPr>
          <p:cNvSpPr txBox="1"/>
          <p:nvPr/>
        </p:nvSpPr>
        <p:spPr>
          <a:xfrm>
            <a:off x="4132161" y="100584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14F0E0C-A520-CF44-81CD-6CC8BDF236D4}"/>
              </a:ext>
            </a:extLst>
          </p:cNvPr>
          <p:cNvSpPr txBox="1"/>
          <p:nvPr/>
        </p:nvSpPr>
        <p:spPr>
          <a:xfrm>
            <a:off x="2482582" y="10742759"/>
            <a:ext cx="7920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44" name="CuadroTexto 395">
            <a:extLst>
              <a:ext uri="{FF2B5EF4-FFF2-40B4-BE49-F238E27FC236}">
                <a16:creationId xmlns:a16="http://schemas.microsoft.com/office/drawing/2014/main" id="{663CDA37-266B-4846-974B-484091343ED3}"/>
              </a:ext>
            </a:extLst>
          </p:cNvPr>
          <p:cNvSpPr txBox="1"/>
          <p:nvPr/>
        </p:nvSpPr>
        <p:spPr>
          <a:xfrm>
            <a:off x="16000936" y="10058443"/>
            <a:ext cx="4621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Your Title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F9C7C8-C83E-5E42-996A-FADD449616EB}"/>
              </a:ext>
            </a:extLst>
          </p:cNvPr>
          <p:cNvSpPr txBox="1"/>
          <p:nvPr/>
        </p:nvSpPr>
        <p:spPr>
          <a:xfrm>
            <a:off x="14351357" y="10742759"/>
            <a:ext cx="79208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entury Gothic" panose="020B0502020202020204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There are people who have a significant number of followers in every business.</a:t>
            </a: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C52604FE-5361-D44B-9809-0B6415AA8D24}"/>
              </a:ext>
            </a:extLst>
          </p:cNvPr>
          <p:cNvSpPr/>
          <p:nvPr/>
        </p:nvSpPr>
        <p:spPr>
          <a:xfrm>
            <a:off x="10273152" y="5923884"/>
            <a:ext cx="3944896" cy="394489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CuadroTexto 395">
            <a:extLst>
              <a:ext uri="{FF2B5EF4-FFF2-40B4-BE49-F238E27FC236}">
                <a16:creationId xmlns:a16="http://schemas.microsoft.com/office/drawing/2014/main" id="{EA99F8D6-818E-5B44-8378-202FEC4D6E93}"/>
              </a:ext>
            </a:extLst>
          </p:cNvPr>
          <p:cNvSpPr txBox="1"/>
          <p:nvPr/>
        </p:nvSpPr>
        <p:spPr>
          <a:xfrm>
            <a:off x="10880908" y="7470189"/>
            <a:ext cx="272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tx2"/>
                </a:solidFill>
                <a:latin typeface="Century Gothic" panose="020B0502020202020204" pitchFamily="34" charset="0"/>
                <a:ea typeface="Lato Semibold" panose="020F0502020204030203" pitchFamily="34" charset="0"/>
                <a:cs typeface="Poppins Medium" pitchFamily="2" charset="77"/>
              </a:rPr>
              <a:t>Vs.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D7A4E23-D06A-994B-B98E-A0D5F4DE058D}"/>
              </a:ext>
            </a:extLst>
          </p:cNvPr>
          <p:cNvGrpSpPr/>
          <p:nvPr/>
        </p:nvGrpSpPr>
        <p:grpSpPr>
          <a:xfrm>
            <a:off x="6821145" y="1071658"/>
            <a:ext cx="10735632" cy="2182173"/>
            <a:chOff x="6821145" y="1071658"/>
            <a:chExt cx="10735632" cy="2182173"/>
          </a:xfrm>
        </p:grpSpPr>
        <p:sp>
          <p:nvSpPr>
            <p:cNvPr id="41" name="CuadroTexto 350">
              <a:extLst>
                <a:ext uri="{FF2B5EF4-FFF2-40B4-BE49-F238E27FC236}">
                  <a16:creationId xmlns:a16="http://schemas.microsoft.com/office/drawing/2014/main" id="{9F81DE8C-90DD-574C-9649-7E76101AC022}"/>
                </a:ext>
              </a:extLst>
            </p:cNvPr>
            <p:cNvSpPr txBox="1"/>
            <p:nvPr/>
          </p:nvSpPr>
          <p:spPr>
            <a:xfrm>
              <a:off x="6821145" y="1071658"/>
              <a:ext cx="1073563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tx2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Medical Infographics</a:t>
              </a:r>
            </a:p>
          </p:txBody>
        </p:sp>
        <p:sp>
          <p:nvSpPr>
            <p:cNvPr id="42" name="CuadroTexto 351">
              <a:extLst>
                <a:ext uri="{FF2B5EF4-FFF2-40B4-BE49-F238E27FC236}">
                  <a16:creationId xmlns:a16="http://schemas.microsoft.com/office/drawing/2014/main" id="{CDE9994F-CB5C-BB48-8C1E-BFCD365B6166}"/>
                </a:ext>
              </a:extLst>
            </p:cNvPr>
            <p:cNvSpPr txBox="1"/>
            <p:nvPr/>
          </p:nvSpPr>
          <p:spPr>
            <a:xfrm>
              <a:off x="7816943" y="2426170"/>
              <a:ext cx="874376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Century Gothic" panose="020B0502020202020204" pitchFamily="34" charset="0"/>
                  <a:cs typeface="Poppins Light" pitchFamily="2" charset="77"/>
                </a:rPr>
                <a:t>Analysis of different brands and products.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A6448F3-E1F4-3F4A-9F07-01C53C5C2732}"/>
                </a:ext>
              </a:extLst>
            </p:cNvPr>
            <p:cNvSpPr/>
            <p:nvPr/>
          </p:nvSpPr>
          <p:spPr>
            <a:xfrm>
              <a:off x="11079729" y="3215052"/>
              <a:ext cx="2223656" cy="387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entury Gothic" panose="020B0502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3001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1">
      <a:dk1>
        <a:srgbClr val="999999"/>
      </a:dk1>
      <a:lt1>
        <a:srgbClr val="FFFFFF"/>
      </a:lt1>
      <a:dk2>
        <a:srgbClr val="374556"/>
      </a:dk2>
      <a:lt2>
        <a:srgbClr val="FEFFFE"/>
      </a:lt2>
      <a:accent1>
        <a:srgbClr val="0087AA"/>
      </a:accent1>
      <a:accent2>
        <a:srgbClr val="CAC6C4"/>
      </a:accent2>
      <a:accent3>
        <a:srgbClr val="00456D"/>
      </a:accent3>
      <a:accent4>
        <a:srgbClr val="66D7EC"/>
      </a:accent4>
      <a:accent5>
        <a:srgbClr val="007BDE"/>
      </a:accent5>
      <a:accent6>
        <a:srgbClr val="13B0AE"/>
      </a:accent6>
      <a:hlink>
        <a:srgbClr val="9FD368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2363</TotalTime>
  <Words>1555</Words>
  <Application>Microsoft Macintosh PowerPoint</Application>
  <PresentationFormat>Custom</PresentationFormat>
  <Paragraphs>247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Century Gothic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Lopez</dc:creator>
  <cp:lastModifiedBy>Lopez Luis Enrique</cp:lastModifiedBy>
  <cp:revision>426</cp:revision>
  <dcterms:created xsi:type="dcterms:W3CDTF">2020-05-04T13:20:50Z</dcterms:created>
  <dcterms:modified xsi:type="dcterms:W3CDTF">2020-10-01T12:05:39Z</dcterms:modified>
</cp:coreProperties>
</file>