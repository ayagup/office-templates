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3716000" cx="24377650"/>
  <p:notesSz cx="6858000" cy="9144000"/>
  <p:embeddedFontLst>
    <p:embeddedFont>
      <p:font typeface="Lato"/>
      <p:regular r:id="rId14"/>
      <p:bold r:id="rId15"/>
      <p:italic r:id="rId16"/>
      <p:boldItalic r:id="rId17"/>
    </p:embeddedFont>
    <p:embeddedFont>
      <p:font typeface="Lato Light"/>
      <p:regular r:id="rId18"/>
      <p:bold r:id="rId19"/>
      <p:italic r:id="rId20"/>
      <p:boldItalic r:id="rId21"/>
    </p:embeddedFont>
    <p:embeddedFont>
      <p:font typeface="Montserrat Light"/>
      <p:regular r:id="rId22"/>
      <p:bold r:id="rId23"/>
      <p:italic r:id="rId24"/>
      <p:boldItalic r:id="rId25"/>
    </p:embeddedFont>
    <p:embeddedFont>
      <p:font typeface="Lato Black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547">
          <p15:clr>
            <a:srgbClr val="A4A3A4"/>
          </p15:clr>
        </p15:guide>
        <p15:guide id="2" pos="7678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8" roundtripDataSignature="AMtx7mjS6BYgAoS6H4/j6T8i2gGco3ly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7" orient="horz"/>
        <p:guide pos="767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Light-italic.fntdata"/><Relationship Id="rId22" Type="http://schemas.openxmlformats.org/officeDocument/2006/relationships/font" Target="fonts/MontserratLight-regular.fntdata"/><Relationship Id="rId21" Type="http://schemas.openxmlformats.org/officeDocument/2006/relationships/font" Target="fonts/LatoLight-boldItalic.fntdata"/><Relationship Id="rId24" Type="http://schemas.openxmlformats.org/officeDocument/2006/relationships/font" Target="fonts/MontserratLight-italic.fntdata"/><Relationship Id="rId23" Type="http://schemas.openxmlformats.org/officeDocument/2006/relationships/font" Target="fonts/Montserrat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Black-bold.fntdata"/><Relationship Id="rId25" Type="http://schemas.openxmlformats.org/officeDocument/2006/relationships/font" Target="fonts/MontserratLight-boldItalic.fntdata"/><Relationship Id="rId28" Type="http://customschemas.google.com/relationships/presentationmetadata" Target="metadata"/><Relationship Id="rId27" Type="http://schemas.openxmlformats.org/officeDocument/2006/relationships/font" Target="fonts/LatoBlack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19" Type="http://schemas.openxmlformats.org/officeDocument/2006/relationships/font" Target="fonts/LatoLight-bold.fntdata"/><Relationship Id="rId18" Type="http://schemas.openxmlformats.org/officeDocument/2006/relationships/font" Target="fonts/Lato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1:notes"/>
          <p:cNvSpPr/>
          <p:nvPr>
            <p:ph idx="2" type="sldImg"/>
          </p:nvPr>
        </p:nvSpPr>
        <p:spPr>
          <a:xfrm>
            <a:off x="534988" y="763588"/>
            <a:ext cx="6702425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534988" y="763588"/>
            <a:ext cx="6702425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3:notes"/>
          <p:cNvSpPr/>
          <p:nvPr>
            <p:ph idx="2" type="sldImg"/>
          </p:nvPr>
        </p:nvSpPr>
        <p:spPr>
          <a:xfrm>
            <a:off x="534988" y="763588"/>
            <a:ext cx="6702425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534988" y="763588"/>
            <a:ext cx="6702425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5:notes"/>
          <p:cNvSpPr/>
          <p:nvPr>
            <p:ph idx="2" type="sldImg"/>
          </p:nvPr>
        </p:nvSpPr>
        <p:spPr>
          <a:xfrm>
            <a:off x="534988" y="763588"/>
            <a:ext cx="6702425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6:notes"/>
          <p:cNvSpPr/>
          <p:nvPr>
            <p:ph idx="2" type="sldImg"/>
          </p:nvPr>
        </p:nvSpPr>
        <p:spPr>
          <a:xfrm>
            <a:off x="534988" y="763588"/>
            <a:ext cx="6702425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7" name="Google Shape;257;p6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7:notes"/>
          <p:cNvSpPr/>
          <p:nvPr>
            <p:ph idx="2" type="sldImg"/>
          </p:nvPr>
        </p:nvSpPr>
        <p:spPr>
          <a:xfrm>
            <a:off x="534988" y="763588"/>
            <a:ext cx="6702425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1" name="Google Shape;311;p7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8:notes"/>
          <p:cNvSpPr/>
          <p:nvPr>
            <p:ph idx="2" type="sldImg"/>
          </p:nvPr>
        </p:nvSpPr>
        <p:spPr>
          <a:xfrm>
            <a:off x="534988" y="763588"/>
            <a:ext cx="6702425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46" name="Google Shape;346;p8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98"/>
              <a:buFont typeface="Calibri"/>
              <a:buNone/>
              <a:defRPr b="0" i="0" sz="87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84136" lvl="0" marL="457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599"/>
              <a:buFont typeface="Arial"/>
              <a:buChar char="•"/>
              <a:defRPr b="0" i="0" sz="55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33336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799"/>
              <a:buFont typeface="Arial"/>
              <a:buChar char="•"/>
              <a:defRPr b="0" i="0" sz="47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82536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999"/>
              <a:buFont typeface="Arial"/>
              <a:buChar char="•"/>
              <a:defRPr b="0" i="0" sz="39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136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Arial"/>
              <a:buChar char="•"/>
              <a:defRPr b="0" i="0" sz="35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136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Arial"/>
              <a:buChar char="•"/>
              <a:defRPr b="0" i="0" sz="35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57136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Arial"/>
              <a:buChar char="•"/>
              <a:defRPr b="0" i="0" sz="35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57136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Arial"/>
              <a:buChar char="•"/>
              <a:defRPr b="0" i="0" sz="35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57136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Arial"/>
              <a:buChar char="•"/>
              <a:defRPr b="0" i="0" sz="35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57136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Arial"/>
              <a:buChar char="•"/>
              <a:defRPr b="0" i="0" sz="35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1675964" y="12712701"/>
            <a:ext cx="5484971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399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8075097" y="12712701"/>
            <a:ext cx="8227457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399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17216716" y="12712701"/>
            <a:ext cx="5484971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399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399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399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399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399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399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399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399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399" u="none" cap="none" strike="noStrike">
                <a:solidFill>
                  <a:srgbClr val="9C9C9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1"/>
          <p:cNvGrpSpPr/>
          <p:nvPr/>
        </p:nvGrpSpPr>
        <p:grpSpPr>
          <a:xfrm>
            <a:off x="11509664" y="7257404"/>
            <a:ext cx="10149825" cy="6681775"/>
            <a:chOff x="11509664" y="7257404"/>
            <a:chExt cx="10149825" cy="6681775"/>
          </a:xfrm>
        </p:grpSpPr>
        <p:sp>
          <p:nvSpPr>
            <p:cNvPr id="22" name="Google Shape;22;p1"/>
            <p:cNvSpPr/>
            <p:nvPr/>
          </p:nvSpPr>
          <p:spPr>
            <a:xfrm>
              <a:off x="15711786" y="8216897"/>
              <a:ext cx="5947703" cy="5722282"/>
            </a:xfrm>
            <a:custGeom>
              <a:rect b="b" l="l" r="r" t="t"/>
              <a:pathLst>
                <a:path extrusionOk="0" h="4365" w="4539">
                  <a:moveTo>
                    <a:pt x="2042" y="0"/>
                  </a:moveTo>
                  <a:lnTo>
                    <a:pt x="0" y="3214"/>
                  </a:lnTo>
                  <a:lnTo>
                    <a:pt x="0" y="3214"/>
                  </a:lnTo>
                  <a:cubicBezTo>
                    <a:pt x="149" y="3107"/>
                    <a:pt x="974" y="2534"/>
                    <a:pt x="2066" y="2737"/>
                  </a:cubicBezTo>
                  <a:lnTo>
                    <a:pt x="2066" y="2737"/>
                  </a:lnTo>
                  <a:cubicBezTo>
                    <a:pt x="3444" y="2995"/>
                    <a:pt x="4010" y="4259"/>
                    <a:pt x="4054" y="4364"/>
                  </a:cubicBezTo>
                  <a:lnTo>
                    <a:pt x="4054" y="4364"/>
                  </a:lnTo>
                  <a:cubicBezTo>
                    <a:pt x="4127" y="4148"/>
                    <a:pt x="4538" y="2853"/>
                    <a:pt x="3813" y="1545"/>
                  </a:cubicBezTo>
                  <a:lnTo>
                    <a:pt x="3813" y="1545"/>
                  </a:lnTo>
                  <a:cubicBezTo>
                    <a:pt x="3244" y="516"/>
                    <a:pt x="2320" y="110"/>
                    <a:pt x="2042" y="0"/>
                  </a:cubicBezTo>
                  <a:lnTo>
                    <a:pt x="2042" y="0"/>
                  </a:lnTo>
                  <a:cubicBezTo>
                    <a:pt x="1361" y="1072"/>
                    <a:pt x="680" y="2143"/>
                    <a:pt x="0" y="3214"/>
                  </a:cubicBezTo>
                  <a:lnTo>
                    <a:pt x="0" y="3214"/>
                  </a:lnTo>
                  <a:cubicBezTo>
                    <a:pt x="149" y="3107"/>
                    <a:pt x="974" y="2534"/>
                    <a:pt x="2066" y="2737"/>
                  </a:cubicBezTo>
                  <a:lnTo>
                    <a:pt x="2066" y="2737"/>
                  </a:lnTo>
                  <a:cubicBezTo>
                    <a:pt x="3444" y="2995"/>
                    <a:pt x="4010" y="4259"/>
                    <a:pt x="4054" y="4364"/>
                  </a:cubicBezTo>
                  <a:lnTo>
                    <a:pt x="4054" y="4364"/>
                  </a:lnTo>
                  <a:cubicBezTo>
                    <a:pt x="4127" y="4148"/>
                    <a:pt x="4538" y="2853"/>
                    <a:pt x="3813" y="1545"/>
                  </a:cubicBezTo>
                  <a:lnTo>
                    <a:pt x="3813" y="1545"/>
                  </a:lnTo>
                  <a:cubicBezTo>
                    <a:pt x="3244" y="516"/>
                    <a:pt x="2320" y="110"/>
                    <a:pt x="2042" y="0"/>
                  </a:cubicBezTo>
                </a:path>
              </a:pathLst>
            </a:custGeom>
            <a:solidFill>
              <a:srgbClr val="FF7A25"/>
            </a:solidFill>
            <a:ln cap="flat" cmpd="sng" w="9525">
              <a:solidFill>
                <a:srgbClr val="808080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15711786" y="8216897"/>
              <a:ext cx="5947703" cy="5722282"/>
            </a:xfrm>
            <a:custGeom>
              <a:rect b="b" l="l" r="r" t="t"/>
              <a:pathLst>
                <a:path extrusionOk="0" h="4365" w="4539">
                  <a:moveTo>
                    <a:pt x="2042" y="0"/>
                  </a:moveTo>
                  <a:lnTo>
                    <a:pt x="0" y="3214"/>
                  </a:lnTo>
                  <a:lnTo>
                    <a:pt x="0" y="3214"/>
                  </a:lnTo>
                  <a:cubicBezTo>
                    <a:pt x="149" y="3107"/>
                    <a:pt x="974" y="2534"/>
                    <a:pt x="2066" y="2737"/>
                  </a:cubicBezTo>
                  <a:lnTo>
                    <a:pt x="2066" y="2737"/>
                  </a:lnTo>
                  <a:cubicBezTo>
                    <a:pt x="3444" y="2995"/>
                    <a:pt x="4010" y="4259"/>
                    <a:pt x="4054" y="4364"/>
                  </a:cubicBezTo>
                  <a:lnTo>
                    <a:pt x="4054" y="4364"/>
                  </a:lnTo>
                  <a:cubicBezTo>
                    <a:pt x="4127" y="4148"/>
                    <a:pt x="4538" y="2853"/>
                    <a:pt x="3813" y="1545"/>
                  </a:cubicBezTo>
                  <a:lnTo>
                    <a:pt x="3813" y="1545"/>
                  </a:lnTo>
                  <a:cubicBezTo>
                    <a:pt x="3244" y="516"/>
                    <a:pt x="2320" y="110"/>
                    <a:pt x="2042" y="0"/>
                  </a:cubicBezTo>
                  <a:lnTo>
                    <a:pt x="2042" y="0"/>
                  </a:lnTo>
                  <a:cubicBezTo>
                    <a:pt x="1361" y="1072"/>
                    <a:pt x="680" y="2143"/>
                    <a:pt x="0" y="3214"/>
                  </a:cubicBezTo>
                  <a:lnTo>
                    <a:pt x="0" y="3214"/>
                  </a:lnTo>
                  <a:cubicBezTo>
                    <a:pt x="149" y="3107"/>
                    <a:pt x="974" y="2534"/>
                    <a:pt x="2066" y="2737"/>
                  </a:cubicBezTo>
                  <a:lnTo>
                    <a:pt x="2066" y="2737"/>
                  </a:lnTo>
                  <a:cubicBezTo>
                    <a:pt x="3444" y="2995"/>
                    <a:pt x="4010" y="4259"/>
                    <a:pt x="4054" y="4364"/>
                  </a:cubicBezTo>
                  <a:lnTo>
                    <a:pt x="4054" y="4364"/>
                  </a:lnTo>
                  <a:cubicBezTo>
                    <a:pt x="4127" y="4148"/>
                    <a:pt x="4538" y="2853"/>
                    <a:pt x="3813" y="1545"/>
                  </a:cubicBezTo>
                  <a:lnTo>
                    <a:pt x="3813" y="1545"/>
                  </a:lnTo>
                  <a:cubicBezTo>
                    <a:pt x="3244" y="516"/>
                    <a:pt x="2320" y="110"/>
                    <a:pt x="2042" y="0"/>
                  </a:cubicBezTo>
                </a:path>
              </a:pathLst>
            </a:custGeom>
            <a:noFill/>
            <a:ln cap="flat" cmpd="sng" w="36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11509664" y="7759693"/>
              <a:ext cx="5947707" cy="5722282"/>
            </a:xfrm>
            <a:custGeom>
              <a:rect b="b" l="l" r="r" t="t"/>
              <a:pathLst>
                <a:path extrusionOk="0" h="4365" w="4539">
                  <a:moveTo>
                    <a:pt x="2496" y="0"/>
                  </a:moveTo>
                  <a:lnTo>
                    <a:pt x="4538" y="3214"/>
                  </a:lnTo>
                  <a:lnTo>
                    <a:pt x="4538" y="3214"/>
                  </a:lnTo>
                  <a:cubicBezTo>
                    <a:pt x="4388" y="3107"/>
                    <a:pt x="3563" y="2534"/>
                    <a:pt x="2471" y="2737"/>
                  </a:cubicBezTo>
                  <a:lnTo>
                    <a:pt x="2471" y="2737"/>
                  </a:lnTo>
                  <a:cubicBezTo>
                    <a:pt x="1093" y="2995"/>
                    <a:pt x="529" y="4259"/>
                    <a:pt x="485" y="4364"/>
                  </a:cubicBezTo>
                  <a:lnTo>
                    <a:pt x="485" y="4364"/>
                  </a:lnTo>
                  <a:cubicBezTo>
                    <a:pt x="412" y="4148"/>
                    <a:pt x="0" y="2853"/>
                    <a:pt x="725" y="1545"/>
                  </a:cubicBezTo>
                  <a:lnTo>
                    <a:pt x="725" y="1545"/>
                  </a:lnTo>
                  <a:cubicBezTo>
                    <a:pt x="1294" y="516"/>
                    <a:pt x="2217" y="110"/>
                    <a:pt x="2496" y="0"/>
                  </a:cubicBezTo>
                  <a:lnTo>
                    <a:pt x="2496" y="0"/>
                  </a:lnTo>
                  <a:cubicBezTo>
                    <a:pt x="3176" y="1072"/>
                    <a:pt x="3857" y="2143"/>
                    <a:pt x="4538" y="3214"/>
                  </a:cubicBezTo>
                  <a:lnTo>
                    <a:pt x="4538" y="3214"/>
                  </a:lnTo>
                  <a:cubicBezTo>
                    <a:pt x="4388" y="3107"/>
                    <a:pt x="3563" y="2534"/>
                    <a:pt x="2471" y="2737"/>
                  </a:cubicBezTo>
                  <a:lnTo>
                    <a:pt x="2471" y="2737"/>
                  </a:lnTo>
                  <a:cubicBezTo>
                    <a:pt x="1093" y="2995"/>
                    <a:pt x="529" y="4259"/>
                    <a:pt x="485" y="4364"/>
                  </a:cubicBezTo>
                  <a:lnTo>
                    <a:pt x="485" y="4364"/>
                  </a:lnTo>
                  <a:cubicBezTo>
                    <a:pt x="412" y="4148"/>
                    <a:pt x="0" y="2853"/>
                    <a:pt x="725" y="1545"/>
                  </a:cubicBezTo>
                  <a:lnTo>
                    <a:pt x="725" y="1545"/>
                  </a:lnTo>
                  <a:cubicBezTo>
                    <a:pt x="1294" y="516"/>
                    <a:pt x="2217" y="110"/>
                    <a:pt x="2496" y="0"/>
                  </a:cubicBezTo>
                </a:path>
              </a:pathLst>
            </a:custGeom>
            <a:solidFill>
              <a:srgbClr val="FF7A25"/>
            </a:solidFill>
            <a:ln cap="flat" cmpd="sng" w="9525">
              <a:solidFill>
                <a:srgbClr val="FFFFFF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11509664" y="7759693"/>
              <a:ext cx="5947707" cy="5722282"/>
            </a:xfrm>
            <a:custGeom>
              <a:rect b="b" l="l" r="r" t="t"/>
              <a:pathLst>
                <a:path extrusionOk="0" h="4365" w="4539">
                  <a:moveTo>
                    <a:pt x="2496" y="0"/>
                  </a:moveTo>
                  <a:lnTo>
                    <a:pt x="4538" y="3214"/>
                  </a:lnTo>
                  <a:lnTo>
                    <a:pt x="4538" y="3214"/>
                  </a:lnTo>
                  <a:cubicBezTo>
                    <a:pt x="4388" y="3107"/>
                    <a:pt x="3563" y="2534"/>
                    <a:pt x="2471" y="2737"/>
                  </a:cubicBezTo>
                  <a:lnTo>
                    <a:pt x="2471" y="2737"/>
                  </a:lnTo>
                  <a:cubicBezTo>
                    <a:pt x="1093" y="2995"/>
                    <a:pt x="529" y="4259"/>
                    <a:pt x="485" y="4364"/>
                  </a:cubicBezTo>
                  <a:lnTo>
                    <a:pt x="485" y="4364"/>
                  </a:lnTo>
                  <a:cubicBezTo>
                    <a:pt x="412" y="4148"/>
                    <a:pt x="0" y="2853"/>
                    <a:pt x="725" y="1545"/>
                  </a:cubicBezTo>
                  <a:lnTo>
                    <a:pt x="725" y="1545"/>
                  </a:lnTo>
                  <a:cubicBezTo>
                    <a:pt x="1294" y="516"/>
                    <a:pt x="2217" y="110"/>
                    <a:pt x="2496" y="0"/>
                  </a:cubicBezTo>
                  <a:lnTo>
                    <a:pt x="2496" y="0"/>
                  </a:lnTo>
                  <a:cubicBezTo>
                    <a:pt x="3176" y="1072"/>
                    <a:pt x="3857" y="2143"/>
                    <a:pt x="4538" y="3214"/>
                  </a:cubicBezTo>
                  <a:lnTo>
                    <a:pt x="4538" y="3214"/>
                  </a:lnTo>
                  <a:cubicBezTo>
                    <a:pt x="4388" y="3107"/>
                    <a:pt x="3563" y="2534"/>
                    <a:pt x="2471" y="2737"/>
                  </a:cubicBezTo>
                  <a:lnTo>
                    <a:pt x="2471" y="2737"/>
                  </a:lnTo>
                  <a:cubicBezTo>
                    <a:pt x="1093" y="2995"/>
                    <a:pt x="529" y="4259"/>
                    <a:pt x="485" y="4364"/>
                  </a:cubicBezTo>
                  <a:lnTo>
                    <a:pt x="485" y="4364"/>
                  </a:lnTo>
                  <a:cubicBezTo>
                    <a:pt x="412" y="4148"/>
                    <a:pt x="0" y="2853"/>
                    <a:pt x="725" y="1545"/>
                  </a:cubicBezTo>
                  <a:lnTo>
                    <a:pt x="725" y="1545"/>
                  </a:lnTo>
                  <a:cubicBezTo>
                    <a:pt x="1294" y="516"/>
                    <a:pt x="2217" y="110"/>
                    <a:pt x="2496" y="0"/>
                  </a:cubicBezTo>
                </a:path>
              </a:pathLst>
            </a:custGeom>
            <a:noFill/>
            <a:ln cap="flat" cmpd="sng" w="36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16197313" y="7257404"/>
              <a:ext cx="167621" cy="63579"/>
            </a:xfrm>
            <a:custGeom>
              <a:rect b="b" l="l" r="r" t="t"/>
              <a:pathLst>
                <a:path extrusionOk="0" h="47" w="129">
                  <a:moveTo>
                    <a:pt x="105" y="46"/>
                  </a:moveTo>
                  <a:lnTo>
                    <a:pt x="22" y="46"/>
                  </a:lnTo>
                  <a:lnTo>
                    <a:pt x="22" y="46"/>
                  </a:lnTo>
                  <a:cubicBezTo>
                    <a:pt x="10" y="46"/>
                    <a:pt x="0" y="35"/>
                    <a:pt x="0" y="23"/>
                  </a:cubicBezTo>
                  <a:lnTo>
                    <a:pt x="0" y="23"/>
                  </a:lnTo>
                  <a:cubicBezTo>
                    <a:pt x="0" y="11"/>
                    <a:pt x="10" y="0"/>
                    <a:pt x="22" y="0"/>
                  </a:cubicBezTo>
                  <a:lnTo>
                    <a:pt x="105" y="0"/>
                  </a:lnTo>
                  <a:lnTo>
                    <a:pt x="105" y="0"/>
                  </a:lnTo>
                  <a:cubicBezTo>
                    <a:pt x="118" y="0"/>
                    <a:pt x="128" y="11"/>
                    <a:pt x="128" y="23"/>
                  </a:cubicBezTo>
                  <a:lnTo>
                    <a:pt x="128" y="23"/>
                  </a:lnTo>
                  <a:cubicBezTo>
                    <a:pt x="128" y="35"/>
                    <a:pt x="118" y="46"/>
                    <a:pt x="105" y="46"/>
                  </a:cubicBezTo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" name="Google Shape;27;p1"/>
          <p:cNvSpPr/>
          <p:nvPr/>
        </p:nvSpPr>
        <p:spPr>
          <a:xfrm>
            <a:off x="14474848" y="691230"/>
            <a:ext cx="4098077" cy="3028763"/>
          </a:xfrm>
          <a:custGeom>
            <a:rect b="b" l="l" r="r" t="t"/>
            <a:pathLst>
              <a:path extrusionOk="0" h="2309" w="3126">
                <a:moveTo>
                  <a:pt x="0" y="2308"/>
                </a:moveTo>
                <a:lnTo>
                  <a:pt x="3125" y="2308"/>
                </a:lnTo>
                <a:lnTo>
                  <a:pt x="3125" y="2308"/>
                </a:lnTo>
                <a:cubicBezTo>
                  <a:pt x="2767" y="1469"/>
                  <a:pt x="2246" y="684"/>
                  <a:pt x="1562" y="0"/>
                </a:cubicBezTo>
                <a:lnTo>
                  <a:pt x="1562" y="0"/>
                </a:lnTo>
                <a:lnTo>
                  <a:pt x="1562" y="0"/>
                </a:lnTo>
                <a:lnTo>
                  <a:pt x="1562" y="0"/>
                </a:lnTo>
                <a:cubicBezTo>
                  <a:pt x="878" y="684"/>
                  <a:pt x="357" y="1469"/>
                  <a:pt x="0" y="2308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3734998" y="3714211"/>
            <a:ext cx="5577778" cy="3028763"/>
          </a:xfrm>
          <a:custGeom>
            <a:rect b="b" l="l" r="r" t="t"/>
            <a:pathLst>
              <a:path extrusionOk="0" h="2310" w="4256">
                <a:moveTo>
                  <a:pt x="0" y="2309"/>
                </a:moveTo>
                <a:lnTo>
                  <a:pt x="4255" y="2309"/>
                </a:lnTo>
                <a:lnTo>
                  <a:pt x="4255" y="2309"/>
                </a:lnTo>
                <a:cubicBezTo>
                  <a:pt x="4193" y="1520"/>
                  <a:pt x="4005" y="739"/>
                  <a:pt x="3690" y="0"/>
                </a:cubicBezTo>
                <a:lnTo>
                  <a:pt x="565" y="0"/>
                </a:lnTo>
                <a:lnTo>
                  <a:pt x="565" y="0"/>
                </a:lnTo>
                <a:cubicBezTo>
                  <a:pt x="249" y="739"/>
                  <a:pt x="61" y="1520"/>
                  <a:pt x="0" y="2309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3659855" y="6742975"/>
            <a:ext cx="5733842" cy="3022985"/>
          </a:xfrm>
          <a:custGeom>
            <a:rect b="b" l="l" r="r" t="t"/>
            <a:pathLst>
              <a:path extrusionOk="0" h="2308" w="4376">
                <a:moveTo>
                  <a:pt x="245" y="2307"/>
                </a:moveTo>
                <a:lnTo>
                  <a:pt x="4130" y="2307"/>
                </a:lnTo>
                <a:lnTo>
                  <a:pt x="4130" y="2307"/>
                </a:lnTo>
                <a:cubicBezTo>
                  <a:pt x="4313" y="1551"/>
                  <a:pt x="4375" y="770"/>
                  <a:pt x="4315" y="0"/>
                </a:cubicBezTo>
                <a:lnTo>
                  <a:pt x="60" y="0"/>
                </a:lnTo>
                <a:lnTo>
                  <a:pt x="60" y="0"/>
                </a:lnTo>
                <a:cubicBezTo>
                  <a:pt x="0" y="770"/>
                  <a:pt x="61" y="1551"/>
                  <a:pt x="245" y="2307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13977761" y="9765959"/>
            <a:ext cx="5092251" cy="3028763"/>
          </a:xfrm>
          <a:custGeom>
            <a:rect b="b" l="l" r="r" t="t"/>
            <a:pathLst>
              <a:path extrusionOk="0" h="2309" w="3886">
                <a:moveTo>
                  <a:pt x="0" y="0"/>
                </a:moveTo>
                <a:lnTo>
                  <a:pt x="0" y="0"/>
                </a:lnTo>
                <a:cubicBezTo>
                  <a:pt x="195" y="809"/>
                  <a:pt x="530" y="1591"/>
                  <a:pt x="1005" y="2308"/>
                </a:cubicBezTo>
                <a:lnTo>
                  <a:pt x="2880" y="2308"/>
                </a:lnTo>
                <a:lnTo>
                  <a:pt x="2880" y="2308"/>
                </a:lnTo>
                <a:cubicBezTo>
                  <a:pt x="3354" y="1591"/>
                  <a:pt x="3689" y="809"/>
                  <a:pt x="3885" y="0"/>
                </a:cubicBezTo>
                <a:lnTo>
                  <a:pt x="0" y="0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6081711" y="7257404"/>
            <a:ext cx="907471" cy="612689"/>
          </a:xfrm>
          <a:custGeom>
            <a:rect b="b" l="l" r="r" t="t"/>
            <a:pathLst>
              <a:path extrusionOk="0" h="469" w="694">
                <a:moveTo>
                  <a:pt x="389" y="59"/>
                </a:moveTo>
                <a:lnTo>
                  <a:pt x="389" y="59"/>
                </a:lnTo>
                <a:close/>
                <a:moveTo>
                  <a:pt x="45" y="423"/>
                </a:moveTo>
                <a:lnTo>
                  <a:pt x="648" y="423"/>
                </a:lnTo>
                <a:lnTo>
                  <a:pt x="648" y="46"/>
                </a:lnTo>
                <a:lnTo>
                  <a:pt x="444" y="46"/>
                </a:lnTo>
                <a:lnTo>
                  <a:pt x="430" y="78"/>
                </a:lnTo>
                <a:lnTo>
                  <a:pt x="430" y="78"/>
                </a:lnTo>
                <a:cubicBezTo>
                  <a:pt x="425" y="89"/>
                  <a:pt x="414" y="97"/>
                  <a:pt x="402" y="97"/>
                </a:cubicBezTo>
                <a:lnTo>
                  <a:pt x="45" y="97"/>
                </a:lnTo>
                <a:lnTo>
                  <a:pt x="45" y="423"/>
                </a:lnTo>
                <a:close/>
                <a:moveTo>
                  <a:pt x="658" y="468"/>
                </a:moveTo>
                <a:lnTo>
                  <a:pt x="35" y="468"/>
                </a:lnTo>
                <a:lnTo>
                  <a:pt x="35" y="468"/>
                </a:lnTo>
                <a:cubicBezTo>
                  <a:pt x="16" y="468"/>
                  <a:pt x="0" y="453"/>
                  <a:pt x="0" y="434"/>
                </a:cubicBezTo>
                <a:lnTo>
                  <a:pt x="0" y="88"/>
                </a:lnTo>
                <a:lnTo>
                  <a:pt x="0" y="88"/>
                </a:lnTo>
                <a:cubicBezTo>
                  <a:pt x="0" y="68"/>
                  <a:pt x="16" y="52"/>
                  <a:pt x="37" y="52"/>
                </a:cubicBezTo>
                <a:lnTo>
                  <a:pt x="392" y="51"/>
                </a:lnTo>
                <a:lnTo>
                  <a:pt x="407" y="20"/>
                </a:lnTo>
                <a:lnTo>
                  <a:pt x="407" y="20"/>
                </a:lnTo>
                <a:cubicBezTo>
                  <a:pt x="412" y="8"/>
                  <a:pt x="423" y="0"/>
                  <a:pt x="436" y="0"/>
                </a:cubicBezTo>
                <a:lnTo>
                  <a:pt x="658" y="0"/>
                </a:lnTo>
                <a:lnTo>
                  <a:pt x="658" y="0"/>
                </a:lnTo>
                <a:cubicBezTo>
                  <a:pt x="677" y="0"/>
                  <a:pt x="693" y="16"/>
                  <a:pt x="693" y="34"/>
                </a:cubicBezTo>
                <a:lnTo>
                  <a:pt x="693" y="434"/>
                </a:lnTo>
                <a:lnTo>
                  <a:pt x="693" y="434"/>
                </a:lnTo>
                <a:cubicBezTo>
                  <a:pt x="693" y="453"/>
                  <a:pt x="677" y="468"/>
                  <a:pt x="658" y="4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6688619" y="7361445"/>
            <a:ext cx="184963" cy="156060"/>
          </a:xfrm>
          <a:custGeom>
            <a:rect b="b" l="l" r="r" t="t"/>
            <a:pathLst>
              <a:path extrusionOk="0" h="120" w="142">
                <a:moveTo>
                  <a:pt x="45" y="74"/>
                </a:moveTo>
                <a:lnTo>
                  <a:pt x="96" y="74"/>
                </a:lnTo>
                <a:lnTo>
                  <a:pt x="96" y="45"/>
                </a:lnTo>
                <a:lnTo>
                  <a:pt x="45" y="45"/>
                </a:lnTo>
                <a:lnTo>
                  <a:pt x="45" y="74"/>
                </a:lnTo>
                <a:close/>
                <a:moveTo>
                  <a:pt x="116" y="119"/>
                </a:moveTo>
                <a:lnTo>
                  <a:pt x="25" y="119"/>
                </a:lnTo>
                <a:lnTo>
                  <a:pt x="25" y="119"/>
                </a:lnTo>
                <a:cubicBezTo>
                  <a:pt x="12" y="119"/>
                  <a:pt x="0" y="108"/>
                  <a:pt x="0" y="95"/>
                </a:cubicBezTo>
                <a:lnTo>
                  <a:pt x="0" y="24"/>
                </a:lnTo>
                <a:lnTo>
                  <a:pt x="0" y="24"/>
                </a:lnTo>
                <a:cubicBezTo>
                  <a:pt x="0" y="11"/>
                  <a:pt x="12" y="0"/>
                  <a:pt x="25" y="0"/>
                </a:cubicBezTo>
                <a:lnTo>
                  <a:pt x="116" y="0"/>
                </a:lnTo>
                <a:lnTo>
                  <a:pt x="116" y="0"/>
                </a:lnTo>
                <a:cubicBezTo>
                  <a:pt x="130" y="0"/>
                  <a:pt x="141" y="11"/>
                  <a:pt x="141" y="24"/>
                </a:cubicBezTo>
                <a:lnTo>
                  <a:pt x="141" y="95"/>
                </a:lnTo>
                <a:lnTo>
                  <a:pt x="141" y="95"/>
                </a:lnTo>
                <a:cubicBezTo>
                  <a:pt x="141" y="108"/>
                  <a:pt x="130" y="119"/>
                  <a:pt x="116" y="11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16330253" y="7425024"/>
            <a:ext cx="352587" cy="352587"/>
          </a:xfrm>
          <a:custGeom>
            <a:rect b="b" l="l" r="r" t="t"/>
            <a:pathLst>
              <a:path extrusionOk="0" h="267" w="268">
                <a:moveTo>
                  <a:pt x="133" y="45"/>
                </a:moveTo>
                <a:lnTo>
                  <a:pt x="133" y="45"/>
                </a:lnTo>
                <a:cubicBezTo>
                  <a:pt x="84" y="45"/>
                  <a:pt x="45" y="85"/>
                  <a:pt x="45" y="133"/>
                </a:cubicBezTo>
                <a:lnTo>
                  <a:pt x="45" y="133"/>
                </a:lnTo>
                <a:cubicBezTo>
                  <a:pt x="45" y="182"/>
                  <a:pt x="84" y="222"/>
                  <a:pt x="133" y="222"/>
                </a:cubicBezTo>
                <a:lnTo>
                  <a:pt x="133" y="222"/>
                </a:lnTo>
                <a:cubicBezTo>
                  <a:pt x="182" y="222"/>
                  <a:pt x="221" y="182"/>
                  <a:pt x="221" y="133"/>
                </a:cubicBezTo>
                <a:lnTo>
                  <a:pt x="221" y="133"/>
                </a:lnTo>
                <a:cubicBezTo>
                  <a:pt x="221" y="85"/>
                  <a:pt x="182" y="45"/>
                  <a:pt x="133" y="45"/>
                </a:cubicBezTo>
                <a:close/>
                <a:moveTo>
                  <a:pt x="133" y="266"/>
                </a:moveTo>
                <a:lnTo>
                  <a:pt x="133" y="266"/>
                </a:lnTo>
                <a:cubicBezTo>
                  <a:pt x="60" y="266"/>
                  <a:pt x="0" y="207"/>
                  <a:pt x="0" y="133"/>
                </a:cubicBezTo>
                <a:lnTo>
                  <a:pt x="0" y="133"/>
                </a:lnTo>
                <a:cubicBezTo>
                  <a:pt x="0" y="60"/>
                  <a:pt x="60" y="0"/>
                  <a:pt x="133" y="0"/>
                </a:cubicBezTo>
                <a:lnTo>
                  <a:pt x="133" y="0"/>
                </a:lnTo>
                <a:cubicBezTo>
                  <a:pt x="207" y="0"/>
                  <a:pt x="267" y="60"/>
                  <a:pt x="267" y="133"/>
                </a:cubicBezTo>
                <a:lnTo>
                  <a:pt x="267" y="133"/>
                </a:lnTo>
                <a:cubicBezTo>
                  <a:pt x="267" y="207"/>
                  <a:pt x="207" y="266"/>
                  <a:pt x="133" y="2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16012350" y="4176618"/>
            <a:ext cx="959494" cy="745632"/>
          </a:xfrm>
          <a:custGeom>
            <a:rect b="b" l="l" r="r" t="t"/>
            <a:pathLst>
              <a:path extrusionOk="0" h="570" w="732">
                <a:moveTo>
                  <a:pt x="353" y="234"/>
                </a:moveTo>
                <a:lnTo>
                  <a:pt x="399" y="234"/>
                </a:lnTo>
                <a:lnTo>
                  <a:pt x="399" y="358"/>
                </a:lnTo>
                <a:lnTo>
                  <a:pt x="353" y="358"/>
                </a:lnTo>
                <a:lnTo>
                  <a:pt x="353" y="234"/>
                </a:lnTo>
                <a:close/>
                <a:moveTo>
                  <a:pt x="309" y="411"/>
                </a:moveTo>
                <a:lnTo>
                  <a:pt x="254" y="411"/>
                </a:lnTo>
                <a:lnTo>
                  <a:pt x="254" y="157"/>
                </a:lnTo>
                <a:lnTo>
                  <a:pt x="309" y="157"/>
                </a:lnTo>
                <a:lnTo>
                  <a:pt x="309" y="411"/>
                </a:lnTo>
                <a:close/>
                <a:moveTo>
                  <a:pt x="48" y="524"/>
                </a:moveTo>
                <a:lnTo>
                  <a:pt x="109" y="44"/>
                </a:lnTo>
                <a:lnTo>
                  <a:pt x="210" y="44"/>
                </a:lnTo>
                <a:lnTo>
                  <a:pt x="210" y="524"/>
                </a:lnTo>
                <a:lnTo>
                  <a:pt x="48" y="524"/>
                </a:lnTo>
                <a:close/>
                <a:moveTo>
                  <a:pt x="653" y="191"/>
                </a:moveTo>
                <a:lnTo>
                  <a:pt x="687" y="191"/>
                </a:lnTo>
                <a:lnTo>
                  <a:pt x="687" y="407"/>
                </a:lnTo>
                <a:lnTo>
                  <a:pt x="653" y="407"/>
                </a:lnTo>
                <a:lnTo>
                  <a:pt x="653" y="191"/>
                </a:lnTo>
                <a:close/>
                <a:moveTo>
                  <a:pt x="443" y="230"/>
                </a:moveTo>
                <a:lnTo>
                  <a:pt x="608" y="196"/>
                </a:lnTo>
                <a:lnTo>
                  <a:pt x="608" y="402"/>
                </a:lnTo>
                <a:lnTo>
                  <a:pt x="443" y="363"/>
                </a:lnTo>
                <a:lnTo>
                  <a:pt x="443" y="230"/>
                </a:lnTo>
                <a:close/>
                <a:moveTo>
                  <a:pt x="709" y="146"/>
                </a:moveTo>
                <a:lnTo>
                  <a:pt x="630" y="146"/>
                </a:lnTo>
                <a:lnTo>
                  <a:pt x="630" y="146"/>
                </a:lnTo>
                <a:lnTo>
                  <a:pt x="629" y="146"/>
                </a:lnTo>
                <a:lnTo>
                  <a:pt x="629" y="146"/>
                </a:lnTo>
                <a:lnTo>
                  <a:pt x="628" y="146"/>
                </a:lnTo>
                <a:lnTo>
                  <a:pt x="628" y="146"/>
                </a:lnTo>
                <a:cubicBezTo>
                  <a:pt x="628" y="146"/>
                  <a:pt x="628" y="146"/>
                  <a:pt x="627" y="146"/>
                </a:cubicBezTo>
                <a:lnTo>
                  <a:pt x="627" y="146"/>
                </a:lnTo>
                <a:cubicBezTo>
                  <a:pt x="627" y="146"/>
                  <a:pt x="627" y="146"/>
                  <a:pt x="626" y="146"/>
                </a:cubicBezTo>
                <a:lnTo>
                  <a:pt x="419" y="190"/>
                </a:lnTo>
                <a:lnTo>
                  <a:pt x="353" y="190"/>
                </a:lnTo>
                <a:lnTo>
                  <a:pt x="353" y="140"/>
                </a:lnTo>
                <a:lnTo>
                  <a:pt x="353" y="140"/>
                </a:lnTo>
                <a:cubicBezTo>
                  <a:pt x="353" y="124"/>
                  <a:pt x="343" y="113"/>
                  <a:pt x="328" y="113"/>
                </a:cubicBezTo>
                <a:lnTo>
                  <a:pt x="254" y="113"/>
                </a:lnTo>
                <a:lnTo>
                  <a:pt x="254" y="31"/>
                </a:lnTo>
                <a:lnTo>
                  <a:pt x="254" y="31"/>
                </a:lnTo>
                <a:cubicBezTo>
                  <a:pt x="254" y="26"/>
                  <a:pt x="253" y="21"/>
                  <a:pt x="251" y="16"/>
                </a:cubicBezTo>
                <a:lnTo>
                  <a:pt x="251" y="16"/>
                </a:lnTo>
                <a:cubicBezTo>
                  <a:pt x="247" y="6"/>
                  <a:pt x="238" y="0"/>
                  <a:pt x="228" y="0"/>
                </a:cubicBezTo>
                <a:lnTo>
                  <a:pt x="92" y="0"/>
                </a:lnTo>
                <a:lnTo>
                  <a:pt x="92" y="0"/>
                </a:lnTo>
                <a:cubicBezTo>
                  <a:pt x="82" y="0"/>
                  <a:pt x="73" y="6"/>
                  <a:pt x="69" y="16"/>
                </a:cubicBezTo>
                <a:lnTo>
                  <a:pt x="69" y="16"/>
                </a:lnTo>
                <a:cubicBezTo>
                  <a:pt x="67" y="20"/>
                  <a:pt x="66" y="24"/>
                  <a:pt x="66" y="30"/>
                </a:cubicBezTo>
                <a:lnTo>
                  <a:pt x="1" y="533"/>
                </a:lnTo>
                <a:lnTo>
                  <a:pt x="1" y="533"/>
                </a:lnTo>
                <a:cubicBezTo>
                  <a:pt x="0" y="542"/>
                  <a:pt x="3" y="552"/>
                  <a:pt x="9" y="558"/>
                </a:cubicBezTo>
                <a:lnTo>
                  <a:pt x="9" y="558"/>
                </a:lnTo>
                <a:cubicBezTo>
                  <a:pt x="15" y="565"/>
                  <a:pt x="24" y="569"/>
                  <a:pt x="32" y="569"/>
                </a:cubicBezTo>
                <a:lnTo>
                  <a:pt x="228" y="569"/>
                </a:lnTo>
                <a:lnTo>
                  <a:pt x="228" y="569"/>
                </a:lnTo>
                <a:cubicBezTo>
                  <a:pt x="238" y="569"/>
                  <a:pt x="247" y="563"/>
                  <a:pt x="251" y="552"/>
                </a:cubicBezTo>
                <a:lnTo>
                  <a:pt x="251" y="552"/>
                </a:lnTo>
                <a:cubicBezTo>
                  <a:pt x="253" y="547"/>
                  <a:pt x="254" y="542"/>
                  <a:pt x="254" y="536"/>
                </a:cubicBezTo>
                <a:lnTo>
                  <a:pt x="254" y="456"/>
                </a:lnTo>
                <a:lnTo>
                  <a:pt x="328" y="456"/>
                </a:lnTo>
                <a:lnTo>
                  <a:pt x="328" y="456"/>
                </a:lnTo>
                <a:cubicBezTo>
                  <a:pt x="343" y="456"/>
                  <a:pt x="353" y="443"/>
                  <a:pt x="353" y="427"/>
                </a:cubicBezTo>
                <a:lnTo>
                  <a:pt x="353" y="403"/>
                </a:lnTo>
                <a:lnTo>
                  <a:pt x="418" y="403"/>
                </a:lnTo>
                <a:lnTo>
                  <a:pt x="625" y="452"/>
                </a:lnTo>
                <a:lnTo>
                  <a:pt x="625" y="452"/>
                </a:lnTo>
                <a:lnTo>
                  <a:pt x="625" y="452"/>
                </a:lnTo>
                <a:lnTo>
                  <a:pt x="625" y="452"/>
                </a:lnTo>
                <a:cubicBezTo>
                  <a:pt x="626" y="452"/>
                  <a:pt x="626" y="452"/>
                  <a:pt x="626" y="452"/>
                </a:cubicBezTo>
                <a:lnTo>
                  <a:pt x="626" y="452"/>
                </a:lnTo>
                <a:cubicBezTo>
                  <a:pt x="627" y="452"/>
                  <a:pt x="627" y="453"/>
                  <a:pt x="628" y="453"/>
                </a:cubicBezTo>
                <a:lnTo>
                  <a:pt x="628" y="453"/>
                </a:lnTo>
                <a:cubicBezTo>
                  <a:pt x="628" y="453"/>
                  <a:pt x="628" y="453"/>
                  <a:pt x="629" y="453"/>
                </a:cubicBezTo>
                <a:lnTo>
                  <a:pt x="629" y="453"/>
                </a:lnTo>
                <a:lnTo>
                  <a:pt x="630" y="453"/>
                </a:lnTo>
                <a:lnTo>
                  <a:pt x="630" y="453"/>
                </a:lnTo>
                <a:lnTo>
                  <a:pt x="630" y="453"/>
                </a:lnTo>
                <a:lnTo>
                  <a:pt x="709" y="453"/>
                </a:lnTo>
                <a:lnTo>
                  <a:pt x="709" y="453"/>
                </a:lnTo>
                <a:cubicBezTo>
                  <a:pt x="721" y="453"/>
                  <a:pt x="731" y="442"/>
                  <a:pt x="731" y="430"/>
                </a:cubicBezTo>
                <a:lnTo>
                  <a:pt x="731" y="168"/>
                </a:lnTo>
                <a:lnTo>
                  <a:pt x="731" y="168"/>
                </a:lnTo>
                <a:cubicBezTo>
                  <a:pt x="731" y="156"/>
                  <a:pt x="721" y="146"/>
                  <a:pt x="709" y="14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16179970" y="10002941"/>
            <a:ext cx="710952" cy="907475"/>
          </a:xfrm>
          <a:custGeom>
            <a:rect b="b" l="l" r="r" t="t"/>
            <a:pathLst>
              <a:path extrusionOk="0" h="692" w="542">
                <a:moveTo>
                  <a:pt x="488" y="575"/>
                </a:moveTo>
                <a:lnTo>
                  <a:pt x="488" y="575"/>
                </a:lnTo>
                <a:cubicBezTo>
                  <a:pt x="479" y="609"/>
                  <a:pt x="454" y="635"/>
                  <a:pt x="421" y="645"/>
                </a:cubicBezTo>
                <a:lnTo>
                  <a:pt x="421" y="645"/>
                </a:lnTo>
                <a:cubicBezTo>
                  <a:pt x="412" y="643"/>
                  <a:pt x="392" y="633"/>
                  <a:pt x="379" y="627"/>
                </a:cubicBezTo>
                <a:lnTo>
                  <a:pt x="438" y="468"/>
                </a:lnTo>
                <a:lnTo>
                  <a:pt x="438" y="468"/>
                </a:lnTo>
                <a:cubicBezTo>
                  <a:pt x="448" y="471"/>
                  <a:pt x="459" y="476"/>
                  <a:pt x="463" y="478"/>
                </a:cubicBezTo>
                <a:lnTo>
                  <a:pt x="463" y="478"/>
                </a:lnTo>
                <a:cubicBezTo>
                  <a:pt x="488" y="504"/>
                  <a:pt x="498" y="540"/>
                  <a:pt x="488" y="575"/>
                </a:cubicBezTo>
                <a:close/>
                <a:moveTo>
                  <a:pt x="108" y="468"/>
                </a:moveTo>
                <a:lnTo>
                  <a:pt x="167" y="627"/>
                </a:lnTo>
                <a:lnTo>
                  <a:pt x="167" y="627"/>
                </a:lnTo>
                <a:cubicBezTo>
                  <a:pt x="154" y="633"/>
                  <a:pt x="134" y="643"/>
                  <a:pt x="125" y="645"/>
                </a:cubicBezTo>
                <a:lnTo>
                  <a:pt x="125" y="645"/>
                </a:lnTo>
                <a:cubicBezTo>
                  <a:pt x="93" y="635"/>
                  <a:pt x="67" y="609"/>
                  <a:pt x="58" y="575"/>
                </a:cubicBezTo>
                <a:lnTo>
                  <a:pt x="58" y="575"/>
                </a:lnTo>
                <a:cubicBezTo>
                  <a:pt x="56" y="568"/>
                  <a:pt x="55" y="561"/>
                  <a:pt x="55" y="554"/>
                </a:cubicBezTo>
                <a:lnTo>
                  <a:pt x="55" y="554"/>
                </a:lnTo>
                <a:cubicBezTo>
                  <a:pt x="55" y="548"/>
                  <a:pt x="55" y="540"/>
                  <a:pt x="56" y="532"/>
                </a:cubicBezTo>
                <a:lnTo>
                  <a:pt x="56" y="532"/>
                </a:lnTo>
                <a:cubicBezTo>
                  <a:pt x="59" y="512"/>
                  <a:pt x="68" y="493"/>
                  <a:pt x="83" y="478"/>
                </a:cubicBezTo>
                <a:lnTo>
                  <a:pt x="83" y="478"/>
                </a:lnTo>
                <a:cubicBezTo>
                  <a:pt x="87" y="476"/>
                  <a:pt x="99" y="471"/>
                  <a:pt x="108" y="468"/>
                </a:cubicBezTo>
                <a:close/>
                <a:moveTo>
                  <a:pt x="531" y="485"/>
                </a:moveTo>
                <a:lnTo>
                  <a:pt x="531" y="485"/>
                </a:lnTo>
                <a:cubicBezTo>
                  <a:pt x="526" y="444"/>
                  <a:pt x="519" y="397"/>
                  <a:pt x="529" y="356"/>
                </a:cubicBezTo>
                <a:lnTo>
                  <a:pt x="529" y="356"/>
                </a:lnTo>
                <a:cubicBezTo>
                  <a:pt x="540" y="309"/>
                  <a:pt x="541" y="261"/>
                  <a:pt x="533" y="217"/>
                </a:cubicBezTo>
                <a:lnTo>
                  <a:pt x="533" y="217"/>
                </a:lnTo>
                <a:cubicBezTo>
                  <a:pt x="525" y="172"/>
                  <a:pt x="507" y="131"/>
                  <a:pt x="480" y="98"/>
                </a:cubicBezTo>
                <a:lnTo>
                  <a:pt x="480" y="98"/>
                </a:lnTo>
                <a:cubicBezTo>
                  <a:pt x="458" y="68"/>
                  <a:pt x="429" y="44"/>
                  <a:pt x="395" y="28"/>
                </a:cubicBezTo>
                <a:lnTo>
                  <a:pt x="395" y="28"/>
                </a:lnTo>
                <a:cubicBezTo>
                  <a:pt x="361" y="11"/>
                  <a:pt x="321" y="1"/>
                  <a:pt x="278" y="0"/>
                </a:cubicBezTo>
                <a:lnTo>
                  <a:pt x="278" y="0"/>
                </a:lnTo>
                <a:cubicBezTo>
                  <a:pt x="276" y="0"/>
                  <a:pt x="274" y="0"/>
                  <a:pt x="272" y="0"/>
                </a:cubicBezTo>
                <a:lnTo>
                  <a:pt x="272" y="0"/>
                </a:lnTo>
                <a:cubicBezTo>
                  <a:pt x="238" y="0"/>
                  <a:pt x="205" y="6"/>
                  <a:pt x="174" y="16"/>
                </a:cubicBezTo>
                <a:lnTo>
                  <a:pt x="174" y="16"/>
                </a:lnTo>
                <a:cubicBezTo>
                  <a:pt x="104" y="38"/>
                  <a:pt x="54" y="84"/>
                  <a:pt x="27" y="148"/>
                </a:cubicBezTo>
                <a:lnTo>
                  <a:pt x="27" y="148"/>
                </a:lnTo>
                <a:cubicBezTo>
                  <a:pt x="4" y="205"/>
                  <a:pt x="0" y="275"/>
                  <a:pt x="16" y="349"/>
                </a:cubicBezTo>
                <a:lnTo>
                  <a:pt x="16" y="349"/>
                </a:lnTo>
                <a:cubicBezTo>
                  <a:pt x="26" y="391"/>
                  <a:pt x="19" y="447"/>
                  <a:pt x="15" y="492"/>
                </a:cubicBezTo>
                <a:lnTo>
                  <a:pt x="15" y="492"/>
                </a:lnTo>
                <a:cubicBezTo>
                  <a:pt x="13" y="505"/>
                  <a:pt x="12" y="517"/>
                  <a:pt x="11" y="528"/>
                </a:cubicBezTo>
                <a:lnTo>
                  <a:pt x="11" y="528"/>
                </a:lnTo>
                <a:cubicBezTo>
                  <a:pt x="10" y="537"/>
                  <a:pt x="10" y="546"/>
                  <a:pt x="10" y="555"/>
                </a:cubicBezTo>
                <a:lnTo>
                  <a:pt x="10" y="555"/>
                </a:lnTo>
                <a:lnTo>
                  <a:pt x="10" y="555"/>
                </a:lnTo>
                <a:cubicBezTo>
                  <a:pt x="10" y="556"/>
                  <a:pt x="10" y="556"/>
                  <a:pt x="10" y="557"/>
                </a:cubicBezTo>
                <a:lnTo>
                  <a:pt x="10" y="557"/>
                </a:lnTo>
                <a:cubicBezTo>
                  <a:pt x="10" y="567"/>
                  <a:pt x="12" y="577"/>
                  <a:pt x="15" y="587"/>
                </a:cubicBezTo>
                <a:lnTo>
                  <a:pt x="15" y="587"/>
                </a:lnTo>
                <a:cubicBezTo>
                  <a:pt x="28" y="638"/>
                  <a:pt x="68" y="677"/>
                  <a:pt x="118" y="690"/>
                </a:cubicBezTo>
                <a:lnTo>
                  <a:pt x="118" y="690"/>
                </a:lnTo>
                <a:cubicBezTo>
                  <a:pt x="120" y="690"/>
                  <a:pt x="122" y="691"/>
                  <a:pt x="125" y="691"/>
                </a:cubicBezTo>
                <a:lnTo>
                  <a:pt x="125" y="691"/>
                </a:lnTo>
                <a:cubicBezTo>
                  <a:pt x="131" y="691"/>
                  <a:pt x="141" y="688"/>
                  <a:pt x="166" y="677"/>
                </a:cubicBezTo>
                <a:lnTo>
                  <a:pt x="166" y="677"/>
                </a:lnTo>
                <a:cubicBezTo>
                  <a:pt x="188" y="668"/>
                  <a:pt x="202" y="659"/>
                  <a:pt x="209" y="652"/>
                </a:cubicBezTo>
                <a:lnTo>
                  <a:pt x="209" y="652"/>
                </a:lnTo>
                <a:cubicBezTo>
                  <a:pt x="219" y="643"/>
                  <a:pt x="217" y="632"/>
                  <a:pt x="216" y="628"/>
                </a:cubicBezTo>
                <a:lnTo>
                  <a:pt x="216" y="627"/>
                </a:lnTo>
                <a:lnTo>
                  <a:pt x="144" y="436"/>
                </a:lnTo>
                <a:lnTo>
                  <a:pt x="144" y="436"/>
                </a:lnTo>
                <a:cubicBezTo>
                  <a:pt x="142" y="428"/>
                  <a:pt x="136" y="423"/>
                  <a:pt x="128" y="420"/>
                </a:cubicBezTo>
                <a:lnTo>
                  <a:pt x="128" y="420"/>
                </a:lnTo>
                <a:cubicBezTo>
                  <a:pt x="122" y="419"/>
                  <a:pt x="112" y="418"/>
                  <a:pt x="85" y="428"/>
                </a:cubicBezTo>
                <a:lnTo>
                  <a:pt x="85" y="428"/>
                </a:lnTo>
                <a:cubicBezTo>
                  <a:pt x="77" y="431"/>
                  <a:pt x="70" y="435"/>
                  <a:pt x="65" y="438"/>
                </a:cubicBezTo>
                <a:lnTo>
                  <a:pt x="65" y="438"/>
                </a:lnTo>
                <a:cubicBezTo>
                  <a:pt x="66" y="404"/>
                  <a:pt x="66" y="370"/>
                  <a:pt x="60" y="340"/>
                </a:cubicBezTo>
                <a:lnTo>
                  <a:pt x="60" y="340"/>
                </a:lnTo>
                <a:cubicBezTo>
                  <a:pt x="46" y="274"/>
                  <a:pt x="49" y="214"/>
                  <a:pt x="69" y="166"/>
                </a:cubicBezTo>
                <a:lnTo>
                  <a:pt x="69" y="166"/>
                </a:lnTo>
                <a:cubicBezTo>
                  <a:pt x="90" y="112"/>
                  <a:pt x="130" y="77"/>
                  <a:pt x="188" y="58"/>
                </a:cubicBezTo>
                <a:lnTo>
                  <a:pt x="188" y="58"/>
                </a:lnTo>
                <a:cubicBezTo>
                  <a:pt x="215" y="50"/>
                  <a:pt x="243" y="46"/>
                  <a:pt x="272" y="46"/>
                </a:cubicBezTo>
                <a:lnTo>
                  <a:pt x="272" y="46"/>
                </a:lnTo>
                <a:cubicBezTo>
                  <a:pt x="274" y="46"/>
                  <a:pt x="276" y="46"/>
                  <a:pt x="278" y="46"/>
                </a:cubicBezTo>
                <a:lnTo>
                  <a:pt x="278" y="46"/>
                </a:lnTo>
                <a:cubicBezTo>
                  <a:pt x="348" y="47"/>
                  <a:pt x="406" y="74"/>
                  <a:pt x="445" y="125"/>
                </a:cubicBezTo>
                <a:lnTo>
                  <a:pt x="445" y="125"/>
                </a:lnTo>
                <a:cubicBezTo>
                  <a:pt x="467" y="153"/>
                  <a:pt x="482" y="188"/>
                  <a:pt x="489" y="225"/>
                </a:cubicBezTo>
                <a:lnTo>
                  <a:pt x="489" y="225"/>
                </a:lnTo>
                <a:cubicBezTo>
                  <a:pt x="496" y="263"/>
                  <a:pt x="495" y="305"/>
                  <a:pt x="485" y="346"/>
                </a:cubicBezTo>
                <a:lnTo>
                  <a:pt x="485" y="346"/>
                </a:lnTo>
                <a:cubicBezTo>
                  <a:pt x="478" y="376"/>
                  <a:pt x="478" y="407"/>
                  <a:pt x="480" y="436"/>
                </a:cubicBezTo>
                <a:lnTo>
                  <a:pt x="480" y="436"/>
                </a:lnTo>
                <a:cubicBezTo>
                  <a:pt x="475" y="434"/>
                  <a:pt x="469" y="431"/>
                  <a:pt x="461" y="428"/>
                </a:cubicBezTo>
                <a:lnTo>
                  <a:pt x="461" y="428"/>
                </a:lnTo>
                <a:cubicBezTo>
                  <a:pt x="434" y="418"/>
                  <a:pt x="425" y="419"/>
                  <a:pt x="419" y="420"/>
                </a:cubicBezTo>
                <a:lnTo>
                  <a:pt x="419" y="420"/>
                </a:lnTo>
                <a:cubicBezTo>
                  <a:pt x="411" y="423"/>
                  <a:pt x="405" y="428"/>
                  <a:pt x="402" y="436"/>
                </a:cubicBezTo>
                <a:lnTo>
                  <a:pt x="331" y="626"/>
                </a:lnTo>
                <a:lnTo>
                  <a:pt x="331" y="627"/>
                </a:lnTo>
                <a:lnTo>
                  <a:pt x="331" y="628"/>
                </a:lnTo>
                <a:lnTo>
                  <a:pt x="331" y="628"/>
                </a:lnTo>
                <a:cubicBezTo>
                  <a:pt x="330" y="632"/>
                  <a:pt x="328" y="643"/>
                  <a:pt x="337" y="652"/>
                </a:cubicBezTo>
                <a:lnTo>
                  <a:pt x="337" y="652"/>
                </a:lnTo>
                <a:cubicBezTo>
                  <a:pt x="344" y="659"/>
                  <a:pt x="358" y="668"/>
                  <a:pt x="380" y="677"/>
                </a:cubicBezTo>
                <a:lnTo>
                  <a:pt x="380" y="677"/>
                </a:lnTo>
                <a:cubicBezTo>
                  <a:pt x="405" y="688"/>
                  <a:pt x="416" y="691"/>
                  <a:pt x="422" y="691"/>
                </a:cubicBezTo>
                <a:lnTo>
                  <a:pt x="422" y="691"/>
                </a:lnTo>
                <a:cubicBezTo>
                  <a:pt x="425" y="691"/>
                  <a:pt x="427" y="690"/>
                  <a:pt x="428" y="690"/>
                </a:cubicBezTo>
                <a:lnTo>
                  <a:pt x="428" y="690"/>
                </a:lnTo>
                <a:cubicBezTo>
                  <a:pt x="479" y="677"/>
                  <a:pt x="519" y="638"/>
                  <a:pt x="532" y="587"/>
                </a:cubicBezTo>
                <a:lnTo>
                  <a:pt x="532" y="587"/>
                </a:lnTo>
                <a:cubicBezTo>
                  <a:pt x="536" y="574"/>
                  <a:pt x="537" y="560"/>
                  <a:pt x="537" y="546"/>
                </a:cubicBezTo>
                <a:lnTo>
                  <a:pt x="537" y="546"/>
                </a:lnTo>
                <a:lnTo>
                  <a:pt x="537" y="546"/>
                </a:lnTo>
                <a:lnTo>
                  <a:pt x="537" y="546"/>
                </a:lnTo>
                <a:cubicBezTo>
                  <a:pt x="537" y="528"/>
                  <a:pt x="534" y="507"/>
                  <a:pt x="531" y="4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16075930" y="1292359"/>
            <a:ext cx="843892" cy="913253"/>
          </a:xfrm>
          <a:custGeom>
            <a:rect b="b" l="l" r="r" t="t"/>
            <a:pathLst>
              <a:path extrusionOk="0" h="695" w="643">
                <a:moveTo>
                  <a:pt x="296" y="60"/>
                </a:moveTo>
                <a:lnTo>
                  <a:pt x="296" y="60"/>
                </a:lnTo>
                <a:close/>
                <a:moveTo>
                  <a:pt x="385" y="633"/>
                </a:moveTo>
                <a:lnTo>
                  <a:pt x="385" y="633"/>
                </a:lnTo>
                <a:cubicBezTo>
                  <a:pt x="395" y="633"/>
                  <a:pt x="404" y="634"/>
                  <a:pt x="414" y="636"/>
                </a:cubicBezTo>
                <a:lnTo>
                  <a:pt x="414" y="636"/>
                </a:lnTo>
                <a:cubicBezTo>
                  <a:pt x="431" y="641"/>
                  <a:pt x="456" y="647"/>
                  <a:pt x="481" y="649"/>
                </a:cubicBezTo>
                <a:lnTo>
                  <a:pt x="481" y="649"/>
                </a:lnTo>
                <a:cubicBezTo>
                  <a:pt x="516" y="651"/>
                  <a:pt x="527" y="644"/>
                  <a:pt x="530" y="642"/>
                </a:cubicBezTo>
                <a:lnTo>
                  <a:pt x="530" y="642"/>
                </a:lnTo>
                <a:cubicBezTo>
                  <a:pt x="538" y="634"/>
                  <a:pt x="541" y="625"/>
                  <a:pt x="539" y="616"/>
                </a:cubicBezTo>
                <a:lnTo>
                  <a:pt x="539" y="616"/>
                </a:lnTo>
                <a:cubicBezTo>
                  <a:pt x="538" y="607"/>
                  <a:pt x="533" y="601"/>
                  <a:pt x="533" y="601"/>
                </a:cubicBezTo>
                <a:lnTo>
                  <a:pt x="533" y="601"/>
                </a:lnTo>
                <a:cubicBezTo>
                  <a:pt x="529" y="595"/>
                  <a:pt x="528" y="588"/>
                  <a:pt x="530" y="580"/>
                </a:cubicBezTo>
                <a:lnTo>
                  <a:pt x="530" y="580"/>
                </a:lnTo>
                <a:cubicBezTo>
                  <a:pt x="533" y="573"/>
                  <a:pt x="538" y="568"/>
                  <a:pt x="545" y="566"/>
                </a:cubicBezTo>
                <a:lnTo>
                  <a:pt x="545" y="566"/>
                </a:lnTo>
                <a:cubicBezTo>
                  <a:pt x="564" y="561"/>
                  <a:pt x="576" y="553"/>
                  <a:pt x="578" y="546"/>
                </a:cubicBezTo>
                <a:lnTo>
                  <a:pt x="578" y="546"/>
                </a:lnTo>
                <a:cubicBezTo>
                  <a:pt x="581" y="535"/>
                  <a:pt x="568" y="517"/>
                  <a:pt x="562" y="510"/>
                </a:cubicBezTo>
                <a:lnTo>
                  <a:pt x="562" y="510"/>
                </a:lnTo>
                <a:cubicBezTo>
                  <a:pt x="556" y="504"/>
                  <a:pt x="554" y="496"/>
                  <a:pt x="556" y="488"/>
                </a:cubicBezTo>
                <a:lnTo>
                  <a:pt x="556" y="488"/>
                </a:lnTo>
                <a:cubicBezTo>
                  <a:pt x="559" y="480"/>
                  <a:pt x="565" y="474"/>
                  <a:pt x="574" y="473"/>
                </a:cubicBezTo>
                <a:lnTo>
                  <a:pt x="574" y="473"/>
                </a:lnTo>
                <a:cubicBezTo>
                  <a:pt x="574" y="473"/>
                  <a:pt x="580" y="471"/>
                  <a:pt x="586" y="466"/>
                </a:cubicBezTo>
                <a:lnTo>
                  <a:pt x="586" y="466"/>
                </a:lnTo>
                <a:cubicBezTo>
                  <a:pt x="594" y="460"/>
                  <a:pt x="597" y="452"/>
                  <a:pt x="597" y="443"/>
                </a:cubicBezTo>
                <a:lnTo>
                  <a:pt x="597" y="443"/>
                </a:lnTo>
                <a:cubicBezTo>
                  <a:pt x="597" y="439"/>
                  <a:pt x="597" y="428"/>
                  <a:pt x="571" y="414"/>
                </a:cubicBezTo>
                <a:lnTo>
                  <a:pt x="571" y="414"/>
                </a:lnTo>
                <a:cubicBezTo>
                  <a:pt x="564" y="410"/>
                  <a:pt x="559" y="403"/>
                  <a:pt x="559" y="394"/>
                </a:cubicBezTo>
                <a:lnTo>
                  <a:pt x="559" y="394"/>
                </a:lnTo>
                <a:cubicBezTo>
                  <a:pt x="559" y="386"/>
                  <a:pt x="563" y="378"/>
                  <a:pt x="571" y="375"/>
                </a:cubicBezTo>
                <a:lnTo>
                  <a:pt x="571" y="375"/>
                </a:lnTo>
                <a:cubicBezTo>
                  <a:pt x="579" y="370"/>
                  <a:pt x="592" y="359"/>
                  <a:pt x="593" y="351"/>
                </a:cubicBezTo>
                <a:lnTo>
                  <a:pt x="593" y="351"/>
                </a:lnTo>
                <a:cubicBezTo>
                  <a:pt x="596" y="319"/>
                  <a:pt x="584" y="317"/>
                  <a:pt x="574" y="315"/>
                </a:cubicBezTo>
                <a:lnTo>
                  <a:pt x="574" y="315"/>
                </a:lnTo>
                <a:cubicBezTo>
                  <a:pt x="554" y="312"/>
                  <a:pt x="534" y="312"/>
                  <a:pt x="515" y="311"/>
                </a:cubicBezTo>
                <a:lnTo>
                  <a:pt x="515" y="311"/>
                </a:lnTo>
                <a:cubicBezTo>
                  <a:pt x="476" y="311"/>
                  <a:pt x="435" y="310"/>
                  <a:pt x="396" y="281"/>
                </a:cubicBezTo>
                <a:lnTo>
                  <a:pt x="396" y="281"/>
                </a:lnTo>
                <a:cubicBezTo>
                  <a:pt x="371" y="263"/>
                  <a:pt x="376" y="224"/>
                  <a:pt x="382" y="182"/>
                </a:cubicBezTo>
                <a:lnTo>
                  <a:pt x="382" y="182"/>
                </a:lnTo>
                <a:cubicBezTo>
                  <a:pt x="385" y="156"/>
                  <a:pt x="390" y="124"/>
                  <a:pt x="383" y="112"/>
                </a:cubicBezTo>
                <a:lnTo>
                  <a:pt x="383" y="112"/>
                </a:lnTo>
                <a:cubicBezTo>
                  <a:pt x="361" y="68"/>
                  <a:pt x="335" y="45"/>
                  <a:pt x="313" y="49"/>
                </a:cubicBezTo>
                <a:lnTo>
                  <a:pt x="313" y="49"/>
                </a:lnTo>
                <a:cubicBezTo>
                  <a:pt x="302" y="50"/>
                  <a:pt x="296" y="57"/>
                  <a:pt x="296" y="60"/>
                </a:cubicBezTo>
                <a:lnTo>
                  <a:pt x="296" y="60"/>
                </a:lnTo>
                <a:cubicBezTo>
                  <a:pt x="296" y="65"/>
                  <a:pt x="297" y="68"/>
                  <a:pt x="299" y="72"/>
                </a:cubicBezTo>
                <a:lnTo>
                  <a:pt x="299" y="72"/>
                </a:lnTo>
                <a:cubicBezTo>
                  <a:pt x="304" y="88"/>
                  <a:pt x="311" y="107"/>
                  <a:pt x="311" y="181"/>
                </a:cubicBezTo>
                <a:lnTo>
                  <a:pt x="311" y="181"/>
                </a:lnTo>
                <a:cubicBezTo>
                  <a:pt x="311" y="196"/>
                  <a:pt x="304" y="220"/>
                  <a:pt x="253" y="282"/>
                </a:cubicBezTo>
                <a:lnTo>
                  <a:pt x="253" y="282"/>
                </a:lnTo>
                <a:cubicBezTo>
                  <a:pt x="226" y="314"/>
                  <a:pt x="200" y="341"/>
                  <a:pt x="199" y="342"/>
                </a:cubicBezTo>
                <a:lnTo>
                  <a:pt x="199" y="342"/>
                </a:lnTo>
                <a:cubicBezTo>
                  <a:pt x="194" y="347"/>
                  <a:pt x="188" y="350"/>
                  <a:pt x="181" y="349"/>
                </a:cubicBezTo>
                <a:lnTo>
                  <a:pt x="88" y="342"/>
                </a:lnTo>
                <a:lnTo>
                  <a:pt x="88" y="342"/>
                </a:lnTo>
                <a:cubicBezTo>
                  <a:pt x="84" y="341"/>
                  <a:pt x="80" y="343"/>
                  <a:pt x="78" y="345"/>
                </a:cubicBezTo>
                <a:lnTo>
                  <a:pt x="78" y="345"/>
                </a:lnTo>
                <a:cubicBezTo>
                  <a:pt x="66" y="359"/>
                  <a:pt x="45" y="392"/>
                  <a:pt x="45" y="468"/>
                </a:cubicBezTo>
                <a:lnTo>
                  <a:pt x="45" y="468"/>
                </a:lnTo>
                <a:cubicBezTo>
                  <a:pt x="45" y="517"/>
                  <a:pt x="55" y="556"/>
                  <a:pt x="74" y="578"/>
                </a:cubicBezTo>
                <a:lnTo>
                  <a:pt x="74" y="578"/>
                </a:lnTo>
                <a:cubicBezTo>
                  <a:pt x="86" y="592"/>
                  <a:pt x="105" y="599"/>
                  <a:pt x="123" y="594"/>
                </a:cubicBezTo>
                <a:lnTo>
                  <a:pt x="123" y="594"/>
                </a:lnTo>
                <a:cubicBezTo>
                  <a:pt x="130" y="592"/>
                  <a:pt x="137" y="589"/>
                  <a:pt x="144" y="588"/>
                </a:cubicBezTo>
                <a:lnTo>
                  <a:pt x="144" y="588"/>
                </a:lnTo>
                <a:cubicBezTo>
                  <a:pt x="156" y="584"/>
                  <a:pt x="176" y="580"/>
                  <a:pt x="189" y="577"/>
                </a:cubicBezTo>
                <a:lnTo>
                  <a:pt x="189" y="577"/>
                </a:lnTo>
                <a:cubicBezTo>
                  <a:pt x="198" y="576"/>
                  <a:pt x="205" y="575"/>
                  <a:pt x="210" y="574"/>
                </a:cubicBezTo>
                <a:lnTo>
                  <a:pt x="210" y="574"/>
                </a:lnTo>
                <a:cubicBezTo>
                  <a:pt x="220" y="573"/>
                  <a:pt x="230" y="571"/>
                  <a:pt x="239" y="579"/>
                </a:cubicBezTo>
                <a:lnTo>
                  <a:pt x="239" y="579"/>
                </a:lnTo>
                <a:cubicBezTo>
                  <a:pt x="264" y="602"/>
                  <a:pt x="295" y="616"/>
                  <a:pt x="315" y="623"/>
                </a:cubicBezTo>
                <a:lnTo>
                  <a:pt x="315" y="623"/>
                </a:lnTo>
                <a:cubicBezTo>
                  <a:pt x="341" y="631"/>
                  <a:pt x="364" y="635"/>
                  <a:pt x="374" y="633"/>
                </a:cubicBezTo>
                <a:lnTo>
                  <a:pt x="374" y="633"/>
                </a:lnTo>
                <a:cubicBezTo>
                  <a:pt x="378" y="633"/>
                  <a:pt x="382" y="633"/>
                  <a:pt x="385" y="633"/>
                </a:cubicBezTo>
                <a:lnTo>
                  <a:pt x="495" y="694"/>
                </a:lnTo>
                <a:lnTo>
                  <a:pt x="495" y="694"/>
                </a:lnTo>
                <a:cubicBezTo>
                  <a:pt x="490" y="694"/>
                  <a:pt x="484" y="694"/>
                  <a:pt x="478" y="693"/>
                </a:cubicBezTo>
                <a:lnTo>
                  <a:pt x="478" y="693"/>
                </a:lnTo>
                <a:cubicBezTo>
                  <a:pt x="450" y="691"/>
                  <a:pt x="422" y="685"/>
                  <a:pt x="403" y="680"/>
                </a:cubicBezTo>
                <a:lnTo>
                  <a:pt x="403" y="680"/>
                </a:lnTo>
                <a:cubicBezTo>
                  <a:pt x="395" y="678"/>
                  <a:pt x="387" y="677"/>
                  <a:pt x="379" y="678"/>
                </a:cubicBezTo>
                <a:lnTo>
                  <a:pt x="379" y="678"/>
                </a:lnTo>
                <a:cubicBezTo>
                  <a:pt x="376" y="679"/>
                  <a:pt x="373" y="679"/>
                  <a:pt x="370" y="679"/>
                </a:cubicBezTo>
                <a:lnTo>
                  <a:pt x="370" y="679"/>
                </a:lnTo>
                <a:cubicBezTo>
                  <a:pt x="333" y="679"/>
                  <a:pt x="267" y="661"/>
                  <a:pt x="215" y="619"/>
                </a:cubicBezTo>
                <a:lnTo>
                  <a:pt x="215" y="619"/>
                </a:lnTo>
                <a:cubicBezTo>
                  <a:pt x="201" y="621"/>
                  <a:pt x="171" y="627"/>
                  <a:pt x="157" y="630"/>
                </a:cubicBezTo>
                <a:lnTo>
                  <a:pt x="157" y="630"/>
                </a:lnTo>
                <a:cubicBezTo>
                  <a:pt x="149" y="633"/>
                  <a:pt x="142" y="635"/>
                  <a:pt x="135" y="636"/>
                </a:cubicBezTo>
                <a:lnTo>
                  <a:pt x="135" y="636"/>
                </a:lnTo>
                <a:cubicBezTo>
                  <a:pt x="100" y="646"/>
                  <a:pt x="62" y="635"/>
                  <a:pt x="40" y="607"/>
                </a:cubicBezTo>
                <a:lnTo>
                  <a:pt x="40" y="607"/>
                </a:lnTo>
                <a:cubicBezTo>
                  <a:pt x="14" y="575"/>
                  <a:pt x="0" y="529"/>
                  <a:pt x="0" y="468"/>
                </a:cubicBezTo>
                <a:lnTo>
                  <a:pt x="0" y="468"/>
                </a:lnTo>
                <a:cubicBezTo>
                  <a:pt x="0" y="382"/>
                  <a:pt x="25" y="337"/>
                  <a:pt x="45" y="315"/>
                </a:cubicBezTo>
                <a:lnTo>
                  <a:pt x="45" y="315"/>
                </a:lnTo>
                <a:cubicBezTo>
                  <a:pt x="56" y="302"/>
                  <a:pt x="73" y="295"/>
                  <a:pt x="91" y="297"/>
                </a:cubicBezTo>
                <a:lnTo>
                  <a:pt x="174" y="303"/>
                </a:lnTo>
                <a:lnTo>
                  <a:pt x="174" y="303"/>
                </a:lnTo>
                <a:cubicBezTo>
                  <a:pt x="183" y="293"/>
                  <a:pt x="201" y="275"/>
                  <a:pt x="218" y="254"/>
                </a:cubicBezTo>
                <a:lnTo>
                  <a:pt x="218" y="254"/>
                </a:lnTo>
                <a:cubicBezTo>
                  <a:pt x="264" y="198"/>
                  <a:pt x="266" y="182"/>
                  <a:pt x="266" y="181"/>
                </a:cubicBezTo>
                <a:lnTo>
                  <a:pt x="266" y="181"/>
                </a:lnTo>
                <a:cubicBezTo>
                  <a:pt x="267" y="114"/>
                  <a:pt x="262" y="101"/>
                  <a:pt x="257" y="87"/>
                </a:cubicBezTo>
                <a:lnTo>
                  <a:pt x="257" y="87"/>
                </a:lnTo>
                <a:cubicBezTo>
                  <a:pt x="255" y="82"/>
                  <a:pt x="253" y="77"/>
                  <a:pt x="251" y="70"/>
                </a:cubicBezTo>
                <a:lnTo>
                  <a:pt x="251" y="70"/>
                </a:lnTo>
                <a:cubicBezTo>
                  <a:pt x="246" y="45"/>
                  <a:pt x="264" y="18"/>
                  <a:pt x="292" y="8"/>
                </a:cubicBezTo>
                <a:lnTo>
                  <a:pt x="292" y="8"/>
                </a:lnTo>
                <a:cubicBezTo>
                  <a:pt x="314" y="0"/>
                  <a:pt x="338" y="3"/>
                  <a:pt x="360" y="15"/>
                </a:cubicBezTo>
                <a:lnTo>
                  <a:pt x="360" y="15"/>
                </a:lnTo>
                <a:cubicBezTo>
                  <a:pt x="383" y="29"/>
                  <a:pt x="405" y="55"/>
                  <a:pt x="423" y="91"/>
                </a:cubicBezTo>
                <a:lnTo>
                  <a:pt x="423" y="91"/>
                </a:lnTo>
                <a:cubicBezTo>
                  <a:pt x="435" y="117"/>
                  <a:pt x="430" y="153"/>
                  <a:pt x="426" y="188"/>
                </a:cubicBezTo>
                <a:lnTo>
                  <a:pt x="426" y="188"/>
                </a:lnTo>
                <a:cubicBezTo>
                  <a:pt x="424" y="203"/>
                  <a:pt x="422" y="216"/>
                  <a:pt x="422" y="228"/>
                </a:cubicBezTo>
                <a:lnTo>
                  <a:pt x="422" y="228"/>
                </a:lnTo>
                <a:cubicBezTo>
                  <a:pt x="422" y="239"/>
                  <a:pt x="423" y="244"/>
                  <a:pt x="423" y="245"/>
                </a:cubicBezTo>
                <a:lnTo>
                  <a:pt x="423" y="245"/>
                </a:lnTo>
                <a:cubicBezTo>
                  <a:pt x="451" y="265"/>
                  <a:pt x="480" y="266"/>
                  <a:pt x="516" y="266"/>
                </a:cubicBezTo>
                <a:lnTo>
                  <a:pt x="516" y="266"/>
                </a:lnTo>
                <a:cubicBezTo>
                  <a:pt x="535" y="266"/>
                  <a:pt x="558" y="267"/>
                  <a:pt x="582" y="271"/>
                </a:cubicBezTo>
                <a:lnTo>
                  <a:pt x="582" y="271"/>
                </a:lnTo>
                <a:cubicBezTo>
                  <a:pt x="622" y="278"/>
                  <a:pt x="642" y="308"/>
                  <a:pt x="637" y="355"/>
                </a:cubicBezTo>
                <a:lnTo>
                  <a:pt x="637" y="355"/>
                </a:lnTo>
                <a:cubicBezTo>
                  <a:pt x="636" y="370"/>
                  <a:pt x="628" y="383"/>
                  <a:pt x="619" y="393"/>
                </a:cubicBezTo>
                <a:lnTo>
                  <a:pt x="619" y="393"/>
                </a:lnTo>
                <a:cubicBezTo>
                  <a:pt x="634" y="407"/>
                  <a:pt x="642" y="423"/>
                  <a:pt x="642" y="443"/>
                </a:cubicBezTo>
                <a:lnTo>
                  <a:pt x="642" y="443"/>
                </a:lnTo>
                <a:cubicBezTo>
                  <a:pt x="642" y="472"/>
                  <a:pt x="628" y="491"/>
                  <a:pt x="612" y="503"/>
                </a:cubicBezTo>
                <a:lnTo>
                  <a:pt x="612" y="503"/>
                </a:lnTo>
                <a:cubicBezTo>
                  <a:pt x="620" y="517"/>
                  <a:pt x="627" y="537"/>
                  <a:pt x="621" y="558"/>
                </a:cubicBezTo>
                <a:lnTo>
                  <a:pt x="621" y="558"/>
                </a:lnTo>
                <a:cubicBezTo>
                  <a:pt x="617" y="576"/>
                  <a:pt x="603" y="590"/>
                  <a:pt x="582" y="600"/>
                </a:cubicBezTo>
                <a:lnTo>
                  <a:pt x="582" y="600"/>
                </a:lnTo>
                <a:cubicBezTo>
                  <a:pt x="582" y="602"/>
                  <a:pt x="583" y="605"/>
                  <a:pt x="583" y="606"/>
                </a:cubicBezTo>
                <a:lnTo>
                  <a:pt x="583" y="606"/>
                </a:lnTo>
                <a:cubicBezTo>
                  <a:pt x="589" y="632"/>
                  <a:pt x="580" y="657"/>
                  <a:pt x="560" y="675"/>
                </a:cubicBezTo>
                <a:lnTo>
                  <a:pt x="560" y="675"/>
                </a:lnTo>
                <a:cubicBezTo>
                  <a:pt x="545" y="688"/>
                  <a:pt x="525" y="694"/>
                  <a:pt x="495" y="694"/>
                </a:cubicBezTo>
                <a:lnTo>
                  <a:pt x="385" y="63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3728529" y="3429537"/>
            <a:ext cx="4079963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Startup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Diagram</a:t>
            </a:r>
            <a:endParaRPr/>
          </a:p>
        </p:txBody>
      </p:sp>
      <p:sp>
        <p:nvSpPr>
          <p:cNvPr id="38" name="Google Shape;38;p1"/>
          <p:cNvSpPr txBox="1"/>
          <p:nvPr/>
        </p:nvSpPr>
        <p:spPr>
          <a:xfrm>
            <a:off x="3749193" y="6480300"/>
            <a:ext cx="5792935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Marketers must link the price to the real and perceived value of the product, but they also must take into account supply costs, seasonal discounts, and prices used by competitors.</a:t>
            </a:r>
            <a:endParaRPr/>
          </a:p>
        </p:txBody>
      </p:sp>
      <p:sp>
        <p:nvSpPr>
          <p:cNvPr id="39" name="Google Shape;39;p1"/>
          <p:cNvSpPr txBox="1"/>
          <p:nvPr/>
        </p:nvSpPr>
        <p:spPr>
          <a:xfrm>
            <a:off x="15573669" y="2347784"/>
            <a:ext cx="188370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 One</a:t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15226969" y="2877519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41" name="Google Shape;41;p1"/>
          <p:cNvSpPr txBox="1"/>
          <p:nvPr/>
        </p:nvSpPr>
        <p:spPr>
          <a:xfrm>
            <a:off x="15514705" y="5124591"/>
            <a:ext cx="21072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 Two</a:t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15226969" y="5659167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43" name="Google Shape;43;p1"/>
          <p:cNvSpPr txBox="1"/>
          <p:nvPr/>
        </p:nvSpPr>
        <p:spPr>
          <a:xfrm>
            <a:off x="15453333" y="8134988"/>
            <a:ext cx="224251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 Three</a:t>
            </a:r>
            <a:endParaRPr b="1" sz="3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15270319" y="8673202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45" name="Google Shape;45;p1"/>
          <p:cNvSpPr txBox="1"/>
          <p:nvPr/>
        </p:nvSpPr>
        <p:spPr>
          <a:xfrm>
            <a:off x="15525905" y="11039192"/>
            <a:ext cx="21072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 Four</a:t>
            </a:r>
            <a:endParaRPr b="1" sz="3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15314425" y="11573191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2"/>
          <p:cNvGrpSpPr/>
          <p:nvPr/>
        </p:nvGrpSpPr>
        <p:grpSpPr>
          <a:xfrm>
            <a:off x="8490034" y="9459376"/>
            <a:ext cx="6917647" cy="3900143"/>
            <a:chOff x="8490034" y="9459376"/>
            <a:chExt cx="6917647" cy="3900143"/>
          </a:xfrm>
        </p:grpSpPr>
        <p:sp>
          <p:nvSpPr>
            <p:cNvPr id="53" name="Google Shape;53;p2"/>
            <p:cNvSpPr/>
            <p:nvPr/>
          </p:nvSpPr>
          <p:spPr>
            <a:xfrm>
              <a:off x="11353081" y="9459376"/>
              <a:ext cx="4054600" cy="3900143"/>
            </a:xfrm>
            <a:custGeom>
              <a:rect b="b" l="l" r="r" t="t"/>
              <a:pathLst>
                <a:path extrusionOk="0" h="3118" w="3241">
                  <a:moveTo>
                    <a:pt x="1458" y="0"/>
                  </a:moveTo>
                  <a:lnTo>
                    <a:pt x="0" y="2296"/>
                  </a:lnTo>
                  <a:lnTo>
                    <a:pt x="0" y="2296"/>
                  </a:lnTo>
                  <a:cubicBezTo>
                    <a:pt x="107" y="2220"/>
                    <a:pt x="695" y="1811"/>
                    <a:pt x="1475" y="1956"/>
                  </a:cubicBezTo>
                  <a:lnTo>
                    <a:pt x="1475" y="1956"/>
                  </a:lnTo>
                  <a:cubicBezTo>
                    <a:pt x="2459" y="2140"/>
                    <a:pt x="2863" y="3043"/>
                    <a:pt x="2895" y="3117"/>
                  </a:cubicBezTo>
                  <a:lnTo>
                    <a:pt x="2895" y="3117"/>
                  </a:lnTo>
                  <a:cubicBezTo>
                    <a:pt x="2946" y="2964"/>
                    <a:pt x="3240" y="2038"/>
                    <a:pt x="2723" y="1104"/>
                  </a:cubicBezTo>
                  <a:lnTo>
                    <a:pt x="2723" y="1104"/>
                  </a:lnTo>
                  <a:cubicBezTo>
                    <a:pt x="2316" y="369"/>
                    <a:pt x="1656" y="79"/>
                    <a:pt x="1458" y="0"/>
                  </a:cubicBezTo>
                  <a:lnTo>
                    <a:pt x="1458" y="0"/>
                  </a:lnTo>
                  <a:cubicBezTo>
                    <a:pt x="972" y="766"/>
                    <a:pt x="486" y="1531"/>
                    <a:pt x="0" y="2296"/>
                  </a:cubicBezTo>
                  <a:lnTo>
                    <a:pt x="0" y="2296"/>
                  </a:lnTo>
                  <a:cubicBezTo>
                    <a:pt x="107" y="2220"/>
                    <a:pt x="695" y="1811"/>
                    <a:pt x="1475" y="1956"/>
                  </a:cubicBezTo>
                  <a:lnTo>
                    <a:pt x="1475" y="1956"/>
                  </a:lnTo>
                  <a:cubicBezTo>
                    <a:pt x="2459" y="2140"/>
                    <a:pt x="2863" y="3043"/>
                    <a:pt x="2895" y="3117"/>
                  </a:cubicBezTo>
                  <a:lnTo>
                    <a:pt x="2895" y="3117"/>
                  </a:lnTo>
                  <a:cubicBezTo>
                    <a:pt x="2946" y="2964"/>
                    <a:pt x="3240" y="2038"/>
                    <a:pt x="2723" y="1104"/>
                  </a:cubicBezTo>
                  <a:lnTo>
                    <a:pt x="2723" y="1104"/>
                  </a:lnTo>
                  <a:cubicBezTo>
                    <a:pt x="2316" y="369"/>
                    <a:pt x="1656" y="79"/>
                    <a:pt x="1458" y="0"/>
                  </a:cubicBezTo>
                </a:path>
              </a:pathLst>
            </a:custGeom>
            <a:solidFill>
              <a:srgbClr val="FF7A25"/>
            </a:solidFill>
            <a:ln cap="flat" cmpd="sng" w="9525">
              <a:solidFill>
                <a:srgbClr val="808080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1353081" y="9459376"/>
              <a:ext cx="4054600" cy="3900143"/>
            </a:xfrm>
            <a:custGeom>
              <a:rect b="b" l="l" r="r" t="t"/>
              <a:pathLst>
                <a:path extrusionOk="0" h="3118" w="3241">
                  <a:moveTo>
                    <a:pt x="1458" y="0"/>
                  </a:moveTo>
                  <a:lnTo>
                    <a:pt x="0" y="2296"/>
                  </a:lnTo>
                  <a:lnTo>
                    <a:pt x="0" y="2296"/>
                  </a:lnTo>
                  <a:cubicBezTo>
                    <a:pt x="107" y="2220"/>
                    <a:pt x="695" y="1811"/>
                    <a:pt x="1475" y="1956"/>
                  </a:cubicBezTo>
                  <a:lnTo>
                    <a:pt x="1475" y="1956"/>
                  </a:lnTo>
                  <a:cubicBezTo>
                    <a:pt x="2459" y="2140"/>
                    <a:pt x="2863" y="3043"/>
                    <a:pt x="2895" y="3117"/>
                  </a:cubicBezTo>
                  <a:lnTo>
                    <a:pt x="2895" y="3117"/>
                  </a:lnTo>
                  <a:cubicBezTo>
                    <a:pt x="2946" y="2964"/>
                    <a:pt x="3240" y="2038"/>
                    <a:pt x="2723" y="1104"/>
                  </a:cubicBezTo>
                  <a:lnTo>
                    <a:pt x="2723" y="1104"/>
                  </a:lnTo>
                  <a:cubicBezTo>
                    <a:pt x="2316" y="369"/>
                    <a:pt x="1656" y="79"/>
                    <a:pt x="1458" y="0"/>
                  </a:cubicBezTo>
                  <a:lnTo>
                    <a:pt x="1458" y="0"/>
                  </a:lnTo>
                  <a:cubicBezTo>
                    <a:pt x="972" y="766"/>
                    <a:pt x="486" y="1531"/>
                    <a:pt x="0" y="2296"/>
                  </a:cubicBezTo>
                  <a:lnTo>
                    <a:pt x="0" y="2296"/>
                  </a:lnTo>
                  <a:cubicBezTo>
                    <a:pt x="107" y="2220"/>
                    <a:pt x="695" y="1811"/>
                    <a:pt x="1475" y="1956"/>
                  </a:cubicBezTo>
                  <a:lnTo>
                    <a:pt x="1475" y="1956"/>
                  </a:lnTo>
                  <a:cubicBezTo>
                    <a:pt x="2459" y="2140"/>
                    <a:pt x="2863" y="3043"/>
                    <a:pt x="2895" y="3117"/>
                  </a:cubicBezTo>
                  <a:lnTo>
                    <a:pt x="2895" y="3117"/>
                  </a:lnTo>
                  <a:cubicBezTo>
                    <a:pt x="2946" y="2964"/>
                    <a:pt x="3240" y="2038"/>
                    <a:pt x="2723" y="1104"/>
                  </a:cubicBezTo>
                  <a:lnTo>
                    <a:pt x="2723" y="1104"/>
                  </a:lnTo>
                  <a:cubicBezTo>
                    <a:pt x="2316" y="369"/>
                    <a:pt x="1656" y="79"/>
                    <a:pt x="1458" y="0"/>
                  </a:cubicBezTo>
                </a:path>
              </a:pathLst>
            </a:custGeom>
            <a:noFill/>
            <a:ln cap="flat" cmpd="sng" w="36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8490034" y="9459376"/>
              <a:ext cx="4054604" cy="3900143"/>
            </a:xfrm>
            <a:custGeom>
              <a:rect b="b" l="l" r="r" t="t"/>
              <a:pathLst>
                <a:path extrusionOk="0" h="3118" w="3242">
                  <a:moveTo>
                    <a:pt x="1783" y="0"/>
                  </a:moveTo>
                  <a:lnTo>
                    <a:pt x="3241" y="2296"/>
                  </a:lnTo>
                  <a:lnTo>
                    <a:pt x="3241" y="2296"/>
                  </a:lnTo>
                  <a:cubicBezTo>
                    <a:pt x="3134" y="2220"/>
                    <a:pt x="2545" y="1811"/>
                    <a:pt x="1765" y="1956"/>
                  </a:cubicBezTo>
                  <a:lnTo>
                    <a:pt x="1765" y="1956"/>
                  </a:lnTo>
                  <a:cubicBezTo>
                    <a:pt x="781" y="2140"/>
                    <a:pt x="378" y="3043"/>
                    <a:pt x="346" y="3117"/>
                  </a:cubicBezTo>
                  <a:lnTo>
                    <a:pt x="346" y="3117"/>
                  </a:lnTo>
                  <a:cubicBezTo>
                    <a:pt x="294" y="2964"/>
                    <a:pt x="0" y="2038"/>
                    <a:pt x="518" y="1104"/>
                  </a:cubicBezTo>
                  <a:lnTo>
                    <a:pt x="518" y="1104"/>
                  </a:lnTo>
                  <a:cubicBezTo>
                    <a:pt x="924" y="369"/>
                    <a:pt x="1584" y="79"/>
                    <a:pt x="1783" y="0"/>
                  </a:cubicBezTo>
                  <a:lnTo>
                    <a:pt x="1783" y="0"/>
                  </a:lnTo>
                  <a:cubicBezTo>
                    <a:pt x="2269" y="766"/>
                    <a:pt x="2755" y="1531"/>
                    <a:pt x="3241" y="2296"/>
                  </a:cubicBezTo>
                  <a:lnTo>
                    <a:pt x="3241" y="2296"/>
                  </a:lnTo>
                  <a:cubicBezTo>
                    <a:pt x="3134" y="2220"/>
                    <a:pt x="2545" y="1811"/>
                    <a:pt x="1765" y="1956"/>
                  </a:cubicBezTo>
                  <a:lnTo>
                    <a:pt x="1765" y="1956"/>
                  </a:lnTo>
                  <a:cubicBezTo>
                    <a:pt x="781" y="2140"/>
                    <a:pt x="378" y="3043"/>
                    <a:pt x="346" y="3117"/>
                  </a:cubicBezTo>
                  <a:lnTo>
                    <a:pt x="346" y="3117"/>
                  </a:lnTo>
                  <a:cubicBezTo>
                    <a:pt x="294" y="2964"/>
                    <a:pt x="0" y="2038"/>
                    <a:pt x="518" y="1104"/>
                  </a:cubicBezTo>
                  <a:lnTo>
                    <a:pt x="518" y="1104"/>
                  </a:lnTo>
                  <a:cubicBezTo>
                    <a:pt x="924" y="369"/>
                    <a:pt x="1584" y="79"/>
                    <a:pt x="1783" y="0"/>
                  </a:cubicBezTo>
                </a:path>
              </a:pathLst>
            </a:custGeom>
            <a:solidFill>
              <a:srgbClr val="FFAE17"/>
            </a:solidFill>
            <a:ln cap="flat" cmpd="sng" w="9525">
              <a:solidFill>
                <a:srgbClr val="FFFFFF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8490034" y="9459376"/>
              <a:ext cx="4054604" cy="3900143"/>
            </a:xfrm>
            <a:custGeom>
              <a:rect b="b" l="l" r="r" t="t"/>
              <a:pathLst>
                <a:path extrusionOk="0" h="3118" w="3242">
                  <a:moveTo>
                    <a:pt x="1783" y="0"/>
                  </a:moveTo>
                  <a:lnTo>
                    <a:pt x="3241" y="2296"/>
                  </a:lnTo>
                  <a:lnTo>
                    <a:pt x="3241" y="2296"/>
                  </a:lnTo>
                  <a:cubicBezTo>
                    <a:pt x="3134" y="2220"/>
                    <a:pt x="2545" y="1811"/>
                    <a:pt x="1765" y="1956"/>
                  </a:cubicBezTo>
                  <a:lnTo>
                    <a:pt x="1765" y="1956"/>
                  </a:lnTo>
                  <a:cubicBezTo>
                    <a:pt x="781" y="2140"/>
                    <a:pt x="378" y="3043"/>
                    <a:pt x="346" y="3117"/>
                  </a:cubicBezTo>
                  <a:lnTo>
                    <a:pt x="346" y="3117"/>
                  </a:lnTo>
                  <a:cubicBezTo>
                    <a:pt x="294" y="2964"/>
                    <a:pt x="0" y="2038"/>
                    <a:pt x="518" y="1104"/>
                  </a:cubicBezTo>
                  <a:lnTo>
                    <a:pt x="518" y="1104"/>
                  </a:lnTo>
                  <a:cubicBezTo>
                    <a:pt x="924" y="369"/>
                    <a:pt x="1584" y="79"/>
                    <a:pt x="1783" y="0"/>
                  </a:cubicBezTo>
                  <a:lnTo>
                    <a:pt x="1783" y="0"/>
                  </a:lnTo>
                  <a:cubicBezTo>
                    <a:pt x="2269" y="766"/>
                    <a:pt x="2755" y="1531"/>
                    <a:pt x="3241" y="2296"/>
                  </a:cubicBezTo>
                  <a:lnTo>
                    <a:pt x="3241" y="2296"/>
                  </a:lnTo>
                  <a:cubicBezTo>
                    <a:pt x="3134" y="2220"/>
                    <a:pt x="2545" y="1811"/>
                    <a:pt x="1765" y="1956"/>
                  </a:cubicBezTo>
                  <a:lnTo>
                    <a:pt x="1765" y="1956"/>
                  </a:lnTo>
                  <a:cubicBezTo>
                    <a:pt x="781" y="2140"/>
                    <a:pt x="378" y="3043"/>
                    <a:pt x="346" y="3117"/>
                  </a:cubicBezTo>
                  <a:lnTo>
                    <a:pt x="346" y="3117"/>
                  </a:lnTo>
                  <a:cubicBezTo>
                    <a:pt x="294" y="2964"/>
                    <a:pt x="0" y="2038"/>
                    <a:pt x="518" y="1104"/>
                  </a:cubicBezTo>
                  <a:lnTo>
                    <a:pt x="518" y="1104"/>
                  </a:lnTo>
                  <a:cubicBezTo>
                    <a:pt x="924" y="369"/>
                    <a:pt x="1584" y="79"/>
                    <a:pt x="1783" y="0"/>
                  </a:cubicBezTo>
                </a:path>
              </a:pathLst>
            </a:custGeom>
            <a:noFill/>
            <a:ln cap="flat" cmpd="sng" w="36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" name="Google Shape;57;p2"/>
          <p:cNvSpPr/>
          <p:nvPr/>
        </p:nvSpPr>
        <p:spPr>
          <a:xfrm>
            <a:off x="9389220" y="4367164"/>
            <a:ext cx="2521023" cy="8247117"/>
          </a:xfrm>
          <a:custGeom>
            <a:rect b="b" l="l" r="r" t="t"/>
            <a:pathLst>
              <a:path extrusionOk="0" h="6594" w="2016">
                <a:moveTo>
                  <a:pt x="1346" y="6593"/>
                </a:moveTo>
                <a:lnTo>
                  <a:pt x="2015" y="6593"/>
                </a:lnTo>
                <a:lnTo>
                  <a:pt x="2015" y="0"/>
                </a:lnTo>
                <a:lnTo>
                  <a:pt x="2015" y="0"/>
                </a:lnTo>
                <a:cubicBezTo>
                  <a:pt x="223" y="1792"/>
                  <a:pt x="0" y="4559"/>
                  <a:pt x="1346" y="659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1910243" y="4367164"/>
            <a:ext cx="2521026" cy="8247117"/>
          </a:xfrm>
          <a:custGeom>
            <a:rect b="b" l="l" r="r" t="t"/>
            <a:pathLst>
              <a:path extrusionOk="0" h="6594" w="2016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6593"/>
                </a:lnTo>
                <a:lnTo>
                  <a:pt x="669" y="6593"/>
                </a:lnTo>
                <a:lnTo>
                  <a:pt x="669" y="6593"/>
                </a:lnTo>
                <a:cubicBezTo>
                  <a:pt x="2015" y="4559"/>
                  <a:pt x="1791" y="1792"/>
                  <a:pt x="0" y="0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1479958" y="6155015"/>
            <a:ext cx="866087" cy="866083"/>
          </a:xfrm>
          <a:custGeom>
            <a:rect b="b" l="l" r="r" t="t"/>
            <a:pathLst>
              <a:path extrusionOk="0" h="691" w="691">
                <a:moveTo>
                  <a:pt x="690" y="345"/>
                </a:moveTo>
                <a:lnTo>
                  <a:pt x="690" y="345"/>
                </a:lnTo>
                <a:cubicBezTo>
                  <a:pt x="690" y="536"/>
                  <a:pt x="536" y="690"/>
                  <a:pt x="345" y="690"/>
                </a:cubicBezTo>
                <a:lnTo>
                  <a:pt x="345" y="690"/>
                </a:lnTo>
                <a:cubicBezTo>
                  <a:pt x="155" y="690"/>
                  <a:pt x="0" y="536"/>
                  <a:pt x="0" y="345"/>
                </a:cubicBezTo>
                <a:lnTo>
                  <a:pt x="0" y="345"/>
                </a:lnTo>
                <a:cubicBezTo>
                  <a:pt x="0" y="154"/>
                  <a:pt x="155" y="0"/>
                  <a:pt x="345" y="0"/>
                </a:cubicBezTo>
                <a:lnTo>
                  <a:pt x="345" y="0"/>
                </a:lnTo>
                <a:cubicBezTo>
                  <a:pt x="536" y="0"/>
                  <a:pt x="690" y="154"/>
                  <a:pt x="690" y="345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1093806" y="7661009"/>
            <a:ext cx="1627359" cy="1632874"/>
          </a:xfrm>
          <a:custGeom>
            <a:rect b="b" l="l" r="r" t="t"/>
            <a:pathLst>
              <a:path extrusionOk="0" h="1305" w="1303">
                <a:moveTo>
                  <a:pt x="1302" y="653"/>
                </a:moveTo>
                <a:lnTo>
                  <a:pt x="1302" y="653"/>
                </a:lnTo>
                <a:cubicBezTo>
                  <a:pt x="1302" y="1013"/>
                  <a:pt x="1010" y="1304"/>
                  <a:pt x="651" y="1304"/>
                </a:cubicBezTo>
                <a:lnTo>
                  <a:pt x="651" y="1304"/>
                </a:lnTo>
                <a:cubicBezTo>
                  <a:pt x="291" y="1304"/>
                  <a:pt x="0" y="1013"/>
                  <a:pt x="0" y="653"/>
                </a:cubicBezTo>
                <a:lnTo>
                  <a:pt x="0" y="653"/>
                </a:lnTo>
                <a:cubicBezTo>
                  <a:pt x="0" y="292"/>
                  <a:pt x="291" y="0"/>
                  <a:pt x="651" y="0"/>
                </a:cubicBezTo>
                <a:lnTo>
                  <a:pt x="651" y="0"/>
                </a:lnTo>
                <a:cubicBezTo>
                  <a:pt x="1010" y="0"/>
                  <a:pt x="1302" y="292"/>
                  <a:pt x="1302" y="653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1314464" y="9873113"/>
            <a:ext cx="1186042" cy="1191556"/>
          </a:xfrm>
          <a:custGeom>
            <a:rect b="b" l="l" r="r" t="t"/>
            <a:pathLst>
              <a:path extrusionOk="0" h="951" w="950">
                <a:moveTo>
                  <a:pt x="949" y="475"/>
                </a:moveTo>
                <a:lnTo>
                  <a:pt x="949" y="475"/>
                </a:lnTo>
                <a:cubicBezTo>
                  <a:pt x="949" y="737"/>
                  <a:pt x="737" y="950"/>
                  <a:pt x="475" y="950"/>
                </a:cubicBezTo>
                <a:lnTo>
                  <a:pt x="475" y="950"/>
                </a:lnTo>
                <a:cubicBezTo>
                  <a:pt x="213" y="950"/>
                  <a:pt x="0" y="737"/>
                  <a:pt x="0" y="475"/>
                </a:cubicBezTo>
                <a:lnTo>
                  <a:pt x="0" y="475"/>
                </a:lnTo>
                <a:cubicBezTo>
                  <a:pt x="0" y="212"/>
                  <a:pt x="213" y="0"/>
                  <a:pt x="475" y="0"/>
                </a:cubicBezTo>
                <a:lnTo>
                  <a:pt x="475" y="0"/>
                </a:lnTo>
                <a:cubicBezTo>
                  <a:pt x="737" y="0"/>
                  <a:pt x="949" y="212"/>
                  <a:pt x="949" y="475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7316378" y="4797965"/>
            <a:ext cx="353054" cy="2366562"/>
          </a:xfrm>
          <a:custGeom>
            <a:rect b="b" l="l" r="r" t="t"/>
            <a:pathLst>
              <a:path extrusionOk="0" h="1892" w="283">
                <a:moveTo>
                  <a:pt x="282" y="1891"/>
                </a:moveTo>
                <a:lnTo>
                  <a:pt x="0" y="1891"/>
                </a:lnTo>
                <a:lnTo>
                  <a:pt x="0" y="0"/>
                </a:lnTo>
                <a:lnTo>
                  <a:pt x="282" y="0"/>
                </a:lnTo>
                <a:lnTo>
                  <a:pt x="282" y="1891"/>
                </a:ln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7316378" y="9536607"/>
            <a:ext cx="353054" cy="2366565"/>
          </a:xfrm>
          <a:custGeom>
            <a:rect b="b" l="l" r="r" t="t"/>
            <a:pathLst>
              <a:path extrusionOk="0" h="1892" w="283">
                <a:moveTo>
                  <a:pt x="282" y="1891"/>
                </a:moveTo>
                <a:lnTo>
                  <a:pt x="0" y="1891"/>
                </a:lnTo>
                <a:lnTo>
                  <a:pt x="0" y="0"/>
                </a:lnTo>
                <a:lnTo>
                  <a:pt x="282" y="0"/>
                </a:lnTo>
                <a:lnTo>
                  <a:pt x="282" y="1891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002110" y="4797965"/>
            <a:ext cx="353054" cy="2366562"/>
          </a:xfrm>
          <a:custGeom>
            <a:rect b="b" l="l" r="r" t="t"/>
            <a:pathLst>
              <a:path extrusionOk="0" h="1892" w="283">
                <a:moveTo>
                  <a:pt x="282" y="1891"/>
                </a:moveTo>
                <a:lnTo>
                  <a:pt x="0" y="1891"/>
                </a:lnTo>
                <a:lnTo>
                  <a:pt x="0" y="0"/>
                </a:lnTo>
                <a:lnTo>
                  <a:pt x="282" y="0"/>
                </a:lnTo>
                <a:lnTo>
                  <a:pt x="282" y="1891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002110" y="9536607"/>
            <a:ext cx="353054" cy="2366565"/>
          </a:xfrm>
          <a:custGeom>
            <a:rect b="b" l="l" r="r" t="t"/>
            <a:pathLst>
              <a:path extrusionOk="0" h="1892" w="283">
                <a:moveTo>
                  <a:pt x="282" y="1891"/>
                </a:moveTo>
                <a:lnTo>
                  <a:pt x="0" y="1891"/>
                </a:lnTo>
                <a:lnTo>
                  <a:pt x="0" y="0"/>
                </a:lnTo>
                <a:lnTo>
                  <a:pt x="282" y="0"/>
                </a:lnTo>
                <a:lnTo>
                  <a:pt x="282" y="1891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564790" y="10121352"/>
            <a:ext cx="1257754" cy="1197075"/>
          </a:xfrm>
          <a:custGeom>
            <a:rect b="b" l="l" r="r" t="t"/>
            <a:pathLst>
              <a:path extrusionOk="0" h="957" w="1006">
                <a:moveTo>
                  <a:pt x="104" y="396"/>
                </a:moveTo>
                <a:lnTo>
                  <a:pt x="287" y="572"/>
                </a:lnTo>
                <a:lnTo>
                  <a:pt x="287" y="572"/>
                </a:lnTo>
                <a:cubicBezTo>
                  <a:pt x="297" y="583"/>
                  <a:pt x="302" y="598"/>
                  <a:pt x="299" y="613"/>
                </a:cubicBezTo>
                <a:lnTo>
                  <a:pt x="257" y="863"/>
                </a:lnTo>
                <a:lnTo>
                  <a:pt x="482" y="744"/>
                </a:lnTo>
                <a:lnTo>
                  <a:pt x="482" y="744"/>
                </a:lnTo>
                <a:cubicBezTo>
                  <a:pt x="495" y="737"/>
                  <a:pt x="511" y="737"/>
                  <a:pt x="524" y="744"/>
                </a:cubicBezTo>
                <a:lnTo>
                  <a:pt x="750" y="862"/>
                </a:lnTo>
                <a:lnTo>
                  <a:pt x="706" y="612"/>
                </a:lnTo>
                <a:lnTo>
                  <a:pt x="706" y="612"/>
                </a:lnTo>
                <a:cubicBezTo>
                  <a:pt x="703" y="597"/>
                  <a:pt x="708" y="582"/>
                  <a:pt x="719" y="571"/>
                </a:cubicBezTo>
                <a:lnTo>
                  <a:pt x="900" y="394"/>
                </a:lnTo>
                <a:lnTo>
                  <a:pt x="649" y="358"/>
                </a:lnTo>
                <a:lnTo>
                  <a:pt x="649" y="358"/>
                </a:lnTo>
                <a:cubicBezTo>
                  <a:pt x="634" y="355"/>
                  <a:pt x="621" y="346"/>
                  <a:pt x="614" y="333"/>
                </a:cubicBezTo>
                <a:lnTo>
                  <a:pt x="501" y="105"/>
                </a:lnTo>
                <a:lnTo>
                  <a:pt x="389" y="333"/>
                </a:lnTo>
                <a:lnTo>
                  <a:pt x="389" y="333"/>
                </a:lnTo>
                <a:cubicBezTo>
                  <a:pt x="383" y="347"/>
                  <a:pt x="371" y="356"/>
                  <a:pt x="356" y="358"/>
                </a:cubicBezTo>
                <a:lnTo>
                  <a:pt x="104" y="396"/>
                </a:lnTo>
                <a:close/>
                <a:moveTo>
                  <a:pt x="214" y="955"/>
                </a:moveTo>
                <a:lnTo>
                  <a:pt x="214" y="955"/>
                </a:lnTo>
                <a:cubicBezTo>
                  <a:pt x="208" y="955"/>
                  <a:pt x="201" y="953"/>
                  <a:pt x="195" y="949"/>
                </a:cubicBezTo>
                <a:lnTo>
                  <a:pt x="195" y="949"/>
                </a:lnTo>
                <a:cubicBezTo>
                  <a:pt x="186" y="942"/>
                  <a:pt x="180" y="930"/>
                  <a:pt x="183" y="917"/>
                </a:cubicBezTo>
                <a:lnTo>
                  <a:pt x="234" y="612"/>
                </a:lnTo>
                <a:lnTo>
                  <a:pt x="12" y="396"/>
                </a:lnTo>
                <a:lnTo>
                  <a:pt x="12" y="396"/>
                </a:lnTo>
                <a:cubicBezTo>
                  <a:pt x="3" y="388"/>
                  <a:pt x="0" y="375"/>
                  <a:pt x="4" y="363"/>
                </a:cubicBezTo>
                <a:lnTo>
                  <a:pt x="4" y="363"/>
                </a:lnTo>
                <a:cubicBezTo>
                  <a:pt x="7" y="351"/>
                  <a:pt x="17" y="343"/>
                  <a:pt x="30" y="341"/>
                </a:cubicBezTo>
                <a:lnTo>
                  <a:pt x="336" y="296"/>
                </a:lnTo>
                <a:lnTo>
                  <a:pt x="472" y="18"/>
                </a:lnTo>
                <a:lnTo>
                  <a:pt x="472" y="18"/>
                </a:lnTo>
                <a:cubicBezTo>
                  <a:pt x="477" y="7"/>
                  <a:pt x="489" y="0"/>
                  <a:pt x="501" y="0"/>
                </a:cubicBezTo>
                <a:lnTo>
                  <a:pt x="501" y="0"/>
                </a:lnTo>
                <a:lnTo>
                  <a:pt x="501" y="0"/>
                </a:lnTo>
                <a:cubicBezTo>
                  <a:pt x="514" y="0"/>
                  <a:pt x="525" y="7"/>
                  <a:pt x="530" y="18"/>
                </a:cubicBezTo>
                <a:lnTo>
                  <a:pt x="668" y="295"/>
                </a:lnTo>
                <a:lnTo>
                  <a:pt x="975" y="339"/>
                </a:lnTo>
                <a:lnTo>
                  <a:pt x="975" y="339"/>
                </a:lnTo>
                <a:cubicBezTo>
                  <a:pt x="987" y="341"/>
                  <a:pt x="997" y="349"/>
                  <a:pt x="1001" y="361"/>
                </a:cubicBezTo>
                <a:lnTo>
                  <a:pt x="1001" y="361"/>
                </a:lnTo>
                <a:cubicBezTo>
                  <a:pt x="1005" y="372"/>
                  <a:pt x="1002" y="385"/>
                  <a:pt x="992" y="394"/>
                </a:cubicBezTo>
                <a:lnTo>
                  <a:pt x="772" y="610"/>
                </a:lnTo>
                <a:lnTo>
                  <a:pt x="825" y="915"/>
                </a:lnTo>
                <a:lnTo>
                  <a:pt x="825" y="915"/>
                </a:lnTo>
                <a:cubicBezTo>
                  <a:pt x="827" y="928"/>
                  <a:pt x="822" y="940"/>
                  <a:pt x="812" y="947"/>
                </a:cubicBezTo>
                <a:lnTo>
                  <a:pt x="812" y="947"/>
                </a:lnTo>
                <a:cubicBezTo>
                  <a:pt x="802" y="954"/>
                  <a:pt x="789" y="956"/>
                  <a:pt x="778" y="950"/>
                </a:cubicBezTo>
                <a:lnTo>
                  <a:pt x="503" y="807"/>
                </a:lnTo>
                <a:lnTo>
                  <a:pt x="230" y="952"/>
                </a:lnTo>
                <a:lnTo>
                  <a:pt x="230" y="952"/>
                </a:lnTo>
                <a:cubicBezTo>
                  <a:pt x="225" y="954"/>
                  <a:pt x="219" y="955"/>
                  <a:pt x="214" y="9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6146888" y="10259266"/>
            <a:ext cx="783338" cy="772305"/>
          </a:xfrm>
          <a:custGeom>
            <a:rect b="b" l="l" r="r" t="t"/>
            <a:pathLst>
              <a:path extrusionOk="0" h="616" w="627">
                <a:moveTo>
                  <a:pt x="114" y="413"/>
                </a:moveTo>
                <a:lnTo>
                  <a:pt x="315" y="212"/>
                </a:lnTo>
                <a:lnTo>
                  <a:pt x="413" y="311"/>
                </a:lnTo>
                <a:lnTo>
                  <a:pt x="215" y="512"/>
                </a:lnTo>
                <a:lnTo>
                  <a:pt x="79" y="540"/>
                </a:lnTo>
                <a:lnTo>
                  <a:pt x="114" y="413"/>
                </a:lnTo>
                <a:close/>
                <a:moveTo>
                  <a:pt x="450" y="78"/>
                </a:moveTo>
                <a:lnTo>
                  <a:pt x="545" y="178"/>
                </a:lnTo>
                <a:lnTo>
                  <a:pt x="459" y="265"/>
                </a:lnTo>
                <a:lnTo>
                  <a:pt x="360" y="167"/>
                </a:lnTo>
                <a:lnTo>
                  <a:pt x="450" y="78"/>
                </a:lnTo>
                <a:close/>
                <a:moveTo>
                  <a:pt x="34" y="615"/>
                </a:moveTo>
                <a:lnTo>
                  <a:pt x="34" y="615"/>
                </a:lnTo>
                <a:cubicBezTo>
                  <a:pt x="36" y="615"/>
                  <a:pt x="39" y="615"/>
                  <a:pt x="41" y="615"/>
                </a:cubicBezTo>
                <a:lnTo>
                  <a:pt x="237" y="573"/>
                </a:lnTo>
                <a:lnTo>
                  <a:pt x="237" y="573"/>
                </a:lnTo>
                <a:cubicBezTo>
                  <a:pt x="243" y="572"/>
                  <a:pt x="250" y="569"/>
                  <a:pt x="254" y="564"/>
                </a:cubicBezTo>
                <a:lnTo>
                  <a:pt x="613" y="201"/>
                </a:lnTo>
                <a:lnTo>
                  <a:pt x="613" y="201"/>
                </a:lnTo>
                <a:cubicBezTo>
                  <a:pt x="626" y="189"/>
                  <a:pt x="626" y="168"/>
                  <a:pt x="614" y="156"/>
                </a:cubicBezTo>
                <a:lnTo>
                  <a:pt x="473" y="9"/>
                </a:lnTo>
                <a:lnTo>
                  <a:pt x="473" y="9"/>
                </a:lnTo>
                <a:cubicBezTo>
                  <a:pt x="467" y="3"/>
                  <a:pt x="460" y="0"/>
                  <a:pt x="451" y="0"/>
                </a:cubicBezTo>
                <a:lnTo>
                  <a:pt x="451" y="0"/>
                </a:lnTo>
                <a:cubicBezTo>
                  <a:pt x="442" y="0"/>
                  <a:pt x="434" y="2"/>
                  <a:pt x="428" y="9"/>
                </a:cubicBezTo>
                <a:lnTo>
                  <a:pt x="62" y="373"/>
                </a:lnTo>
                <a:lnTo>
                  <a:pt x="62" y="373"/>
                </a:lnTo>
                <a:cubicBezTo>
                  <a:pt x="58" y="377"/>
                  <a:pt x="55" y="382"/>
                  <a:pt x="53" y="387"/>
                </a:cubicBezTo>
                <a:lnTo>
                  <a:pt x="2" y="574"/>
                </a:lnTo>
                <a:lnTo>
                  <a:pt x="2" y="574"/>
                </a:lnTo>
                <a:cubicBezTo>
                  <a:pt x="0" y="585"/>
                  <a:pt x="2" y="597"/>
                  <a:pt x="11" y="605"/>
                </a:cubicBezTo>
                <a:lnTo>
                  <a:pt x="11" y="605"/>
                </a:lnTo>
                <a:cubicBezTo>
                  <a:pt x="17" y="611"/>
                  <a:pt x="25" y="615"/>
                  <a:pt x="34" y="6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16014494" y="11092250"/>
            <a:ext cx="959865" cy="82749"/>
          </a:xfrm>
          <a:custGeom>
            <a:rect b="b" l="l" r="r" t="t"/>
            <a:pathLst>
              <a:path extrusionOk="0" h="66" w="766">
                <a:moveTo>
                  <a:pt x="732" y="0"/>
                </a:moveTo>
                <a:lnTo>
                  <a:pt x="33" y="0"/>
                </a:lnTo>
                <a:lnTo>
                  <a:pt x="33" y="0"/>
                </a:lnTo>
                <a:cubicBezTo>
                  <a:pt x="15" y="0"/>
                  <a:pt x="0" y="14"/>
                  <a:pt x="0" y="32"/>
                </a:cubicBezTo>
                <a:lnTo>
                  <a:pt x="0" y="32"/>
                </a:lnTo>
                <a:cubicBezTo>
                  <a:pt x="0" y="50"/>
                  <a:pt x="15" y="65"/>
                  <a:pt x="33" y="65"/>
                </a:cubicBezTo>
                <a:lnTo>
                  <a:pt x="732" y="65"/>
                </a:lnTo>
                <a:lnTo>
                  <a:pt x="732" y="65"/>
                </a:lnTo>
                <a:cubicBezTo>
                  <a:pt x="750" y="65"/>
                  <a:pt x="765" y="50"/>
                  <a:pt x="765" y="32"/>
                </a:cubicBezTo>
                <a:lnTo>
                  <a:pt x="765" y="32"/>
                </a:lnTo>
                <a:cubicBezTo>
                  <a:pt x="765" y="14"/>
                  <a:pt x="750" y="0"/>
                  <a:pt x="732" y="0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16224119" y="5349612"/>
            <a:ext cx="529581" cy="871602"/>
          </a:xfrm>
          <a:custGeom>
            <a:rect b="b" l="l" r="r" t="t"/>
            <a:pathLst>
              <a:path extrusionOk="0" h="697" w="424">
                <a:moveTo>
                  <a:pt x="108" y="108"/>
                </a:moveTo>
                <a:lnTo>
                  <a:pt x="108" y="108"/>
                </a:lnTo>
                <a:cubicBezTo>
                  <a:pt x="136" y="80"/>
                  <a:pt x="172" y="64"/>
                  <a:pt x="211" y="64"/>
                </a:cubicBezTo>
                <a:lnTo>
                  <a:pt x="211" y="64"/>
                </a:lnTo>
                <a:lnTo>
                  <a:pt x="211" y="64"/>
                </a:lnTo>
                <a:cubicBezTo>
                  <a:pt x="251" y="64"/>
                  <a:pt x="287" y="80"/>
                  <a:pt x="315" y="108"/>
                </a:cubicBezTo>
                <a:lnTo>
                  <a:pt x="315" y="108"/>
                </a:lnTo>
                <a:cubicBezTo>
                  <a:pt x="342" y="136"/>
                  <a:pt x="358" y="172"/>
                  <a:pt x="358" y="211"/>
                </a:cubicBezTo>
                <a:lnTo>
                  <a:pt x="358" y="326"/>
                </a:lnTo>
                <a:lnTo>
                  <a:pt x="358" y="337"/>
                </a:lnTo>
                <a:lnTo>
                  <a:pt x="358" y="337"/>
                </a:lnTo>
                <a:lnTo>
                  <a:pt x="358" y="337"/>
                </a:lnTo>
                <a:lnTo>
                  <a:pt x="358" y="485"/>
                </a:lnTo>
                <a:lnTo>
                  <a:pt x="358" y="485"/>
                </a:lnTo>
                <a:cubicBezTo>
                  <a:pt x="358" y="566"/>
                  <a:pt x="292" y="632"/>
                  <a:pt x="211" y="632"/>
                </a:cubicBezTo>
                <a:lnTo>
                  <a:pt x="211" y="632"/>
                </a:lnTo>
                <a:lnTo>
                  <a:pt x="211" y="632"/>
                </a:lnTo>
                <a:cubicBezTo>
                  <a:pt x="172" y="632"/>
                  <a:pt x="136" y="616"/>
                  <a:pt x="108" y="589"/>
                </a:cubicBezTo>
                <a:lnTo>
                  <a:pt x="108" y="589"/>
                </a:lnTo>
                <a:cubicBezTo>
                  <a:pt x="81" y="561"/>
                  <a:pt x="65" y="524"/>
                  <a:pt x="65" y="485"/>
                </a:cubicBezTo>
                <a:lnTo>
                  <a:pt x="65" y="333"/>
                </a:lnTo>
                <a:lnTo>
                  <a:pt x="65" y="328"/>
                </a:lnTo>
                <a:lnTo>
                  <a:pt x="65" y="328"/>
                </a:lnTo>
                <a:cubicBezTo>
                  <a:pt x="65" y="328"/>
                  <a:pt x="65" y="327"/>
                  <a:pt x="65" y="326"/>
                </a:cubicBezTo>
                <a:lnTo>
                  <a:pt x="65" y="211"/>
                </a:lnTo>
                <a:lnTo>
                  <a:pt x="65" y="211"/>
                </a:lnTo>
                <a:cubicBezTo>
                  <a:pt x="65" y="172"/>
                  <a:pt x="80" y="135"/>
                  <a:pt x="108" y="108"/>
                </a:cubicBezTo>
                <a:close/>
                <a:moveTo>
                  <a:pt x="1" y="331"/>
                </a:moveTo>
                <a:lnTo>
                  <a:pt x="1" y="331"/>
                </a:lnTo>
                <a:cubicBezTo>
                  <a:pt x="1" y="332"/>
                  <a:pt x="1" y="332"/>
                  <a:pt x="1" y="333"/>
                </a:cubicBezTo>
                <a:lnTo>
                  <a:pt x="1" y="485"/>
                </a:lnTo>
                <a:lnTo>
                  <a:pt x="1" y="485"/>
                </a:lnTo>
                <a:cubicBezTo>
                  <a:pt x="1" y="541"/>
                  <a:pt x="23" y="595"/>
                  <a:pt x="62" y="635"/>
                </a:cubicBezTo>
                <a:lnTo>
                  <a:pt x="62" y="635"/>
                </a:lnTo>
                <a:cubicBezTo>
                  <a:pt x="102" y="674"/>
                  <a:pt x="155" y="696"/>
                  <a:pt x="211" y="696"/>
                </a:cubicBezTo>
                <a:lnTo>
                  <a:pt x="211" y="696"/>
                </a:lnTo>
                <a:lnTo>
                  <a:pt x="211" y="696"/>
                </a:lnTo>
                <a:cubicBezTo>
                  <a:pt x="328" y="696"/>
                  <a:pt x="422" y="602"/>
                  <a:pt x="423" y="485"/>
                </a:cubicBezTo>
                <a:lnTo>
                  <a:pt x="422" y="337"/>
                </a:lnTo>
                <a:lnTo>
                  <a:pt x="423" y="328"/>
                </a:lnTo>
                <a:lnTo>
                  <a:pt x="423" y="327"/>
                </a:lnTo>
                <a:lnTo>
                  <a:pt x="422" y="211"/>
                </a:lnTo>
                <a:lnTo>
                  <a:pt x="422" y="211"/>
                </a:lnTo>
                <a:cubicBezTo>
                  <a:pt x="422" y="155"/>
                  <a:pt x="400" y="102"/>
                  <a:pt x="361" y="62"/>
                </a:cubicBezTo>
                <a:lnTo>
                  <a:pt x="361" y="62"/>
                </a:lnTo>
                <a:cubicBezTo>
                  <a:pt x="321" y="22"/>
                  <a:pt x="268" y="0"/>
                  <a:pt x="211" y="0"/>
                </a:cubicBezTo>
                <a:lnTo>
                  <a:pt x="211" y="0"/>
                </a:lnTo>
                <a:lnTo>
                  <a:pt x="211" y="0"/>
                </a:lnTo>
                <a:cubicBezTo>
                  <a:pt x="155" y="0"/>
                  <a:pt x="102" y="22"/>
                  <a:pt x="62" y="62"/>
                </a:cubicBezTo>
                <a:lnTo>
                  <a:pt x="62" y="62"/>
                </a:lnTo>
                <a:cubicBezTo>
                  <a:pt x="22" y="101"/>
                  <a:pt x="0" y="155"/>
                  <a:pt x="0" y="211"/>
                </a:cubicBezTo>
                <a:lnTo>
                  <a:pt x="1" y="326"/>
                </a:lnTo>
                <a:lnTo>
                  <a:pt x="1" y="3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6064144" y="5917806"/>
            <a:ext cx="855050" cy="684042"/>
          </a:xfrm>
          <a:custGeom>
            <a:rect b="b" l="l" r="r" t="t"/>
            <a:pathLst>
              <a:path extrusionOk="0" h="546" w="684">
                <a:moveTo>
                  <a:pt x="683" y="32"/>
                </a:moveTo>
                <a:lnTo>
                  <a:pt x="683" y="32"/>
                </a:lnTo>
                <a:cubicBezTo>
                  <a:pt x="683" y="14"/>
                  <a:pt x="669" y="0"/>
                  <a:pt x="651" y="0"/>
                </a:cubicBezTo>
                <a:lnTo>
                  <a:pt x="651" y="0"/>
                </a:lnTo>
                <a:cubicBezTo>
                  <a:pt x="633" y="0"/>
                  <a:pt x="619" y="14"/>
                  <a:pt x="619" y="32"/>
                </a:cubicBezTo>
                <a:lnTo>
                  <a:pt x="619" y="32"/>
                </a:lnTo>
                <a:cubicBezTo>
                  <a:pt x="619" y="185"/>
                  <a:pt x="494" y="310"/>
                  <a:pt x="341" y="310"/>
                </a:cubicBezTo>
                <a:lnTo>
                  <a:pt x="341" y="310"/>
                </a:lnTo>
                <a:cubicBezTo>
                  <a:pt x="189" y="310"/>
                  <a:pt x="64" y="185"/>
                  <a:pt x="64" y="32"/>
                </a:cubicBezTo>
                <a:lnTo>
                  <a:pt x="64" y="32"/>
                </a:lnTo>
                <a:cubicBezTo>
                  <a:pt x="64" y="14"/>
                  <a:pt x="50" y="0"/>
                  <a:pt x="32" y="0"/>
                </a:cubicBezTo>
                <a:lnTo>
                  <a:pt x="32" y="0"/>
                </a:lnTo>
                <a:cubicBezTo>
                  <a:pt x="14" y="0"/>
                  <a:pt x="0" y="14"/>
                  <a:pt x="0" y="32"/>
                </a:cubicBezTo>
                <a:lnTo>
                  <a:pt x="0" y="32"/>
                </a:lnTo>
                <a:cubicBezTo>
                  <a:pt x="0" y="210"/>
                  <a:pt x="135" y="356"/>
                  <a:pt x="309" y="373"/>
                </a:cubicBezTo>
                <a:lnTo>
                  <a:pt x="309" y="480"/>
                </a:lnTo>
                <a:lnTo>
                  <a:pt x="214" y="480"/>
                </a:lnTo>
                <a:lnTo>
                  <a:pt x="214" y="480"/>
                </a:lnTo>
                <a:cubicBezTo>
                  <a:pt x="196" y="480"/>
                  <a:pt x="182" y="494"/>
                  <a:pt x="182" y="512"/>
                </a:cubicBezTo>
                <a:lnTo>
                  <a:pt x="182" y="512"/>
                </a:lnTo>
                <a:cubicBezTo>
                  <a:pt x="182" y="530"/>
                  <a:pt x="196" y="544"/>
                  <a:pt x="214" y="544"/>
                </a:cubicBezTo>
                <a:lnTo>
                  <a:pt x="335" y="544"/>
                </a:lnTo>
                <a:lnTo>
                  <a:pt x="335" y="544"/>
                </a:lnTo>
                <a:cubicBezTo>
                  <a:pt x="337" y="544"/>
                  <a:pt x="339" y="545"/>
                  <a:pt x="341" y="545"/>
                </a:cubicBezTo>
                <a:lnTo>
                  <a:pt x="341" y="545"/>
                </a:lnTo>
                <a:cubicBezTo>
                  <a:pt x="343" y="545"/>
                  <a:pt x="346" y="544"/>
                  <a:pt x="348" y="544"/>
                </a:cubicBezTo>
                <a:lnTo>
                  <a:pt x="469" y="544"/>
                </a:lnTo>
                <a:lnTo>
                  <a:pt x="469" y="544"/>
                </a:lnTo>
                <a:cubicBezTo>
                  <a:pt x="487" y="544"/>
                  <a:pt x="501" y="530"/>
                  <a:pt x="501" y="512"/>
                </a:cubicBezTo>
                <a:lnTo>
                  <a:pt x="501" y="512"/>
                </a:lnTo>
                <a:cubicBezTo>
                  <a:pt x="501" y="494"/>
                  <a:pt x="487" y="480"/>
                  <a:pt x="469" y="480"/>
                </a:cubicBezTo>
                <a:lnTo>
                  <a:pt x="374" y="480"/>
                </a:lnTo>
                <a:lnTo>
                  <a:pt x="374" y="373"/>
                </a:lnTo>
                <a:lnTo>
                  <a:pt x="374" y="373"/>
                </a:lnTo>
                <a:cubicBezTo>
                  <a:pt x="548" y="356"/>
                  <a:pt x="683" y="210"/>
                  <a:pt x="683" y="32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535688" y="5619917"/>
            <a:ext cx="198593" cy="689560"/>
          </a:xfrm>
          <a:custGeom>
            <a:rect b="b" l="l" r="r" t="t"/>
            <a:pathLst>
              <a:path extrusionOk="0" h="553" w="159">
                <a:moveTo>
                  <a:pt x="60" y="14"/>
                </a:moveTo>
                <a:lnTo>
                  <a:pt x="60" y="14"/>
                </a:lnTo>
                <a:cubicBezTo>
                  <a:pt x="48" y="1"/>
                  <a:pt x="27" y="0"/>
                  <a:pt x="14" y="13"/>
                </a:cubicBezTo>
                <a:lnTo>
                  <a:pt x="14" y="13"/>
                </a:lnTo>
                <a:cubicBezTo>
                  <a:pt x="1" y="25"/>
                  <a:pt x="0" y="46"/>
                  <a:pt x="13" y="58"/>
                </a:cubicBezTo>
                <a:lnTo>
                  <a:pt x="13" y="58"/>
                </a:lnTo>
                <a:cubicBezTo>
                  <a:pt x="64" y="113"/>
                  <a:pt x="93" y="193"/>
                  <a:pt x="93" y="279"/>
                </a:cubicBezTo>
                <a:lnTo>
                  <a:pt x="93" y="279"/>
                </a:lnTo>
                <a:cubicBezTo>
                  <a:pt x="93" y="364"/>
                  <a:pt x="65" y="443"/>
                  <a:pt x="15" y="497"/>
                </a:cubicBezTo>
                <a:lnTo>
                  <a:pt x="15" y="497"/>
                </a:lnTo>
                <a:cubicBezTo>
                  <a:pt x="3" y="510"/>
                  <a:pt x="4" y="531"/>
                  <a:pt x="17" y="543"/>
                </a:cubicBezTo>
                <a:lnTo>
                  <a:pt x="17" y="543"/>
                </a:lnTo>
                <a:cubicBezTo>
                  <a:pt x="24" y="549"/>
                  <a:pt x="31" y="552"/>
                  <a:pt x="39" y="552"/>
                </a:cubicBezTo>
                <a:lnTo>
                  <a:pt x="39" y="552"/>
                </a:lnTo>
                <a:cubicBezTo>
                  <a:pt x="48" y="552"/>
                  <a:pt x="57" y="548"/>
                  <a:pt x="63" y="541"/>
                </a:cubicBezTo>
                <a:lnTo>
                  <a:pt x="63" y="541"/>
                </a:lnTo>
                <a:cubicBezTo>
                  <a:pt x="123" y="475"/>
                  <a:pt x="158" y="380"/>
                  <a:pt x="158" y="279"/>
                </a:cubicBezTo>
                <a:lnTo>
                  <a:pt x="158" y="279"/>
                </a:lnTo>
                <a:cubicBezTo>
                  <a:pt x="158" y="176"/>
                  <a:pt x="122" y="80"/>
                  <a:pt x="60" y="14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6818547" y="5498554"/>
            <a:ext cx="606811" cy="959865"/>
          </a:xfrm>
          <a:custGeom>
            <a:rect b="b" l="l" r="r" t="t"/>
            <a:pathLst>
              <a:path extrusionOk="0" h="766" w="484">
                <a:moveTo>
                  <a:pt x="418" y="668"/>
                </a:moveTo>
                <a:lnTo>
                  <a:pt x="180" y="486"/>
                </a:lnTo>
                <a:lnTo>
                  <a:pt x="180" y="275"/>
                </a:lnTo>
                <a:lnTo>
                  <a:pt x="418" y="99"/>
                </a:lnTo>
                <a:lnTo>
                  <a:pt x="418" y="668"/>
                </a:lnTo>
                <a:close/>
                <a:moveTo>
                  <a:pt x="116" y="470"/>
                </a:moveTo>
                <a:lnTo>
                  <a:pt x="65" y="470"/>
                </a:lnTo>
                <a:lnTo>
                  <a:pt x="65" y="290"/>
                </a:lnTo>
                <a:lnTo>
                  <a:pt x="116" y="290"/>
                </a:lnTo>
                <a:lnTo>
                  <a:pt x="116" y="470"/>
                </a:lnTo>
                <a:close/>
                <a:moveTo>
                  <a:pt x="465" y="6"/>
                </a:moveTo>
                <a:lnTo>
                  <a:pt x="465" y="6"/>
                </a:lnTo>
                <a:cubicBezTo>
                  <a:pt x="454" y="0"/>
                  <a:pt x="441" y="1"/>
                  <a:pt x="431" y="8"/>
                </a:cubicBezTo>
                <a:lnTo>
                  <a:pt x="137" y="225"/>
                </a:lnTo>
                <a:lnTo>
                  <a:pt x="35" y="225"/>
                </a:lnTo>
                <a:lnTo>
                  <a:pt x="35" y="225"/>
                </a:lnTo>
                <a:cubicBezTo>
                  <a:pt x="22" y="225"/>
                  <a:pt x="11" y="233"/>
                  <a:pt x="5" y="244"/>
                </a:cubicBezTo>
                <a:lnTo>
                  <a:pt x="3" y="248"/>
                </a:lnTo>
                <a:lnTo>
                  <a:pt x="3" y="248"/>
                </a:lnTo>
                <a:cubicBezTo>
                  <a:pt x="1" y="252"/>
                  <a:pt x="0" y="257"/>
                  <a:pt x="0" y="262"/>
                </a:cubicBezTo>
                <a:lnTo>
                  <a:pt x="0" y="498"/>
                </a:lnTo>
                <a:lnTo>
                  <a:pt x="0" y="498"/>
                </a:lnTo>
                <a:cubicBezTo>
                  <a:pt x="0" y="503"/>
                  <a:pt x="1" y="507"/>
                  <a:pt x="3" y="512"/>
                </a:cubicBezTo>
                <a:lnTo>
                  <a:pt x="5" y="516"/>
                </a:lnTo>
                <a:lnTo>
                  <a:pt x="5" y="516"/>
                </a:lnTo>
                <a:cubicBezTo>
                  <a:pt x="11" y="527"/>
                  <a:pt x="22" y="534"/>
                  <a:pt x="35" y="534"/>
                </a:cubicBezTo>
                <a:lnTo>
                  <a:pt x="137" y="534"/>
                </a:lnTo>
                <a:lnTo>
                  <a:pt x="430" y="759"/>
                </a:lnTo>
                <a:lnTo>
                  <a:pt x="430" y="759"/>
                </a:lnTo>
                <a:cubicBezTo>
                  <a:pt x="437" y="764"/>
                  <a:pt x="443" y="765"/>
                  <a:pt x="451" y="765"/>
                </a:cubicBezTo>
                <a:lnTo>
                  <a:pt x="451" y="765"/>
                </a:lnTo>
                <a:cubicBezTo>
                  <a:pt x="456" y="765"/>
                  <a:pt x="460" y="765"/>
                  <a:pt x="465" y="763"/>
                </a:cubicBezTo>
                <a:lnTo>
                  <a:pt x="465" y="763"/>
                </a:lnTo>
                <a:cubicBezTo>
                  <a:pt x="476" y="757"/>
                  <a:pt x="483" y="746"/>
                  <a:pt x="483" y="733"/>
                </a:cubicBezTo>
                <a:lnTo>
                  <a:pt x="483" y="35"/>
                </a:lnTo>
                <a:lnTo>
                  <a:pt x="483" y="35"/>
                </a:lnTo>
                <a:cubicBezTo>
                  <a:pt x="483" y="22"/>
                  <a:pt x="476" y="11"/>
                  <a:pt x="465" y="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8316611" y="825922"/>
            <a:ext cx="774442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Startup Diagram</a:t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2451398" y="2341347"/>
            <a:ext cx="1947485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Marketers must link the price to the real and perceived value of the product, but they also must take into account supply costs, seasonal discounts, and prices used by competitors.</a:t>
            </a:r>
            <a:endParaRPr/>
          </a:p>
        </p:txBody>
      </p:sp>
      <p:sp>
        <p:nvSpPr>
          <p:cNvPr id="75" name="Google Shape;75;p2"/>
          <p:cNvSpPr txBox="1"/>
          <p:nvPr/>
        </p:nvSpPr>
        <p:spPr>
          <a:xfrm>
            <a:off x="3710098" y="5299769"/>
            <a:ext cx="189188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Title One</a:t>
            </a:r>
            <a:endParaRPr b="1"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057351" y="5842997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77" name="Google Shape;77;p2"/>
          <p:cNvSpPr txBox="1"/>
          <p:nvPr/>
        </p:nvSpPr>
        <p:spPr>
          <a:xfrm>
            <a:off x="18172269" y="5309133"/>
            <a:ext cx="19188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Title Two</a:t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18147506" y="5870120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79" name="Google Shape;79;p2"/>
          <p:cNvSpPr txBox="1"/>
          <p:nvPr/>
        </p:nvSpPr>
        <p:spPr>
          <a:xfrm>
            <a:off x="3139068" y="10074949"/>
            <a:ext cx="249126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Title Three</a:t>
            </a:r>
            <a:endParaRPr b="1"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3085703" y="10618177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81" name="Google Shape;81;p2"/>
          <p:cNvSpPr txBox="1"/>
          <p:nvPr/>
        </p:nvSpPr>
        <p:spPr>
          <a:xfrm>
            <a:off x="18156308" y="10057190"/>
            <a:ext cx="213829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Title Four</a:t>
            </a:r>
            <a:endParaRPr b="1"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18131545" y="10618177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/>
          <p:nvPr/>
        </p:nvSpPr>
        <p:spPr>
          <a:xfrm>
            <a:off x="12391869" y="3739168"/>
            <a:ext cx="4260287" cy="4256662"/>
          </a:xfrm>
          <a:custGeom>
            <a:rect b="b" l="l" r="r" t="t"/>
            <a:pathLst>
              <a:path extrusionOk="0" h="5179" w="5181">
                <a:moveTo>
                  <a:pt x="5180" y="2589"/>
                </a:moveTo>
                <a:lnTo>
                  <a:pt x="5180" y="2589"/>
                </a:lnTo>
                <a:cubicBezTo>
                  <a:pt x="5180" y="4019"/>
                  <a:pt x="4020" y="5178"/>
                  <a:pt x="2590" y="5178"/>
                </a:cubicBezTo>
                <a:lnTo>
                  <a:pt x="2590" y="5178"/>
                </a:lnTo>
                <a:cubicBezTo>
                  <a:pt x="1160" y="5178"/>
                  <a:pt x="0" y="4019"/>
                  <a:pt x="0" y="2589"/>
                </a:cubicBezTo>
                <a:lnTo>
                  <a:pt x="0" y="2589"/>
                </a:lnTo>
                <a:cubicBezTo>
                  <a:pt x="0" y="1159"/>
                  <a:pt x="1160" y="0"/>
                  <a:pt x="2590" y="0"/>
                </a:cubicBezTo>
                <a:lnTo>
                  <a:pt x="2590" y="0"/>
                </a:lnTo>
                <a:cubicBezTo>
                  <a:pt x="4020" y="0"/>
                  <a:pt x="5180" y="1159"/>
                  <a:pt x="5180" y="2589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2892226" y="6034283"/>
            <a:ext cx="4260287" cy="4260289"/>
          </a:xfrm>
          <a:custGeom>
            <a:rect b="b" l="l" r="r" t="t"/>
            <a:pathLst>
              <a:path extrusionOk="0" h="5180" w="5180">
                <a:moveTo>
                  <a:pt x="5179" y="2590"/>
                </a:moveTo>
                <a:lnTo>
                  <a:pt x="5179" y="2590"/>
                </a:lnTo>
                <a:cubicBezTo>
                  <a:pt x="5179" y="4020"/>
                  <a:pt x="4020" y="5179"/>
                  <a:pt x="2590" y="5179"/>
                </a:cubicBezTo>
                <a:lnTo>
                  <a:pt x="2590" y="5179"/>
                </a:lnTo>
                <a:cubicBezTo>
                  <a:pt x="1160" y="5179"/>
                  <a:pt x="0" y="4020"/>
                  <a:pt x="0" y="2590"/>
                </a:cubicBezTo>
                <a:lnTo>
                  <a:pt x="0" y="2590"/>
                </a:lnTo>
                <a:cubicBezTo>
                  <a:pt x="0" y="1159"/>
                  <a:pt x="1160" y="0"/>
                  <a:pt x="2590" y="0"/>
                </a:cubicBezTo>
                <a:lnTo>
                  <a:pt x="2590" y="0"/>
                </a:lnTo>
                <a:cubicBezTo>
                  <a:pt x="4020" y="0"/>
                  <a:pt x="5179" y="1159"/>
                  <a:pt x="5179" y="2590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7645726" y="3739168"/>
            <a:ext cx="4260289" cy="4256662"/>
          </a:xfrm>
          <a:custGeom>
            <a:rect b="b" l="l" r="r" t="t"/>
            <a:pathLst>
              <a:path extrusionOk="0" h="5179" w="5180">
                <a:moveTo>
                  <a:pt x="5179" y="2589"/>
                </a:moveTo>
                <a:lnTo>
                  <a:pt x="5179" y="2589"/>
                </a:lnTo>
                <a:cubicBezTo>
                  <a:pt x="5179" y="4019"/>
                  <a:pt x="4020" y="5178"/>
                  <a:pt x="2590" y="5178"/>
                </a:cubicBezTo>
                <a:lnTo>
                  <a:pt x="2590" y="5178"/>
                </a:lnTo>
                <a:cubicBezTo>
                  <a:pt x="1160" y="5178"/>
                  <a:pt x="0" y="4019"/>
                  <a:pt x="0" y="2589"/>
                </a:cubicBezTo>
                <a:lnTo>
                  <a:pt x="0" y="2589"/>
                </a:lnTo>
                <a:cubicBezTo>
                  <a:pt x="0" y="1159"/>
                  <a:pt x="1160" y="0"/>
                  <a:pt x="2590" y="0"/>
                </a:cubicBezTo>
                <a:lnTo>
                  <a:pt x="2590" y="0"/>
                </a:lnTo>
                <a:cubicBezTo>
                  <a:pt x="4020" y="0"/>
                  <a:pt x="5179" y="1159"/>
                  <a:pt x="5179" y="2589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7145369" y="6034283"/>
            <a:ext cx="4260289" cy="4260289"/>
          </a:xfrm>
          <a:custGeom>
            <a:rect b="b" l="l" r="r" t="t"/>
            <a:pathLst>
              <a:path extrusionOk="0" h="5180" w="5180">
                <a:moveTo>
                  <a:pt x="5179" y="2590"/>
                </a:moveTo>
                <a:lnTo>
                  <a:pt x="5179" y="2590"/>
                </a:lnTo>
                <a:cubicBezTo>
                  <a:pt x="5179" y="4020"/>
                  <a:pt x="4020" y="5179"/>
                  <a:pt x="2590" y="5179"/>
                </a:cubicBezTo>
                <a:lnTo>
                  <a:pt x="2590" y="5179"/>
                </a:lnTo>
                <a:cubicBezTo>
                  <a:pt x="1159" y="5179"/>
                  <a:pt x="0" y="4020"/>
                  <a:pt x="0" y="2590"/>
                </a:cubicBezTo>
                <a:lnTo>
                  <a:pt x="0" y="2590"/>
                </a:lnTo>
                <a:cubicBezTo>
                  <a:pt x="0" y="1159"/>
                  <a:pt x="1159" y="0"/>
                  <a:pt x="2590" y="0"/>
                </a:cubicBezTo>
                <a:lnTo>
                  <a:pt x="2590" y="0"/>
                </a:lnTo>
                <a:cubicBezTo>
                  <a:pt x="4020" y="0"/>
                  <a:pt x="5179" y="1159"/>
                  <a:pt x="5179" y="259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9447738" y="4108997"/>
            <a:ext cx="681646" cy="576497"/>
          </a:xfrm>
          <a:custGeom>
            <a:rect b="b" l="l" r="r" t="t"/>
            <a:pathLst>
              <a:path extrusionOk="0" h="700" w="828">
                <a:moveTo>
                  <a:pt x="673" y="645"/>
                </a:moveTo>
                <a:lnTo>
                  <a:pt x="562" y="645"/>
                </a:lnTo>
                <a:lnTo>
                  <a:pt x="562" y="461"/>
                </a:lnTo>
                <a:lnTo>
                  <a:pt x="562" y="461"/>
                </a:lnTo>
                <a:cubicBezTo>
                  <a:pt x="562" y="443"/>
                  <a:pt x="548" y="428"/>
                  <a:pt x="531" y="428"/>
                </a:cubicBezTo>
                <a:lnTo>
                  <a:pt x="295" y="428"/>
                </a:lnTo>
                <a:lnTo>
                  <a:pt x="295" y="428"/>
                </a:lnTo>
                <a:cubicBezTo>
                  <a:pt x="277" y="428"/>
                  <a:pt x="263" y="443"/>
                  <a:pt x="263" y="461"/>
                </a:cubicBezTo>
                <a:lnTo>
                  <a:pt x="263" y="645"/>
                </a:lnTo>
                <a:lnTo>
                  <a:pt x="153" y="645"/>
                </a:lnTo>
                <a:lnTo>
                  <a:pt x="153" y="255"/>
                </a:lnTo>
                <a:lnTo>
                  <a:pt x="413" y="61"/>
                </a:lnTo>
                <a:lnTo>
                  <a:pt x="673" y="255"/>
                </a:lnTo>
                <a:lnTo>
                  <a:pt x="673" y="645"/>
                </a:lnTo>
                <a:close/>
                <a:moveTo>
                  <a:pt x="509" y="645"/>
                </a:moveTo>
                <a:lnTo>
                  <a:pt x="317" y="645"/>
                </a:lnTo>
                <a:lnTo>
                  <a:pt x="317" y="482"/>
                </a:lnTo>
                <a:lnTo>
                  <a:pt x="509" y="482"/>
                </a:lnTo>
                <a:lnTo>
                  <a:pt x="509" y="645"/>
                </a:lnTo>
                <a:close/>
                <a:moveTo>
                  <a:pt x="812" y="293"/>
                </a:moveTo>
                <a:lnTo>
                  <a:pt x="429" y="6"/>
                </a:lnTo>
                <a:lnTo>
                  <a:pt x="429" y="6"/>
                </a:lnTo>
                <a:cubicBezTo>
                  <a:pt x="420" y="0"/>
                  <a:pt x="407" y="0"/>
                  <a:pt x="397" y="6"/>
                </a:cubicBezTo>
                <a:lnTo>
                  <a:pt x="14" y="293"/>
                </a:lnTo>
                <a:lnTo>
                  <a:pt x="14" y="293"/>
                </a:lnTo>
                <a:cubicBezTo>
                  <a:pt x="2" y="302"/>
                  <a:pt x="0" y="318"/>
                  <a:pt x="8" y="330"/>
                </a:cubicBezTo>
                <a:lnTo>
                  <a:pt x="8" y="330"/>
                </a:lnTo>
                <a:cubicBezTo>
                  <a:pt x="18" y="342"/>
                  <a:pt x="34" y="345"/>
                  <a:pt x="46" y="335"/>
                </a:cubicBezTo>
                <a:lnTo>
                  <a:pt x="100" y="295"/>
                </a:lnTo>
                <a:lnTo>
                  <a:pt x="100" y="661"/>
                </a:lnTo>
                <a:lnTo>
                  <a:pt x="100" y="661"/>
                </a:lnTo>
                <a:cubicBezTo>
                  <a:pt x="100" y="682"/>
                  <a:pt x="117" y="699"/>
                  <a:pt x="137" y="699"/>
                </a:cubicBezTo>
                <a:lnTo>
                  <a:pt x="295" y="699"/>
                </a:lnTo>
                <a:lnTo>
                  <a:pt x="531" y="699"/>
                </a:lnTo>
                <a:lnTo>
                  <a:pt x="689" y="699"/>
                </a:lnTo>
                <a:lnTo>
                  <a:pt x="689" y="699"/>
                </a:lnTo>
                <a:cubicBezTo>
                  <a:pt x="710" y="699"/>
                  <a:pt x="726" y="682"/>
                  <a:pt x="726" y="661"/>
                </a:cubicBezTo>
                <a:lnTo>
                  <a:pt x="726" y="295"/>
                </a:lnTo>
                <a:lnTo>
                  <a:pt x="781" y="335"/>
                </a:lnTo>
                <a:lnTo>
                  <a:pt x="781" y="335"/>
                </a:lnTo>
                <a:cubicBezTo>
                  <a:pt x="786" y="339"/>
                  <a:pt x="791" y="341"/>
                  <a:pt x="797" y="341"/>
                </a:cubicBezTo>
                <a:lnTo>
                  <a:pt x="797" y="341"/>
                </a:lnTo>
                <a:cubicBezTo>
                  <a:pt x="805" y="341"/>
                  <a:pt x="813" y="337"/>
                  <a:pt x="818" y="330"/>
                </a:cubicBezTo>
                <a:lnTo>
                  <a:pt x="818" y="330"/>
                </a:lnTo>
                <a:cubicBezTo>
                  <a:pt x="827" y="318"/>
                  <a:pt x="825" y="302"/>
                  <a:pt x="812" y="29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4219261" y="4083616"/>
            <a:ext cx="598252" cy="594627"/>
          </a:xfrm>
          <a:custGeom>
            <a:rect b="b" l="l" r="r" t="t"/>
            <a:pathLst>
              <a:path extrusionOk="0" h="724" w="729">
                <a:moveTo>
                  <a:pt x="253" y="280"/>
                </a:moveTo>
                <a:lnTo>
                  <a:pt x="253" y="280"/>
                </a:lnTo>
                <a:close/>
                <a:moveTo>
                  <a:pt x="553" y="482"/>
                </a:moveTo>
                <a:lnTo>
                  <a:pt x="553" y="482"/>
                </a:lnTo>
                <a:close/>
                <a:moveTo>
                  <a:pt x="158" y="49"/>
                </a:moveTo>
                <a:lnTo>
                  <a:pt x="158" y="49"/>
                </a:lnTo>
                <a:cubicBezTo>
                  <a:pt x="150" y="49"/>
                  <a:pt x="139" y="50"/>
                  <a:pt x="127" y="54"/>
                </a:cubicBezTo>
                <a:lnTo>
                  <a:pt x="127" y="54"/>
                </a:lnTo>
                <a:cubicBezTo>
                  <a:pt x="100" y="62"/>
                  <a:pt x="78" y="81"/>
                  <a:pt x="61" y="110"/>
                </a:cubicBezTo>
                <a:lnTo>
                  <a:pt x="61" y="110"/>
                </a:lnTo>
                <a:cubicBezTo>
                  <a:pt x="39" y="149"/>
                  <a:pt x="51" y="209"/>
                  <a:pt x="91" y="264"/>
                </a:cubicBezTo>
                <a:lnTo>
                  <a:pt x="97" y="272"/>
                </a:lnTo>
                <a:lnTo>
                  <a:pt x="97" y="272"/>
                </a:lnTo>
                <a:cubicBezTo>
                  <a:pt x="109" y="288"/>
                  <a:pt x="121" y="305"/>
                  <a:pt x="133" y="322"/>
                </a:cubicBezTo>
                <a:lnTo>
                  <a:pt x="133" y="322"/>
                </a:lnTo>
                <a:cubicBezTo>
                  <a:pt x="161" y="362"/>
                  <a:pt x="191" y="400"/>
                  <a:pt x="223" y="435"/>
                </a:cubicBezTo>
                <a:lnTo>
                  <a:pt x="223" y="435"/>
                </a:lnTo>
                <a:cubicBezTo>
                  <a:pt x="265" y="482"/>
                  <a:pt x="312" y="525"/>
                  <a:pt x="362" y="564"/>
                </a:cubicBezTo>
                <a:lnTo>
                  <a:pt x="362" y="564"/>
                </a:lnTo>
                <a:cubicBezTo>
                  <a:pt x="380" y="579"/>
                  <a:pt x="395" y="591"/>
                  <a:pt x="409" y="602"/>
                </a:cubicBezTo>
                <a:lnTo>
                  <a:pt x="409" y="602"/>
                </a:lnTo>
                <a:cubicBezTo>
                  <a:pt x="438" y="626"/>
                  <a:pt x="514" y="682"/>
                  <a:pt x="580" y="677"/>
                </a:cubicBezTo>
                <a:lnTo>
                  <a:pt x="580" y="677"/>
                </a:lnTo>
                <a:cubicBezTo>
                  <a:pt x="612" y="674"/>
                  <a:pt x="641" y="660"/>
                  <a:pt x="658" y="637"/>
                </a:cubicBezTo>
                <a:lnTo>
                  <a:pt x="658" y="637"/>
                </a:lnTo>
                <a:cubicBezTo>
                  <a:pt x="674" y="618"/>
                  <a:pt x="680" y="593"/>
                  <a:pt x="677" y="563"/>
                </a:cubicBezTo>
                <a:lnTo>
                  <a:pt x="677" y="563"/>
                </a:lnTo>
                <a:cubicBezTo>
                  <a:pt x="667" y="554"/>
                  <a:pt x="645" y="536"/>
                  <a:pt x="620" y="518"/>
                </a:cubicBezTo>
                <a:lnTo>
                  <a:pt x="620" y="518"/>
                </a:lnTo>
                <a:cubicBezTo>
                  <a:pt x="575" y="486"/>
                  <a:pt x="558" y="482"/>
                  <a:pt x="553" y="482"/>
                </a:cubicBezTo>
                <a:lnTo>
                  <a:pt x="553" y="482"/>
                </a:lnTo>
                <a:cubicBezTo>
                  <a:pt x="547" y="482"/>
                  <a:pt x="528" y="492"/>
                  <a:pt x="517" y="498"/>
                </a:cubicBezTo>
                <a:lnTo>
                  <a:pt x="517" y="498"/>
                </a:lnTo>
                <a:cubicBezTo>
                  <a:pt x="491" y="511"/>
                  <a:pt x="465" y="526"/>
                  <a:pt x="442" y="524"/>
                </a:cubicBezTo>
                <a:lnTo>
                  <a:pt x="442" y="524"/>
                </a:lnTo>
                <a:cubicBezTo>
                  <a:pt x="435" y="523"/>
                  <a:pt x="415" y="521"/>
                  <a:pt x="350" y="464"/>
                </a:cubicBezTo>
                <a:lnTo>
                  <a:pt x="350" y="464"/>
                </a:lnTo>
                <a:cubicBezTo>
                  <a:pt x="311" y="431"/>
                  <a:pt x="273" y="391"/>
                  <a:pt x="247" y="359"/>
                </a:cubicBezTo>
                <a:lnTo>
                  <a:pt x="247" y="359"/>
                </a:lnTo>
                <a:cubicBezTo>
                  <a:pt x="226" y="333"/>
                  <a:pt x="203" y="300"/>
                  <a:pt x="207" y="274"/>
                </a:cubicBezTo>
                <a:lnTo>
                  <a:pt x="207" y="274"/>
                </a:lnTo>
                <a:cubicBezTo>
                  <a:pt x="209" y="255"/>
                  <a:pt x="220" y="237"/>
                  <a:pt x="231" y="220"/>
                </a:cubicBezTo>
                <a:lnTo>
                  <a:pt x="231" y="220"/>
                </a:lnTo>
                <a:cubicBezTo>
                  <a:pt x="237" y="208"/>
                  <a:pt x="248" y="190"/>
                  <a:pt x="248" y="183"/>
                </a:cubicBezTo>
                <a:lnTo>
                  <a:pt x="248" y="183"/>
                </a:lnTo>
                <a:cubicBezTo>
                  <a:pt x="247" y="163"/>
                  <a:pt x="213" y="108"/>
                  <a:pt x="169" y="50"/>
                </a:cubicBezTo>
                <a:lnTo>
                  <a:pt x="169" y="50"/>
                </a:lnTo>
                <a:cubicBezTo>
                  <a:pt x="166" y="50"/>
                  <a:pt x="162" y="49"/>
                  <a:pt x="158" y="49"/>
                </a:cubicBezTo>
                <a:close/>
                <a:moveTo>
                  <a:pt x="570" y="723"/>
                </a:moveTo>
                <a:lnTo>
                  <a:pt x="570" y="723"/>
                </a:lnTo>
                <a:cubicBezTo>
                  <a:pt x="538" y="723"/>
                  <a:pt x="501" y="713"/>
                  <a:pt x="463" y="694"/>
                </a:cubicBezTo>
                <a:lnTo>
                  <a:pt x="463" y="694"/>
                </a:lnTo>
                <a:cubicBezTo>
                  <a:pt x="428" y="676"/>
                  <a:pt x="398" y="653"/>
                  <a:pt x="380" y="638"/>
                </a:cubicBezTo>
                <a:lnTo>
                  <a:pt x="380" y="638"/>
                </a:lnTo>
                <a:cubicBezTo>
                  <a:pt x="366" y="627"/>
                  <a:pt x="351" y="615"/>
                  <a:pt x="333" y="600"/>
                </a:cubicBezTo>
                <a:lnTo>
                  <a:pt x="333" y="600"/>
                </a:lnTo>
                <a:cubicBezTo>
                  <a:pt x="281" y="560"/>
                  <a:pt x="233" y="515"/>
                  <a:pt x="189" y="466"/>
                </a:cubicBezTo>
                <a:lnTo>
                  <a:pt x="189" y="466"/>
                </a:lnTo>
                <a:cubicBezTo>
                  <a:pt x="155" y="429"/>
                  <a:pt x="124" y="390"/>
                  <a:pt x="95" y="349"/>
                </a:cubicBezTo>
                <a:lnTo>
                  <a:pt x="95" y="349"/>
                </a:lnTo>
                <a:cubicBezTo>
                  <a:pt x="84" y="332"/>
                  <a:pt x="71" y="316"/>
                  <a:pt x="59" y="299"/>
                </a:cubicBezTo>
                <a:lnTo>
                  <a:pt x="54" y="292"/>
                </a:lnTo>
                <a:lnTo>
                  <a:pt x="54" y="292"/>
                </a:lnTo>
                <a:cubicBezTo>
                  <a:pt x="29" y="259"/>
                  <a:pt x="13" y="223"/>
                  <a:pt x="7" y="187"/>
                </a:cubicBezTo>
                <a:lnTo>
                  <a:pt x="7" y="187"/>
                </a:lnTo>
                <a:cubicBezTo>
                  <a:pt x="0" y="149"/>
                  <a:pt x="5" y="115"/>
                  <a:pt x="21" y="86"/>
                </a:cubicBezTo>
                <a:lnTo>
                  <a:pt x="21" y="86"/>
                </a:lnTo>
                <a:cubicBezTo>
                  <a:pt x="43" y="48"/>
                  <a:pt x="75" y="21"/>
                  <a:pt x="113" y="9"/>
                </a:cubicBezTo>
                <a:lnTo>
                  <a:pt x="113" y="9"/>
                </a:lnTo>
                <a:cubicBezTo>
                  <a:pt x="144" y="0"/>
                  <a:pt x="171" y="3"/>
                  <a:pt x="182" y="5"/>
                </a:cubicBezTo>
                <a:lnTo>
                  <a:pt x="182" y="5"/>
                </a:lnTo>
                <a:cubicBezTo>
                  <a:pt x="190" y="6"/>
                  <a:pt x="197" y="11"/>
                  <a:pt x="202" y="17"/>
                </a:cubicBezTo>
                <a:lnTo>
                  <a:pt x="202" y="17"/>
                </a:lnTo>
                <a:cubicBezTo>
                  <a:pt x="208" y="25"/>
                  <a:pt x="230" y="53"/>
                  <a:pt x="251" y="85"/>
                </a:cubicBezTo>
                <a:lnTo>
                  <a:pt x="251" y="85"/>
                </a:lnTo>
                <a:cubicBezTo>
                  <a:pt x="287" y="142"/>
                  <a:pt x="293" y="166"/>
                  <a:pt x="294" y="180"/>
                </a:cubicBezTo>
                <a:lnTo>
                  <a:pt x="294" y="180"/>
                </a:lnTo>
                <a:cubicBezTo>
                  <a:pt x="295" y="201"/>
                  <a:pt x="282" y="223"/>
                  <a:pt x="270" y="244"/>
                </a:cubicBezTo>
                <a:lnTo>
                  <a:pt x="270" y="244"/>
                </a:lnTo>
                <a:cubicBezTo>
                  <a:pt x="262" y="257"/>
                  <a:pt x="254" y="270"/>
                  <a:pt x="253" y="280"/>
                </a:cubicBezTo>
                <a:lnTo>
                  <a:pt x="253" y="280"/>
                </a:lnTo>
                <a:cubicBezTo>
                  <a:pt x="253" y="282"/>
                  <a:pt x="255" y="293"/>
                  <a:pt x="276" y="321"/>
                </a:cubicBezTo>
                <a:lnTo>
                  <a:pt x="276" y="321"/>
                </a:lnTo>
                <a:cubicBezTo>
                  <a:pt x="291" y="341"/>
                  <a:pt x="312" y="364"/>
                  <a:pt x="337" y="389"/>
                </a:cubicBezTo>
                <a:lnTo>
                  <a:pt x="337" y="389"/>
                </a:lnTo>
                <a:cubicBezTo>
                  <a:pt x="390" y="441"/>
                  <a:pt x="434" y="474"/>
                  <a:pt x="446" y="477"/>
                </a:cubicBezTo>
                <a:lnTo>
                  <a:pt x="446" y="477"/>
                </a:lnTo>
                <a:cubicBezTo>
                  <a:pt x="456" y="478"/>
                  <a:pt x="479" y="466"/>
                  <a:pt x="495" y="457"/>
                </a:cubicBezTo>
                <a:lnTo>
                  <a:pt x="495" y="457"/>
                </a:lnTo>
                <a:cubicBezTo>
                  <a:pt x="518" y="445"/>
                  <a:pt x="538" y="434"/>
                  <a:pt x="556" y="436"/>
                </a:cubicBezTo>
                <a:lnTo>
                  <a:pt x="556" y="436"/>
                </a:lnTo>
                <a:cubicBezTo>
                  <a:pt x="584" y="437"/>
                  <a:pt x="621" y="462"/>
                  <a:pt x="648" y="481"/>
                </a:cubicBezTo>
                <a:lnTo>
                  <a:pt x="648" y="481"/>
                </a:lnTo>
                <a:cubicBezTo>
                  <a:pt x="677" y="502"/>
                  <a:pt x="702" y="523"/>
                  <a:pt x="711" y="532"/>
                </a:cubicBezTo>
                <a:lnTo>
                  <a:pt x="711" y="532"/>
                </a:lnTo>
                <a:cubicBezTo>
                  <a:pt x="717" y="536"/>
                  <a:pt x="721" y="544"/>
                  <a:pt x="722" y="551"/>
                </a:cubicBezTo>
                <a:lnTo>
                  <a:pt x="722" y="551"/>
                </a:lnTo>
                <a:cubicBezTo>
                  <a:pt x="728" y="596"/>
                  <a:pt x="719" y="636"/>
                  <a:pt x="695" y="666"/>
                </a:cubicBezTo>
                <a:lnTo>
                  <a:pt x="695" y="666"/>
                </a:lnTo>
                <a:cubicBezTo>
                  <a:pt x="669" y="699"/>
                  <a:pt x="629" y="719"/>
                  <a:pt x="585" y="723"/>
                </a:cubicBezTo>
                <a:lnTo>
                  <a:pt x="585" y="723"/>
                </a:lnTo>
                <a:cubicBezTo>
                  <a:pt x="580" y="723"/>
                  <a:pt x="575" y="723"/>
                  <a:pt x="570" y="72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8530416" y="8006706"/>
            <a:ext cx="674394" cy="554745"/>
          </a:xfrm>
          <a:custGeom>
            <a:rect b="b" l="l" r="r" t="t"/>
            <a:pathLst>
              <a:path extrusionOk="0" h="673" w="822">
                <a:moveTo>
                  <a:pt x="707" y="408"/>
                </a:moveTo>
                <a:lnTo>
                  <a:pt x="707" y="408"/>
                </a:lnTo>
                <a:cubicBezTo>
                  <a:pt x="667" y="448"/>
                  <a:pt x="615" y="469"/>
                  <a:pt x="560" y="469"/>
                </a:cubicBezTo>
                <a:lnTo>
                  <a:pt x="560" y="469"/>
                </a:lnTo>
                <a:cubicBezTo>
                  <a:pt x="492" y="469"/>
                  <a:pt x="424" y="485"/>
                  <a:pt x="363" y="513"/>
                </a:cubicBezTo>
                <a:lnTo>
                  <a:pt x="363" y="513"/>
                </a:lnTo>
                <a:cubicBezTo>
                  <a:pt x="278" y="553"/>
                  <a:pt x="193" y="587"/>
                  <a:pt x="143" y="605"/>
                </a:cubicBezTo>
                <a:lnTo>
                  <a:pt x="143" y="605"/>
                </a:lnTo>
                <a:cubicBezTo>
                  <a:pt x="148" y="572"/>
                  <a:pt x="157" y="523"/>
                  <a:pt x="168" y="468"/>
                </a:cubicBezTo>
                <a:lnTo>
                  <a:pt x="168" y="468"/>
                </a:lnTo>
                <a:cubicBezTo>
                  <a:pt x="170" y="458"/>
                  <a:pt x="166" y="446"/>
                  <a:pt x="156" y="440"/>
                </a:cubicBezTo>
                <a:lnTo>
                  <a:pt x="156" y="440"/>
                </a:lnTo>
                <a:lnTo>
                  <a:pt x="156" y="440"/>
                </a:lnTo>
                <a:lnTo>
                  <a:pt x="156" y="440"/>
                </a:lnTo>
                <a:cubicBezTo>
                  <a:pt x="125" y="422"/>
                  <a:pt x="100" y="396"/>
                  <a:pt x="82" y="365"/>
                </a:cubicBezTo>
                <a:lnTo>
                  <a:pt x="82" y="365"/>
                </a:lnTo>
                <a:cubicBezTo>
                  <a:pt x="63" y="334"/>
                  <a:pt x="54" y="297"/>
                  <a:pt x="54" y="261"/>
                </a:cubicBezTo>
                <a:lnTo>
                  <a:pt x="54" y="261"/>
                </a:lnTo>
                <a:cubicBezTo>
                  <a:pt x="54" y="206"/>
                  <a:pt x="75" y="153"/>
                  <a:pt x="115" y="114"/>
                </a:cubicBezTo>
                <a:lnTo>
                  <a:pt x="115" y="114"/>
                </a:lnTo>
                <a:cubicBezTo>
                  <a:pt x="154" y="74"/>
                  <a:pt x="207" y="53"/>
                  <a:pt x="262" y="53"/>
                </a:cubicBezTo>
                <a:lnTo>
                  <a:pt x="557" y="53"/>
                </a:lnTo>
                <a:lnTo>
                  <a:pt x="557" y="53"/>
                </a:lnTo>
                <a:cubicBezTo>
                  <a:pt x="613" y="53"/>
                  <a:pt x="666" y="75"/>
                  <a:pt x="707" y="115"/>
                </a:cubicBezTo>
                <a:lnTo>
                  <a:pt x="707" y="115"/>
                </a:lnTo>
                <a:cubicBezTo>
                  <a:pt x="746" y="154"/>
                  <a:pt x="768" y="206"/>
                  <a:pt x="768" y="261"/>
                </a:cubicBezTo>
                <a:lnTo>
                  <a:pt x="768" y="262"/>
                </a:lnTo>
                <a:lnTo>
                  <a:pt x="768" y="262"/>
                </a:lnTo>
                <a:cubicBezTo>
                  <a:pt x="767" y="317"/>
                  <a:pt x="746" y="369"/>
                  <a:pt x="707" y="408"/>
                </a:cubicBezTo>
                <a:close/>
                <a:moveTo>
                  <a:pt x="745" y="78"/>
                </a:moveTo>
                <a:lnTo>
                  <a:pt x="745" y="78"/>
                </a:lnTo>
                <a:cubicBezTo>
                  <a:pt x="694" y="27"/>
                  <a:pt x="628" y="0"/>
                  <a:pt x="557" y="0"/>
                </a:cubicBezTo>
                <a:lnTo>
                  <a:pt x="262" y="0"/>
                </a:lnTo>
                <a:lnTo>
                  <a:pt x="262" y="0"/>
                </a:lnTo>
                <a:cubicBezTo>
                  <a:pt x="193" y="0"/>
                  <a:pt x="126" y="26"/>
                  <a:pt x="77" y="76"/>
                </a:cubicBezTo>
                <a:lnTo>
                  <a:pt x="77" y="76"/>
                </a:lnTo>
                <a:cubicBezTo>
                  <a:pt x="27" y="126"/>
                  <a:pt x="0" y="192"/>
                  <a:pt x="0" y="261"/>
                </a:cubicBezTo>
                <a:lnTo>
                  <a:pt x="0" y="261"/>
                </a:lnTo>
                <a:cubicBezTo>
                  <a:pt x="0" y="307"/>
                  <a:pt x="13" y="353"/>
                  <a:pt x="36" y="392"/>
                </a:cubicBezTo>
                <a:lnTo>
                  <a:pt x="36" y="392"/>
                </a:lnTo>
                <a:cubicBezTo>
                  <a:pt x="55" y="425"/>
                  <a:pt x="81" y="453"/>
                  <a:pt x="112" y="475"/>
                </a:cubicBezTo>
                <a:lnTo>
                  <a:pt x="112" y="475"/>
                </a:lnTo>
                <a:cubicBezTo>
                  <a:pt x="95" y="567"/>
                  <a:pt x="84" y="639"/>
                  <a:pt x="84" y="642"/>
                </a:cubicBezTo>
                <a:lnTo>
                  <a:pt x="84" y="642"/>
                </a:lnTo>
                <a:cubicBezTo>
                  <a:pt x="83" y="652"/>
                  <a:pt x="86" y="661"/>
                  <a:pt x="94" y="667"/>
                </a:cubicBezTo>
                <a:lnTo>
                  <a:pt x="94" y="667"/>
                </a:lnTo>
                <a:cubicBezTo>
                  <a:pt x="98" y="670"/>
                  <a:pt x="105" y="672"/>
                  <a:pt x="110" y="672"/>
                </a:cubicBezTo>
                <a:lnTo>
                  <a:pt x="110" y="672"/>
                </a:lnTo>
                <a:cubicBezTo>
                  <a:pt x="113" y="672"/>
                  <a:pt x="116" y="672"/>
                  <a:pt x="119" y="671"/>
                </a:cubicBezTo>
                <a:lnTo>
                  <a:pt x="119" y="671"/>
                </a:lnTo>
                <a:cubicBezTo>
                  <a:pt x="125" y="669"/>
                  <a:pt x="256" y="622"/>
                  <a:pt x="386" y="561"/>
                </a:cubicBezTo>
                <a:lnTo>
                  <a:pt x="386" y="561"/>
                </a:lnTo>
                <a:cubicBezTo>
                  <a:pt x="440" y="536"/>
                  <a:pt x="499" y="522"/>
                  <a:pt x="560" y="522"/>
                </a:cubicBezTo>
                <a:lnTo>
                  <a:pt x="560" y="522"/>
                </a:lnTo>
                <a:cubicBezTo>
                  <a:pt x="629" y="522"/>
                  <a:pt x="695" y="496"/>
                  <a:pt x="744" y="446"/>
                </a:cubicBezTo>
                <a:lnTo>
                  <a:pt x="744" y="446"/>
                </a:lnTo>
                <a:cubicBezTo>
                  <a:pt x="794" y="397"/>
                  <a:pt x="820" y="331"/>
                  <a:pt x="821" y="262"/>
                </a:cubicBezTo>
                <a:lnTo>
                  <a:pt x="821" y="262"/>
                </a:lnTo>
                <a:cubicBezTo>
                  <a:pt x="821" y="193"/>
                  <a:pt x="794" y="128"/>
                  <a:pt x="745" y="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9009018" y="8169867"/>
            <a:ext cx="90646" cy="90643"/>
          </a:xfrm>
          <a:custGeom>
            <a:rect b="b" l="l" r="r" t="t"/>
            <a:pathLst>
              <a:path extrusionOk="0" h="109" w="109">
                <a:moveTo>
                  <a:pt x="54" y="0"/>
                </a:moveTo>
                <a:lnTo>
                  <a:pt x="54" y="0"/>
                </a:lnTo>
                <a:cubicBezTo>
                  <a:pt x="24" y="0"/>
                  <a:pt x="0" y="24"/>
                  <a:pt x="0" y="54"/>
                </a:cubicBezTo>
                <a:lnTo>
                  <a:pt x="0" y="54"/>
                </a:lnTo>
                <a:cubicBezTo>
                  <a:pt x="0" y="84"/>
                  <a:pt x="24" y="108"/>
                  <a:pt x="54" y="108"/>
                </a:cubicBezTo>
                <a:lnTo>
                  <a:pt x="54" y="108"/>
                </a:lnTo>
                <a:cubicBezTo>
                  <a:pt x="84" y="108"/>
                  <a:pt x="108" y="84"/>
                  <a:pt x="108" y="54"/>
                </a:cubicBezTo>
                <a:lnTo>
                  <a:pt x="108" y="54"/>
                </a:lnTo>
                <a:cubicBezTo>
                  <a:pt x="108" y="24"/>
                  <a:pt x="84" y="0"/>
                  <a:pt x="54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8827729" y="8173492"/>
            <a:ext cx="90646" cy="90646"/>
          </a:xfrm>
          <a:custGeom>
            <a:rect b="b" l="l" r="r" t="t"/>
            <a:pathLst>
              <a:path extrusionOk="0" h="109" w="109">
                <a:moveTo>
                  <a:pt x="55" y="0"/>
                </a:moveTo>
                <a:lnTo>
                  <a:pt x="55" y="0"/>
                </a:lnTo>
                <a:cubicBezTo>
                  <a:pt x="25" y="0"/>
                  <a:pt x="0" y="24"/>
                  <a:pt x="0" y="54"/>
                </a:cubicBezTo>
                <a:lnTo>
                  <a:pt x="0" y="54"/>
                </a:lnTo>
                <a:cubicBezTo>
                  <a:pt x="0" y="84"/>
                  <a:pt x="25" y="108"/>
                  <a:pt x="55" y="108"/>
                </a:cubicBezTo>
                <a:lnTo>
                  <a:pt x="55" y="108"/>
                </a:lnTo>
                <a:cubicBezTo>
                  <a:pt x="85" y="108"/>
                  <a:pt x="108" y="84"/>
                  <a:pt x="108" y="54"/>
                </a:cubicBezTo>
                <a:lnTo>
                  <a:pt x="108" y="54"/>
                </a:lnTo>
                <a:cubicBezTo>
                  <a:pt x="108" y="24"/>
                  <a:pt x="85" y="0"/>
                  <a:pt x="55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8650067" y="8169867"/>
            <a:ext cx="90643" cy="90643"/>
          </a:xfrm>
          <a:custGeom>
            <a:rect b="b" l="l" r="r" t="t"/>
            <a:pathLst>
              <a:path extrusionOk="0" h="109" w="109">
                <a:moveTo>
                  <a:pt x="54" y="0"/>
                </a:moveTo>
                <a:lnTo>
                  <a:pt x="54" y="0"/>
                </a:lnTo>
                <a:cubicBezTo>
                  <a:pt x="24" y="0"/>
                  <a:pt x="0" y="24"/>
                  <a:pt x="0" y="54"/>
                </a:cubicBezTo>
                <a:lnTo>
                  <a:pt x="0" y="54"/>
                </a:lnTo>
                <a:cubicBezTo>
                  <a:pt x="0" y="84"/>
                  <a:pt x="24" y="108"/>
                  <a:pt x="54" y="108"/>
                </a:cubicBezTo>
                <a:lnTo>
                  <a:pt x="54" y="108"/>
                </a:lnTo>
                <a:cubicBezTo>
                  <a:pt x="84" y="108"/>
                  <a:pt x="108" y="84"/>
                  <a:pt x="108" y="54"/>
                </a:cubicBezTo>
                <a:lnTo>
                  <a:pt x="108" y="54"/>
                </a:lnTo>
                <a:cubicBezTo>
                  <a:pt x="108" y="24"/>
                  <a:pt x="84" y="0"/>
                  <a:pt x="54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15089447" y="8071970"/>
            <a:ext cx="833929" cy="514860"/>
          </a:xfrm>
          <a:custGeom>
            <a:rect b="b" l="l" r="r" t="t"/>
            <a:pathLst>
              <a:path extrusionOk="0" h="628" w="1013">
                <a:moveTo>
                  <a:pt x="62" y="314"/>
                </a:moveTo>
                <a:lnTo>
                  <a:pt x="62" y="314"/>
                </a:lnTo>
                <a:cubicBezTo>
                  <a:pt x="129" y="403"/>
                  <a:pt x="287" y="574"/>
                  <a:pt x="506" y="574"/>
                </a:cubicBezTo>
                <a:lnTo>
                  <a:pt x="506" y="574"/>
                </a:lnTo>
                <a:cubicBezTo>
                  <a:pt x="508" y="574"/>
                  <a:pt x="509" y="574"/>
                  <a:pt x="511" y="574"/>
                </a:cubicBezTo>
                <a:lnTo>
                  <a:pt x="511" y="574"/>
                </a:lnTo>
                <a:cubicBezTo>
                  <a:pt x="615" y="573"/>
                  <a:pt x="716" y="534"/>
                  <a:pt x="812" y="458"/>
                </a:cubicBezTo>
                <a:lnTo>
                  <a:pt x="812" y="458"/>
                </a:lnTo>
                <a:cubicBezTo>
                  <a:pt x="861" y="419"/>
                  <a:pt x="909" y="369"/>
                  <a:pt x="950" y="315"/>
                </a:cubicBezTo>
                <a:lnTo>
                  <a:pt x="950" y="315"/>
                </a:lnTo>
                <a:cubicBezTo>
                  <a:pt x="883" y="226"/>
                  <a:pt x="725" y="54"/>
                  <a:pt x="506" y="54"/>
                </a:cubicBezTo>
                <a:lnTo>
                  <a:pt x="506" y="54"/>
                </a:lnTo>
                <a:cubicBezTo>
                  <a:pt x="504" y="54"/>
                  <a:pt x="503" y="54"/>
                  <a:pt x="501" y="54"/>
                </a:cubicBezTo>
                <a:lnTo>
                  <a:pt x="501" y="54"/>
                </a:lnTo>
                <a:cubicBezTo>
                  <a:pt x="397" y="55"/>
                  <a:pt x="296" y="95"/>
                  <a:pt x="200" y="170"/>
                </a:cubicBezTo>
                <a:lnTo>
                  <a:pt x="200" y="170"/>
                </a:lnTo>
                <a:cubicBezTo>
                  <a:pt x="150" y="210"/>
                  <a:pt x="103" y="259"/>
                  <a:pt x="62" y="314"/>
                </a:cubicBezTo>
                <a:close/>
                <a:moveTo>
                  <a:pt x="506" y="627"/>
                </a:moveTo>
                <a:lnTo>
                  <a:pt x="506" y="627"/>
                </a:lnTo>
                <a:cubicBezTo>
                  <a:pt x="389" y="627"/>
                  <a:pt x="276" y="585"/>
                  <a:pt x="171" y="501"/>
                </a:cubicBezTo>
                <a:lnTo>
                  <a:pt x="171" y="501"/>
                </a:lnTo>
                <a:cubicBezTo>
                  <a:pt x="112" y="456"/>
                  <a:pt x="57" y="398"/>
                  <a:pt x="10" y="334"/>
                </a:cubicBezTo>
                <a:lnTo>
                  <a:pt x="10" y="334"/>
                </a:lnTo>
                <a:cubicBezTo>
                  <a:pt x="8" y="331"/>
                  <a:pt x="6" y="329"/>
                  <a:pt x="5" y="326"/>
                </a:cubicBezTo>
                <a:lnTo>
                  <a:pt x="5" y="326"/>
                </a:lnTo>
                <a:cubicBezTo>
                  <a:pt x="0" y="318"/>
                  <a:pt x="1" y="307"/>
                  <a:pt x="6" y="299"/>
                </a:cubicBezTo>
                <a:lnTo>
                  <a:pt x="6" y="299"/>
                </a:lnTo>
                <a:cubicBezTo>
                  <a:pt x="54" y="234"/>
                  <a:pt x="109" y="175"/>
                  <a:pt x="167" y="129"/>
                </a:cubicBezTo>
                <a:lnTo>
                  <a:pt x="167" y="129"/>
                </a:lnTo>
                <a:cubicBezTo>
                  <a:pt x="272" y="46"/>
                  <a:pt x="384" y="3"/>
                  <a:pt x="500" y="1"/>
                </a:cubicBezTo>
                <a:lnTo>
                  <a:pt x="500" y="1"/>
                </a:lnTo>
                <a:cubicBezTo>
                  <a:pt x="619" y="0"/>
                  <a:pt x="734" y="42"/>
                  <a:pt x="842" y="127"/>
                </a:cubicBezTo>
                <a:lnTo>
                  <a:pt x="842" y="127"/>
                </a:lnTo>
                <a:cubicBezTo>
                  <a:pt x="900" y="173"/>
                  <a:pt x="956" y="231"/>
                  <a:pt x="1002" y="295"/>
                </a:cubicBezTo>
                <a:lnTo>
                  <a:pt x="1002" y="295"/>
                </a:lnTo>
                <a:cubicBezTo>
                  <a:pt x="1004" y="297"/>
                  <a:pt x="1006" y="300"/>
                  <a:pt x="1007" y="302"/>
                </a:cubicBezTo>
                <a:lnTo>
                  <a:pt x="1007" y="302"/>
                </a:lnTo>
                <a:cubicBezTo>
                  <a:pt x="1012" y="311"/>
                  <a:pt x="1011" y="322"/>
                  <a:pt x="1005" y="330"/>
                </a:cubicBezTo>
                <a:lnTo>
                  <a:pt x="1005" y="330"/>
                </a:lnTo>
                <a:cubicBezTo>
                  <a:pt x="959" y="395"/>
                  <a:pt x="903" y="454"/>
                  <a:pt x="845" y="500"/>
                </a:cubicBezTo>
                <a:lnTo>
                  <a:pt x="845" y="500"/>
                </a:lnTo>
                <a:cubicBezTo>
                  <a:pt x="740" y="583"/>
                  <a:pt x="628" y="626"/>
                  <a:pt x="512" y="627"/>
                </a:cubicBezTo>
                <a:lnTo>
                  <a:pt x="512" y="627"/>
                </a:lnTo>
                <a:cubicBezTo>
                  <a:pt x="510" y="627"/>
                  <a:pt x="508" y="627"/>
                  <a:pt x="506" y="62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5332373" y="8162616"/>
            <a:ext cx="340823" cy="340823"/>
          </a:xfrm>
          <a:custGeom>
            <a:rect b="b" l="l" r="r" t="t"/>
            <a:pathLst>
              <a:path extrusionOk="0" h="416" w="416">
                <a:moveTo>
                  <a:pt x="207" y="52"/>
                </a:moveTo>
                <a:lnTo>
                  <a:pt x="207" y="52"/>
                </a:lnTo>
                <a:cubicBezTo>
                  <a:pt x="122" y="52"/>
                  <a:pt x="53" y="122"/>
                  <a:pt x="53" y="207"/>
                </a:cubicBezTo>
                <a:lnTo>
                  <a:pt x="53" y="207"/>
                </a:lnTo>
                <a:cubicBezTo>
                  <a:pt x="53" y="293"/>
                  <a:pt x="122" y="362"/>
                  <a:pt x="207" y="362"/>
                </a:cubicBezTo>
                <a:lnTo>
                  <a:pt x="207" y="362"/>
                </a:lnTo>
                <a:cubicBezTo>
                  <a:pt x="293" y="362"/>
                  <a:pt x="362" y="293"/>
                  <a:pt x="362" y="207"/>
                </a:cubicBezTo>
                <a:lnTo>
                  <a:pt x="362" y="207"/>
                </a:lnTo>
                <a:cubicBezTo>
                  <a:pt x="362" y="122"/>
                  <a:pt x="293" y="52"/>
                  <a:pt x="207" y="52"/>
                </a:cubicBezTo>
                <a:close/>
                <a:moveTo>
                  <a:pt x="207" y="415"/>
                </a:moveTo>
                <a:lnTo>
                  <a:pt x="207" y="415"/>
                </a:lnTo>
                <a:cubicBezTo>
                  <a:pt x="92" y="415"/>
                  <a:pt x="0" y="322"/>
                  <a:pt x="0" y="207"/>
                </a:cubicBezTo>
                <a:lnTo>
                  <a:pt x="0" y="207"/>
                </a:lnTo>
                <a:cubicBezTo>
                  <a:pt x="0" y="93"/>
                  <a:pt x="92" y="0"/>
                  <a:pt x="207" y="0"/>
                </a:cubicBezTo>
                <a:lnTo>
                  <a:pt x="207" y="0"/>
                </a:lnTo>
                <a:cubicBezTo>
                  <a:pt x="322" y="0"/>
                  <a:pt x="415" y="93"/>
                  <a:pt x="415" y="207"/>
                </a:cubicBezTo>
                <a:lnTo>
                  <a:pt x="415" y="207"/>
                </a:lnTo>
                <a:cubicBezTo>
                  <a:pt x="415" y="322"/>
                  <a:pt x="322" y="415"/>
                  <a:pt x="207" y="41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9922714" y="7437460"/>
            <a:ext cx="4517718" cy="2545295"/>
            <a:chOff x="9922714" y="7437460"/>
            <a:chExt cx="4517718" cy="2545295"/>
          </a:xfrm>
        </p:grpSpPr>
        <p:sp>
          <p:nvSpPr>
            <p:cNvPr id="101" name="Google Shape;101;p3"/>
            <p:cNvSpPr/>
            <p:nvPr/>
          </p:nvSpPr>
          <p:spPr>
            <a:xfrm>
              <a:off x="11793615" y="7437460"/>
              <a:ext cx="2646817" cy="2545295"/>
            </a:xfrm>
            <a:custGeom>
              <a:rect b="b" l="l" r="r" t="t"/>
              <a:pathLst>
                <a:path extrusionOk="0" h="3096" w="3220">
                  <a:moveTo>
                    <a:pt x="1448" y="0"/>
                  </a:moveTo>
                  <a:lnTo>
                    <a:pt x="0" y="2280"/>
                  </a:lnTo>
                  <a:lnTo>
                    <a:pt x="0" y="2280"/>
                  </a:lnTo>
                  <a:cubicBezTo>
                    <a:pt x="106" y="2203"/>
                    <a:pt x="691" y="1797"/>
                    <a:pt x="1466" y="1942"/>
                  </a:cubicBezTo>
                  <a:lnTo>
                    <a:pt x="1466" y="1942"/>
                  </a:lnTo>
                  <a:cubicBezTo>
                    <a:pt x="2444" y="2124"/>
                    <a:pt x="2844" y="3021"/>
                    <a:pt x="2876" y="3095"/>
                  </a:cubicBezTo>
                  <a:lnTo>
                    <a:pt x="2876" y="3095"/>
                  </a:lnTo>
                  <a:cubicBezTo>
                    <a:pt x="2928" y="2942"/>
                    <a:pt x="3219" y="2024"/>
                    <a:pt x="2706" y="1095"/>
                  </a:cubicBezTo>
                  <a:lnTo>
                    <a:pt x="2706" y="1095"/>
                  </a:lnTo>
                  <a:cubicBezTo>
                    <a:pt x="2301" y="365"/>
                    <a:pt x="1646" y="78"/>
                    <a:pt x="1448" y="0"/>
                  </a:cubicBezTo>
                  <a:lnTo>
                    <a:pt x="0" y="2280"/>
                  </a:lnTo>
                  <a:lnTo>
                    <a:pt x="0" y="2280"/>
                  </a:lnTo>
                  <a:cubicBezTo>
                    <a:pt x="106" y="2203"/>
                    <a:pt x="691" y="1797"/>
                    <a:pt x="1466" y="1942"/>
                  </a:cubicBezTo>
                  <a:lnTo>
                    <a:pt x="1466" y="1942"/>
                  </a:lnTo>
                  <a:cubicBezTo>
                    <a:pt x="2444" y="2124"/>
                    <a:pt x="2844" y="3021"/>
                    <a:pt x="2876" y="3095"/>
                  </a:cubicBezTo>
                  <a:lnTo>
                    <a:pt x="2876" y="3095"/>
                  </a:lnTo>
                  <a:cubicBezTo>
                    <a:pt x="2928" y="2942"/>
                    <a:pt x="3219" y="2024"/>
                    <a:pt x="2706" y="1095"/>
                  </a:cubicBezTo>
                  <a:lnTo>
                    <a:pt x="2706" y="1095"/>
                  </a:lnTo>
                  <a:cubicBezTo>
                    <a:pt x="2301" y="365"/>
                    <a:pt x="1646" y="78"/>
                    <a:pt x="1448" y="0"/>
                  </a:cubicBezTo>
                </a:path>
              </a:pathLst>
            </a:custGeom>
            <a:solidFill>
              <a:srgbClr val="FFAE17"/>
            </a:solidFill>
            <a:ln cap="flat" cmpd="sng" w="9525">
              <a:solidFill>
                <a:srgbClr val="7F7F7F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11793615" y="7437460"/>
              <a:ext cx="2646817" cy="2545295"/>
            </a:xfrm>
            <a:custGeom>
              <a:rect b="b" l="l" r="r" t="t"/>
              <a:pathLst>
                <a:path extrusionOk="0" h="3096" w="3220">
                  <a:moveTo>
                    <a:pt x="1448" y="0"/>
                  </a:moveTo>
                  <a:lnTo>
                    <a:pt x="0" y="2280"/>
                  </a:lnTo>
                  <a:lnTo>
                    <a:pt x="0" y="2280"/>
                  </a:lnTo>
                  <a:cubicBezTo>
                    <a:pt x="106" y="2203"/>
                    <a:pt x="691" y="1797"/>
                    <a:pt x="1466" y="1942"/>
                  </a:cubicBezTo>
                  <a:lnTo>
                    <a:pt x="1466" y="1942"/>
                  </a:lnTo>
                  <a:cubicBezTo>
                    <a:pt x="2444" y="2124"/>
                    <a:pt x="2844" y="3021"/>
                    <a:pt x="2876" y="3095"/>
                  </a:cubicBezTo>
                  <a:lnTo>
                    <a:pt x="2876" y="3095"/>
                  </a:lnTo>
                  <a:cubicBezTo>
                    <a:pt x="2928" y="2942"/>
                    <a:pt x="3219" y="2024"/>
                    <a:pt x="2706" y="1095"/>
                  </a:cubicBezTo>
                  <a:lnTo>
                    <a:pt x="2706" y="1095"/>
                  </a:lnTo>
                  <a:cubicBezTo>
                    <a:pt x="2301" y="365"/>
                    <a:pt x="1646" y="78"/>
                    <a:pt x="1448" y="0"/>
                  </a:cubicBezTo>
                  <a:lnTo>
                    <a:pt x="0" y="2280"/>
                  </a:lnTo>
                  <a:lnTo>
                    <a:pt x="0" y="2280"/>
                  </a:lnTo>
                  <a:cubicBezTo>
                    <a:pt x="106" y="2203"/>
                    <a:pt x="691" y="1797"/>
                    <a:pt x="1466" y="1942"/>
                  </a:cubicBezTo>
                  <a:lnTo>
                    <a:pt x="1466" y="1942"/>
                  </a:lnTo>
                  <a:cubicBezTo>
                    <a:pt x="2444" y="2124"/>
                    <a:pt x="2844" y="3021"/>
                    <a:pt x="2876" y="3095"/>
                  </a:cubicBezTo>
                  <a:lnTo>
                    <a:pt x="2876" y="3095"/>
                  </a:lnTo>
                  <a:cubicBezTo>
                    <a:pt x="2928" y="2942"/>
                    <a:pt x="3219" y="2024"/>
                    <a:pt x="2706" y="1095"/>
                  </a:cubicBezTo>
                  <a:lnTo>
                    <a:pt x="2706" y="1095"/>
                  </a:lnTo>
                  <a:cubicBezTo>
                    <a:pt x="2301" y="365"/>
                    <a:pt x="1646" y="78"/>
                    <a:pt x="1448" y="0"/>
                  </a:cubicBezTo>
                </a:path>
              </a:pathLst>
            </a:custGeom>
            <a:noFill/>
            <a:ln cap="flat" cmpd="sng" w="36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9922714" y="7437460"/>
              <a:ext cx="2646817" cy="2545295"/>
            </a:xfrm>
            <a:custGeom>
              <a:rect b="b" l="l" r="r" t="t"/>
              <a:pathLst>
                <a:path extrusionOk="0" h="3096" w="3220">
                  <a:moveTo>
                    <a:pt x="1771" y="0"/>
                  </a:moveTo>
                  <a:lnTo>
                    <a:pt x="3219" y="2280"/>
                  </a:lnTo>
                  <a:lnTo>
                    <a:pt x="3219" y="2280"/>
                  </a:lnTo>
                  <a:cubicBezTo>
                    <a:pt x="3113" y="2203"/>
                    <a:pt x="2528" y="1797"/>
                    <a:pt x="1753" y="1942"/>
                  </a:cubicBezTo>
                  <a:lnTo>
                    <a:pt x="1753" y="1942"/>
                  </a:lnTo>
                  <a:cubicBezTo>
                    <a:pt x="775" y="2124"/>
                    <a:pt x="375" y="3021"/>
                    <a:pt x="343" y="3095"/>
                  </a:cubicBezTo>
                  <a:lnTo>
                    <a:pt x="343" y="3095"/>
                  </a:lnTo>
                  <a:cubicBezTo>
                    <a:pt x="292" y="2942"/>
                    <a:pt x="0" y="2024"/>
                    <a:pt x="514" y="1095"/>
                  </a:cubicBezTo>
                  <a:lnTo>
                    <a:pt x="514" y="1095"/>
                  </a:lnTo>
                  <a:cubicBezTo>
                    <a:pt x="918" y="365"/>
                    <a:pt x="1573" y="78"/>
                    <a:pt x="1771" y="0"/>
                  </a:cubicBezTo>
                  <a:lnTo>
                    <a:pt x="3219" y="2280"/>
                  </a:lnTo>
                  <a:lnTo>
                    <a:pt x="3219" y="2280"/>
                  </a:lnTo>
                  <a:cubicBezTo>
                    <a:pt x="3113" y="2203"/>
                    <a:pt x="2528" y="1797"/>
                    <a:pt x="1753" y="1942"/>
                  </a:cubicBezTo>
                  <a:lnTo>
                    <a:pt x="1753" y="1942"/>
                  </a:lnTo>
                  <a:cubicBezTo>
                    <a:pt x="775" y="2124"/>
                    <a:pt x="375" y="3021"/>
                    <a:pt x="343" y="3095"/>
                  </a:cubicBezTo>
                  <a:lnTo>
                    <a:pt x="343" y="3095"/>
                  </a:lnTo>
                  <a:cubicBezTo>
                    <a:pt x="292" y="2942"/>
                    <a:pt x="0" y="2024"/>
                    <a:pt x="514" y="1095"/>
                  </a:cubicBezTo>
                  <a:lnTo>
                    <a:pt x="514" y="1095"/>
                  </a:lnTo>
                  <a:cubicBezTo>
                    <a:pt x="918" y="365"/>
                    <a:pt x="1573" y="78"/>
                    <a:pt x="1771" y="0"/>
                  </a:cubicBezTo>
                </a:path>
              </a:pathLst>
            </a:custGeom>
            <a:solidFill>
              <a:srgbClr val="FFAE17"/>
            </a:solidFill>
            <a:ln cap="flat" cmpd="sng" w="9525">
              <a:solidFill>
                <a:srgbClr val="7F7F7F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9922714" y="7437460"/>
              <a:ext cx="2646817" cy="2545295"/>
            </a:xfrm>
            <a:custGeom>
              <a:rect b="b" l="l" r="r" t="t"/>
              <a:pathLst>
                <a:path extrusionOk="0" h="3096" w="3220">
                  <a:moveTo>
                    <a:pt x="1771" y="0"/>
                  </a:moveTo>
                  <a:lnTo>
                    <a:pt x="3219" y="2280"/>
                  </a:lnTo>
                  <a:lnTo>
                    <a:pt x="3219" y="2280"/>
                  </a:lnTo>
                  <a:cubicBezTo>
                    <a:pt x="3113" y="2203"/>
                    <a:pt x="2528" y="1797"/>
                    <a:pt x="1753" y="1942"/>
                  </a:cubicBezTo>
                  <a:lnTo>
                    <a:pt x="1753" y="1942"/>
                  </a:lnTo>
                  <a:cubicBezTo>
                    <a:pt x="775" y="2124"/>
                    <a:pt x="375" y="3021"/>
                    <a:pt x="343" y="3095"/>
                  </a:cubicBezTo>
                  <a:lnTo>
                    <a:pt x="343" y="3095"/>
                  </a:lnTo>
                  <a:cubicBezTo>
                    <a:pt x="292" y="2942"/>
                    <a:pt x="0" y="2024"/>
                    <a:pt x="514" y="1095"/>
                  </a:cubicBezTo>
                  <a:lnTo>
                    <a:pt x="514" y="1095"/>
                  </a:lnTo>
                  <a:cubicBezTo>
                    <a:pt x="918" y="365"/>
                    <a:pt x="1573" y="78"/>
                    <a:pt x="1771" y="0"/>
                  </a:cubicBezTo>
                  <a:lnTo>
                    <a:pt x="3219" y="2280"/>
                  </a:lnTo>
                  <a:lnTo>
                    <a:pt x="3219" y="2280"/>
                  </a:lnTo>
                  <a:cubicBezTo>
                    <a:pt x="3113" y="2203"/>
                    <a:pt x="2528" y="1797"/>
                    <a:pt x="1753" y="1942"/>
                  </a:cubicBezTo>
                  <a:lnTo>
                    <a:pt x="1753" y="1942"/>
                  </a:lnTo>
                  <a:cubicBezTo>
                    <a:pt x="775" y="2124"/>
                    <a:pt x="375" y="3021"/>
                    <a:pt x="343" y="3095"/>
                  </a:cubicBezTo>
                  <a:lnTo>
                    <a:pt x="343" y="3095"/>
                  </a:lnTo>
                  <a:cubicBezTo>
                    <a:pt x="292" y="2942"/>
                    <a:pt x="0" y="2024"/>
                    <a:pt x="514" y="1095"/>
                  </a:cubicBezTo>
                  <a:lnTo>
                    <a:pt x="514" y="1095"/>
                  </a:lnTo>
                  <a:cubicBezTo>
                    <a:pt x="918" y="365"/>
                    <a:pt x="1573" y="78"/>
                    <a:pt x="1771" y="0"/>
                  </a:cubicBezTo>
                </a:path>
              </a:pathLst>
            </a:custGeom>
            <a:noFill/>
            <a:ln cap="flat" cmpd="sng" w="36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3"/>
          <p:cNvSpPr/>
          <p:nvPr/>
        </p:nvSpPr>
        <p:spPr>
          <a:xfrm>
            <a:off x="10510090" y="4087242"/>
            <a:ext cx="3292205" cy="5387904"/>
          </a:xfrm>
          <a:custGeom>
            <a:rect b="b" l="l" r="r" t="t"/>
            <a:pathLst>
              <a:path extrusionOk="0" h="6551" w="4004">
                <a:moveTo>
                  <a:pt x="2002" y="0"/>
                </a:moveTo>
                <a:lnTo>
                  <a:pt x="2002" y="0"/>
                </a:lnTo>
                <a:lnTo>
                  <a:pt x="2002" y="0"/>
                </a:lnTo>
                <a:lnTo>
                  <a:pt x="2002" y="0"/>
                </a:lnTo>
                <a:cubicBezTo>
                  <a:pt x="221" y="1780"/>
                  <a:pt x="0" y="4528"/>
                  <a:pt x="1337" y="6550"/>
                </a:cubicBezTo>
                <a:lnTo>
                  <a:pt x="2666" y="6550"/>
                </a:lnTo>
                <a:lnTo>
                  <a:pt x="2666" y="6550"/>
                </a:lnTo>
                <a:cubicBezTo>
                  <a:pt x="4003" y="4528"/>
                  <a:pt x="3781" y="1780"/>
                  <a:pt x="2002" y="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1869757" y="5653578"/>
            <a:ext cx="569246" cy="569246"/>
          </a:xfrm>
          <a:custGeom>
            <a:rect b="b" l="l" r="r" t="t"/>
            <a:pathLst>
              <a:path extrusionOk="0" h="691" w="691">
                <a:moveTo>
                  <a:pt x="690" y="344"/>
                </a:moveTo>
                <a:lnTo>
                  <a:pt x="690" y="344"/>
                </a:lnTo>
                <a:cubicBezTo>
                  <a:pt x="690" y="535"/>
                  <a:pt x="536" y="690"/>
                  <a:pt x="346" y="690"/>
                </a:cubicBezTo>
                <a:lnTo>
                  <a:pt x="346" y="690"/>
                </a:lnTo>
                <a:cubicBezTo>
                  <a:pt x="155" y="690"/>
                  <a:pt x="0" y="535"/>
                  <a:pt x="0" y="344"/>
                </a:cubicBezTo>
                <a:lnTo>
                  <a:pt x="0" y="344"/>
                </a:lnTo>
                <a:cubicBezTo>
                  <a:pt x="0" y="154"/>
                  <a:pt x="155" y="0"/>
                  <a:pt x="346" y="0"/>
                </a:cubicBezTo>
                <a:lnTo>
                  <a:pt x="346" y="0"/>
                </a:lnTo>
                <a:cubicBezTo>
                  <a:pt x="536" y="0"/>
                  <a:pt x="690" y="154"/>
                  <a:pt x="690" y="344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11619577" y="6476628"/>
            <a:ext cx="1073230" cy="1073230"/>
          </a:xfrm>
          <a:custGeom>
            <a:rect b="b" l="l" r="r" t="t"/>
            <a:pathLst>
              <a:path extrusionOk="0" h="1304" w="1304">
                <a:moveTo>
                  <a:pt x="1303" y="651"/>
                </a:moveTo>
                <a:lnTo>
                  <a:pt x="1303" y="651"/>
                </a:lnTo>
                <a:cubicBezTo>
                  <a:pt x="1303" y="1011"/>
                  <a:pt x="1011" y="1303"/>
                  <a:pt x="652" y="1303"/>
                </a:cubicBezTo>
                <a:lnTo>
                  <a:pt x="652" y="1303"/>
                </a:lnTo>
                <a:cubicBezTo>
                  <a:pt x="292" y="1303"/>
                  <a:pt x="0" y="1011"/>
                  <a:pt x="0" y="651"/>
                </a:cubicBezTo>
                <a:lnTo>
                  <a:pt x="0" y="651"/>
                </a:lnTo>
                <a:cubicBezTo>
                  <a:pt x="0" y="292"/>
                  <a:pt x="292" y="0"/>
                  <a:pt x="652" y="0"/>
                </a:cubicBezTo>
                <a:lnTo>
                  <a:pt x="652" y="0"/>
                </a:lnTo>
                <a:cubicBezTo>
                  <a:pt x="1011" y="0"/>
                  <a:pt x="1303" y="292"/>
                  <a:pt x="1303" y="651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11869757" y="5653578"/>
            <a:ext cx="569246" cy="569246"/>
          </a:xfrm>
          <a:custGeom>
            <a:rect b="b" l="l" r="r" t="t"/>
            <a:pathLst>
              <a:path extrusionOk="0" h="691" w="691">
                <a:moveTo>
                  <a:pt x="690" y="344"/>
                </a:moveTo>
                <a:lnTo>
                  <a:pt x="690" y="344"/>
                </a:lnTo>
                <a:cubicBezTo>
                  <a:pt x="690" y="535"/>
                  <a:pt x="536" y="690"/>
                  <a:pt x="346" y="690"/>
                </a:cubicBezTo>
                <a:lnTo>
                  <a:pt x="346" y="690"/>
                </a:lnTo>
                <a:cubicBezTo>
                  <a:pt x="155" y="690"/>
                  <a:pt x="0" y="535"/>
                  <a:pt x="0" y="344"/>
                </a:cubicBezTo>
                <a:lnTo>
                  <a:pt x="0" y="344"/>
                </a:lnTo>
                <a:cubicBezTo>
                  <a:pt x="0" y="154"/>
                  <a:pt x="155" y="0"/>
                  <a:pt x="346" y="0"/>
                </a:cubicBezTo>
                <a:lnTo>
                  <a:pt x="346" y="0"/>
                </a:lnTo>
                <a:cubicBezTo>
                  <a:pt x="536" y="0"/>
                  <a:pt x="690" y="154"/>
                  <a:pt x="690" y="344"/>
                </a:cubicBezTo>
              </a:path>
            </a:pathLst>
          </a:custGeom>
          <a:noFill/>
          <a:ln cap="flat" cmpd="sng" w="36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11764608" y="7763780"/>
            <a:ext cx="779543" cy="783168"/>
          </a:xfrm>
          <a:custGeom>
            <a:rect b="b" l="l" r="r" t="t"/>
            <a:pathLst>
              <a:path extrusionOk="0" h="951" w="950">
                <a:moveTo>
                  <a:pt x="949" y="475"/>
                </a:moveTo>
                <a:lnTo>
                  <a:pt x="949" y="475"/>
                </a:lnTo>
                <a:cubicBezTo>
                  <a:pt x="949" y="737"/>
                  <a:pt x="736" y="950"/>
                  <a:pt x="475" y="950"/>
                </a:cubicBezTo>
                <a:lnTo>
                  <a:pt x="475" y="950"/>
                </a:lnTo>
                <a:cubicBezTo>
                  <a:pt x="212" y="950"/>
                  <a:pt x="0" y="737"/>
                  <a:pt x="0" y="475"/>
                </a:cubicBezTo>
                <a:lnTo>
                  <a:pt x="0" y="475"/>
                </a:lnTo>
                <a:cubicBezTo>
                  <a:pt x="0" y="213"/>
                  <a:pt x="212" y="0"/>
                  <a:pt x="475" y="0"/>
                </a:cubicBezTo>
                <a:lnTo>
                  <a:pt x="475" y="0"/>
                </a:lnTo>
                <a:cubicBezTo>
                  <a:pt x="736" y="0"/>
                  <a:pt x="949" y="213"/>
                  <a:pt x="949" y="475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11619577" y="6476628"/>
            <a:ext cx="1073230" cy="1073230"/>
          </a:xfrm>
          <a:custGeom>
            <a:rect b="b" l="l" r="r" t="t"/>
            <a:pathLst>
              <a:path extrusionOk="0" h="1304" w="1304">
                <a:moveTo>
                  <a:pt x="1303" y="651"/>
                </a:moveTo>
                <a:lnTo>
                  <a:pt x="1303" y="651"/>
                </a:lnTo>
                <a:cubicBezTo>
                  <a:pt x="1303" y="1011"/>
                  <a:pt x="1011" y="1303"/>
                  <a:pt x="652" y="1303"/>
                </a:cubicBezTo>
                <a:lnTo>
                  <a:pt x="652" y="1303"/>
                </a:lnTo>
                <a:cubicBezTo>
                  <a:pt x="292" y="1303"/>
                  <a:pt x="0" y="1011"/>
                  <a:pt x="0" y="651"/>
                </a:cubicBezTo>
                <a:lnTo>
                  <a:pt x="0" y="651"/>
                </a:lnTo>
                <a:cubicBezTo>
                  <a:pt x="0" y="292"/>
                  <a:pt x="292" y="0"/>
                  <a:pt x="652" y="0"/>
                </a:cubicBezTo>
                <a:lnTo>
                  <a:pt x="652" y="0"/>
                </a:lnTo>
                <a:cubicBezTo>
                  <a:pt x="1011" y="0"/>
                  <a:pt x="1303" y="292"/>
                  <a:pt x="1303" y="651"/>
                </a:cubicBezTo>
              </a:path>
            </a:pathLst>
          </a:custGeom>
          <a:noFill/>
          <a:ln cap="flat" cmpd="sng" w="36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11764608" y="7763780"/>
            <a:ext cx="779543" cy="783168"/>
          </a:xfrm>
          <a:custGeom>
            <a:rect b="b" l="l" r="r" t="t"/>
            <a:pathLst>
              <a:path extrusionOk="0" h="951" w="950">
                <a:moveTo>
                  <a:pt x="949" y="475"/>
                </a:moveTo>
                <a:lnTo>
                  <a:pt x="949" y="475"/>
                </a:lnTo>
                <a:cubicBezTo>
                  <a:pt x="949" y="737"/>
                  <a:pt x="736" y="950"/>
                  <a:pt x="475" y="950"/>
                </a:cubicBezTo>
                <a:lnTo>
                  <a:pt x="475" y="950"/>
                </a:lnTo>
                <a:cubicBezTo>
                  <a:pt x="212" y="950"/>
                  <a:pt x="0" y="737"/>
                  <a:pt x="0" y="475"/>
                </a:cubicBezTo>
                <a:lnTo>
                  <a:pt x="0" y="475"/>
                </a:lnTo>
                <a:cubicBezTo>
                  <a:pt x="0" y="213"/>
                  <a:pt x="212" y="0"/>
                  <a:pt x="475" y="0"/>
                </a:cubicBezTo>
                <a:lnTo>
                  <a:pt x="475" y="0"/>
                </a:lnTo>
                <a:cubicBezTo>
                  <a:pt x="736" y="0"/>
                  <a:pt x="949" y="213"/>
                  <a:pt x="949" y="475"/>
                </a:cubicBezTo>
              </a:path>
            </a:pathLst>
          </a:custGeom>
          <a:noFill/>
          <a:ln cap="flat" cmpd="sng" w="36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11253375" y="4087242"/>
            <a:ext cx="1802010" cy="1330659"/>
          </a:xfrm>
          <a:custGeom>
            <a:rect b="b" l="l" r="r" t="t"/>
            <a:pathLst>
              <a:path extrusionOk="0" h="1620" w="2192">
                <a:moveTo>
                  <a:pt x="0" y="1619"/>
                </a:moveTo>
                <a:lnTo>
                  <a:pt x="2191" y="1619"/>
                </a:lnTo>
                <a:lnTo>
                  <a:pt x="2191" y="1619"/>
                </a:lnTo>
                <a:cubicBezTo>
                  <a:pt x="1940" y="1031"/>
                  <a:pt x="1575" y="480"/>
                  <a:pt x="1096" y="0"/>
                </a:cubicBezTo>
                <a:lnTo>
                  <a:pt x="1096" y="0"/>
                </a:lnTo>
                <a:lnTo>
                  <a:pt x="1096" y="0"/>
                </a:lnTo>
                <a:lnTo>
                  <a:pt x="1096" y="0"/>
                </a:lnTo>
                <a:cubicBezTo>
                  <a:pt x="616" y="480"/>
                  <a:pt x="250" y="1031"/>
                  <a:pt x="0" y="1619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1267878" y="9602048"/>
            <a:ext cx="1776631" cy="3422733"/>
          </a:xfrm>
          <a:custGeom>
            <a:rect b="b" l="l" r="r" t="t"/>
            <a:pathLst>
              <a:path extrusionOk="0" h="4162" w="2159">
                <a:moveTo>
                  <a:pt x="1087" y="4161"/>
                </a:moveTo>
                <a:lnTo>
                  <a:pt x="1087" y="4161"/>
                </a:lnTo>
                <a:lnTo>
                  <a:pt x="1087" y="4161"/>
                </a:lnTo>
                <a:cubicBezTo>
                  <a:pt x="994" y="4161"/>
                  <a:pt x="908" y="4114"/>
                  <a:pt x="858" y="4035"/>
                </a:cubicBezTo>
                <a:lnTo>
                  <a:pt x="858" y="4035"/>
                </a:lnTo>
                <a:cubicBezTo>
                  <a:pt x="612" y="3655"/>
                  <a:pt x="267" y="3000"/>
                  <a:pt x="138" y="2118"/>
                </a:cubicBezTo>
                <a:lnTo>
                  <a:pt x="138" y="2118"/>
                </a:lnTo>
                <a:cubicBezTo>
                  <a:pt x="0" y="1169"/>
                  <a:pt x="385" y="404"/>
                  <a:pt x="510" y="0"/>
                </a:cubicBezTo>
                <a:lnTo>
                  <a:pt x="1666" y="0"/>
                </a:lnTo>
                <a:lnTo>
                  <a:pt x="1666" y="0"/>
                </a:lnTo>
                <a:cubicBezTo>
                  <a:pt x="1787" y="417"/>
                  <a:pt x="2158" y="1190"/>
                  <a:pt x="2013" y="2144"/>
                </a:cubicBezTo>
                <a:lnTo>
                  <a:pt x="2013" y="2144"/>
                </a:lnTo>
                <a:cubicBezTo>
                  <a:pt x="1883" y="3001"/>
                  <a:pt x="1557" y="3645"/>
                  <a:pt x="1318" y="4031"/>
                </a:cubicBezTo>
                <a:lnTo>
                  <a:pt x="1318" y="4031"/>
                </a:lnTo>
                <a:cubicBezTo>
                  <a:pt x="1269" y="4112"/>
                  <a:pt x="1181" y="4161"/>
                  <a:pt x="1087" y="4161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8316611" y="627137"/>
            <a:ext cx="774442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Startup Diagram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2451398" y="2142562"/>
            <a:ext cx="1947485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Marketers must link the price to the real and perceived value of the product, but they also must take into account supply costs, seasonal discounts, and prices used by competitors.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8856888" y="4695564"/>
            <a:ext cx="18837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 One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8732410" y="5046130"/>
            <a:ext cx="211230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13778713" y="4686170"/>
            <a:ext cx="18837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 Two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13654234" y="5036736"/>
            <a:ext cx="211230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7925215" y="8561279"/>
            <a:ext cx="18837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 Three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7800737" y="8911845"/>
            <a:ext cx="211230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14758398" y="8538993"/>
            <a:ext cx="15612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 Four</a:t>
            </a:r>
            <a:endParaRPr b="1"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14499114" y="8893264"/>
            <a:ext cx="211230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11057187" y="9711914"/>
            <a:ext cx="2164011" cy="2164011"/>
          </a:xfrm>
          <a:custGeom>
            <a:rect b="b" l="l" r="r" t="t"/>
            <a:pathLst>
              <a:path extrusionOk="0" h="1923" w="1922">
                <a:moveTo>
                  <a:pt x="1921" y="961"/>
                </a:moveTo>
                <a:lnTo>
                  <a:pt x="1921" y="961"/>
                </a:lnTo>
                <a:cubicBezTo>
                  <a:pt x="1921" y="1491"/>
                  <a:pt x="1490" y="1922"/>
                  <a:pt x="960" y="1922"/>
                </a:cubicBezTo>
                <a:lnTo>
                  <a:pt x="960" y="1922"/>
                </a:lnTo>
                <a:cubicBezTo>
                  <a:pt x="430" y="1922"/>
                  <a:pt x="0" y="1491"/>
                  <a:pt x="0" y="961"/>
                </a:cubicBezTo>
                <a:lnTo>
                  <a:pt x="0" y="961"/>
                </a:lnTo>
                <a:cubicBezTo>
                  <a:pt x="0" y="430"/>
                  <a:pt x="430" y="0"/>
                  <a:pt x="960" y="0"/>
                </a:cubicBezTo>
                <a:lnTo>
                  <a:pt x="960" y="0"/>
                </a:lnTo>
                <a:cubicBezTo>
                  <a:pt x="1490" y="0"/>
                  <a:pt x="1921" y="430"/>
                  <a:pt x="1921" y="961"/>
                </a:cubicBezTo>
              </a:path>
            </a:pathLst>
          </a:cu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2248385" y="10079200"/>
            <a:ext cx="2164011" cy="2164011"/>
          </a:xfrm>
          <a:custGeom>
            <a:rect b="b" l="l" r="r" t="t"/>
            <a:pathLst>
              <a:path extrusionOk="0" h="1923" w="1923">
                <a:moveTo>
                  <a:pt x="1922" y="961"/>
                </a:moveTo>
                <a:lnTo>
                  <a:pt x="1922" y="961"/>
                </a:lnTo>
                <a:cubicBezTo>
                  <a:pt x="1922" y="1492"/>
                  <a:pt x="1492" y="1922"/>
                  <a:pt x="961" y="1922"/>
                </a:cubicBezTo>
                <a:lnTo>
                  <a:pt x="961" y="1922"/>
                </a:lnTo>
                <a:cubicBezTo>
                  <a:pt x="431" y="1922"/>
                  <a:pt x="0" y="1492"/>
                  <a:pt x="0" y="961"/>
                </a:cubicBezTo>
                <a:lnTo>
                  <a:pt x="0" y="961"/>
                </a:lnTo>
                <a:cubicBezTo>
                  <a:pt x="0" y="430"/>
                  <a:pt x="431" y="0"/>
                  <a:pt x="961" y="0"/>
                </a:cubicBezTo>
                <a:lnTo>
                  <a:pt x="961" y="0"/>
                </a:lnTo>
                <a:cubicBezTo>
                  <a:pt x="1492" y="0"/>
                  <a:pt x="1922" y="430"/>
                  <a:pt x="1922" y="961"/>
                </a:cubicBezTo>
              </a:path>
            </a:pathLst>
          </a:cu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9851099" y="10079200"/>
            <a:ext cx="2164011" cy="2164011"/>
          </a:xfrm>
          <a:custGeom>
            <a:rect b="b" l="l" r="r" t="t"/>
            <a:pathLst>
              <a:path extrusionOk="0" h="1923" w="1923">
                <a:moveTo>
                  <a:pt x="1922" y="961"/>
                </a:moveTo>
                <a:lnTo>
                  <a:pt x="1922" y="961"/>
                </a:lnTo>
                <a:cubicBezTo>
                  <a:pt x="1922" y="1492"/>
                  <a:pt x="1491" y="1922"/>
                  <a:pt x="961" y="1922"/>
                </a:cubicBezTo>
                <a:lnTo>
                  <a:pt x="961" y="1922"/>
                </a:lnTo>
                <a:cubicBezTo>
                  <a:pt x="430" y="1922"/>
                  <a:pt x="0" y="1492"/>
                  <a:pt x="0" y="961"/>
                </a:cubicBezTo>
                <a:lnTo>
                  <a:pt x="0" y="961"/>
                </a:lnTo>
                <a:cubicBezTo>
                  <a:pt x="0" y="430"/>
                  <a:pt x="430" y="0"/>
                  <a:pt x="961" y="0"/>
                </a:cubicBezTo>
                <a:lnTo>
                  <a:pt x="961" y="0"/>
                </a:lnTo>
                <a:cubicBezTo>
                  <a:pt x="1491" y="0"/>
                  <a:pt x="1922" y="430"/>
                  <a:pt x="1922" y="961"/>
                </a:cubicBezTo>
              </a:path>
            </a:pathLst>
          </a:cu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9826281" y="10208247"/>
            <a:ext cx="541004" cy="541001"/>
          </a:xfrm>
          <a:custGeom>
            <a:rect b="b" l="l" r="r" t="t"/>
            <a:pathLst>
              <a:path extrusionOk="0" h="481" w="480">
                <a:moveTo>
                  <a:pt x="479" y="240"/>
                </a:moveTo>
                <a:lnTo>
                  <a:pt x="479" y="240"/>
                </a:lnTo>
                <a:cubicBezTo>
                  <a:pt x="479" y="372"/>
                  <a:pt x="372" y="480"/>
                  <a:pt x="239" y="480"/>
                </a:cubicBezTo>
                <a:lnTo>
                  <a:pt x="239" y="480"/>
                </a:lnTo>
                <a:cubicBezTo>
                  <a:pt x="106" y="480"/>
                  <a:pt x="0" y="372"/>
                  <a:pt x="0" y="240"/>
                </a:cubicBezTo>
                <a:lnTo>
                  <a:pt x="0" y="240"/>
                </a:lnTo>
                <a:cubicBezTo>
                  <a:pt x="0" y="107"/>
                  <a:pt x="106" y="0"/>
                  <a:pt x="239" y="0"/>
                </a:cubicBezTo>
                <a:lnTo>
                  <a:pt x="239" y="0"/>
                </a:lnTo>
                <a:cubicBezTo>
                  <a:pt x="372" y="0"/>
                  <a:pt x="479" y="107"/>
                  <a:pt x="479" y="240"/>
                </a:cubicBezTo>
              </a:path>
            </a:pathLst>
          </a:cu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3911102" y="10779028"/>
            <a:ext cx="774279" cy="774279"/>
          </a:xfrm>
          <a:custGeom>
            <a:rect b="b" l="l" r="r" t="t"/>
            <a:pathLst>
              <a:path extrusionOk="0" h="686" w="686">
                <a:moveTo>
                  <a:pt x="0" y="342"/>
                </a:moveTo>
                <a:lnTo>
                  <a:pt x="0" y="342"/>
                </a:lnTo>
                <a:cubicBezTo>
                  <a:pt x="0" y="531"/>
                  <a:pt x="153" y="685"/>
                  <a:pt x="342" y="685"/>
                </a:cubicBezTo>
                <a:lnTo>
                  <a:pt x="342" y="685"/>
                </a:lnTo>
                <a:cubicBezTo>
                  <a:pt x="532" y="685"/>
                  <a:pt x="685" y="531"/>
                  <a:pt x="685" y="342"/>
                </a:cubicBezTo>
                <a:lnTo>
                  <a:pt x="685" y="342"/>
                </a:lnTo>
                <a:cubicBezTo>
                  <a:pt x="685" y="153"/>
                  <a:pt x="532" y="0"/>
                  <a:pt x="342" y="0"/>
                </a:cubicBezTo>
                <a:lnTo>
                  <a:pt x="342" y="0"/>
                </a:lnTo>
                <a:cubicBezTo>
                  <a:pt x="153" y="0"/>
                  <a:pt x="0" y="153"/>
                  <a:pt x="0" y="342"/>
                </a:cubicBezTo>
              </a:path>
            </a:pathLst>
          </a:cu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4238681" y="9538196"/>
            <a:ext cx="342468" cy="342471"/>
          </a:xfrm>
          <a:custGeom>
            <a:rect b="b" l="l" r="r" t="t"/>
            <a:pathLst>
              <a:path extrusionOk="0" h="303" w="304">
                <a:moveTo>
                  <a:pt x="303" y="151"/>
                </a:moveTo>
                <a:lnTo>
                  <a:pt x="303" y="151"/>
                </a:lnTo>
                <a:cubicBezTo>
                  <a:pt x="303" y="235"/>
                  <a:pt x="235" y="302"/>
                  <a:pt x="151" y="302"/>
                </a:cubicBezTo>
                <a:lnTo>
                  <a:pt x="151" y="302"/>
                </a:lnTo>
                <a:cubicBezTo>
                  <a:pt x="68" y="302"/>
                  <a:pt x="0" y="235"/>
                  <a:pt x="0" y="151"/>
                </a:cubicBezTo>
                <a:lnTo>
                  <a:pt x="0" y="151"/>
                </a:lnTo>
                <a:cubicBezTo>
                  <a:pt x="0" y="67"/>
                  <a:pt x="68" y="0"/>
                  <a:pt x="151" y="0"/>
                </a:cubicBezTo>
                <a:lnTo>
                  <a:pt x="151" y="0"/>
                </a:lnTo>
                <a:cubicBezTo>
                  <a:pt x="235" y="0"/>
                  <a:pt x="303" y="67"/>
                  <a:pt x="303" y="151"/>
                </a:cubicBezTo>
              </a:path>
            </a:pathLst>
          </a:cu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10044668" y="9662281"/>
            <a:ext cx="272985" cy="272981"/>
          </a:xfrm>
          <a:custGeom>
            <a:rect b="b" l="l" r="r" t="t"/>
            <a:pathLst>
              <a:path extrusionOk="0" h="241" w="241">
                <a:moveTo>
                  <a:pt x="240" y="120"/>
                </a:moveTo>
                <a:lnTo>
                  <a:pt x="240" y="120"/>
                </a:lnTo>
                <a:cubicBezTo>
                  <a:pt x="240" y="186"/>
                  <a:pt x="186" y="240"/>
                  <a:pt x="120" y="240"/>
                </a:cubicBezTo>
                <a:lnTo>
                  <a:pt x="120" y="240"/>
                </a:lnTo>
                <a:cubicBezTo>
                  <a:pt x="54" y="240"/>
                  <a:pt x="0" y="186"/>
                  <a:pt x="0" y="12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lnTo>
                  <a:pt x="120" y="0"/>
                </a:lnTo>
                <a:cubicBezTo>
                  <a:pt x="186" y="0"/>
                  <a:pt x="240" y="54"/>
                  <a:pt x="240" y="120"/>
                </a:cubicBezTo>
              </a:path>
            </a:pathLst>
          </a:cu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3107043" y="9036902"/>
            <a:ext cx="218386" cy="223348"/>
          </a:xfrm>
          <a:custGeom>
            <a:rect b="b" l="l" r="r" t="t"/>
            <a:pathLst>
              <a:path extrusionOk="0" h="197" w="196">
                <a:moveTo>
                  <a:pt x="195" y="98"/>
                </a:moveTo>
                <a:lnTo>
                  <a:pt x="195" y="98"/>
                </a:lnTo>
                <a:cubicBezTo>
                  <a:pt x="195" y="152"/>
                  <a:pt x="152" y="196"/>
                  <a:pt x="98" y="196"/>
                </a:cubicBezTo>
                <a:lnTo>
                  <a:pt x="98" y="196"/>
                </a:lnTo>
                <a:cubicBezTo>
                  <a:pt x="43" y="196"/>
                  <a:pt x="0" y="152"/>
                  <a:pt x="0" y="98"/>
                </a:cubicBezTo>
                <a:lnTo>
                  <a:pt x="0" y="98"/>
                </a:lnTo>
                <a:cubicBezTo>
                  <a:pt x="0" y="44"/>
                  <a:pt x="43" y="0"/>
                  <a:pt x="98" y="0"/>
                </a:cubicBezTo>
                <a:lnTo>
                  <a:pt x="98" y="0"/>
                </a:lnTo>
                <a:cubicBezTo>
                  <a:pt x="152" y="0"/>
                  <a:pt x="195" y="44"/>
                  <a:pt x="195" y="98"/>
                </a:cubicBezTo>
              </a:path>
            </a:pathLst>
          </a:cu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11826504" y="6644577"/>
            <a:ext cx="2283131" cy="2193791"/>
          </a:xfrm>
          <a:custGeom>
            <a:rect b="b" l="l" r="r" t="t"/>
            <a:pathLst>
              <a:path extrusionOk="0" h="1950" w="2029">
                <a:moveTo>
                  <a:pt x="912" y="0"/>
                </a:moveTo>
                <a:lnTo>
                  <a:pt x="0" y="1436"/>
                </a:lnTo>
                <a:lnTo>
                  <a:pt x="0" y="1436"/>
                </a:lnTo>
                <a:cubicBezTo>
                  <a:pt x="67" y="1388"/>
                  <a:pt x="435" y="1132"/>
                  <a:pt x="923" y="1223"/>
                </a:cubicBezTo>
                <a:lnTo>
                  <a:pt x="923" y="1223"/>
                </a:lnTo>
                <a:cubicBezTo>
                  <a:pt x="1539" y="1338"/>
                  <a:pt x="1791" y="1903"/>
                  <a:pt x="1811" y="1949"/>
                </a:cubicBezTo>
                <a:lnTo>
                  <a:pt x="1811" y="1949"/>
                </a:lnTo>
                <a:cubicBezTo>
                  <a:pt x="1844" y="1853"/>
                  <a:pt x="2028" y="1274"/>
                  <a:pt x="1704" y="690"/>
                </a:cubicBezTo>
                <a:lnTo>
                  <a:pt x="1704" y="690"/>
                </a:lnTo>
                <a:cubicBezTo>
                  <a:pt x="1449" y="230"/>
                  <a:pt x="1037" y="50"/>
                  <a:pt x="912" y="0"/>
                </a:cubicBezTo>
                <a:lnTo>
                  <a:pt x="912" y="0"/>
                </a:lnTo>
                <a:cubicBezTo>
                  <a:pt x="608" y="478"/>
                  <a:pt x="304" y="957"/>
                  <a:pt x="0" y="1436"/>
                </a:cubicBezTo>
                <a:lnTo>
                  <a:pt x="0" y="1436"/>
                </a:lnTo>
                <a:cubicBezTo>
                  <a:pt x="67" y="1388"/>
                  <a:pt x="435" y="1132"/>
                  <a:pt x="923" y="1223"/>
                </a:cubicBezTo>
                <a:lnTo>
                  <a:pt x="923" y="1223"/>
                </a:lnTo>
                <a:cubicBezTo>
                  <a:pt x="1539" y="1338"/>
                  <a:pt x="1791" y="1903"/>
                  <a:pt x="1811" y="1949"/>
                </a:cubicBezTo>
                <a:lnTo>
                  <a:pt x="1811" y="1949"/>
                </a:lnTo>
                <a:cubicBezTo>
                  <a:pt x="1844" y="1853"/>
                  <a:pt x="2028" y="1274"/>
                  <a:pt x="1704" y="690"/>
                </a:cubicBezTo>
                <a:lnTo>
                  <a:pt x="1704" y="690"/>
                </a:lnTo>
                <a:cubicBezTo>
                  <a:pt x="1449" y="230"/>
                  <a:pt x="1037" y="50"/>
                  <a:pt x="912" y="0"/>
                </a:cubicBezTo>
              </a:path>
            </a:pathLst>
          </a:custGeom>
          <a:solidFill>
            <a:srgbClr val="FFAE17"/>
          </a:solidFill>
          <a:ln cap="flat" cmpd="sng" w="9525">
            <a:solidFill>
              <a:srgbClr val="808080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1826504" y="6644577"/>
            <a:ext cx="2283131" cy="2193791"/>
          </a:xfrm>
          <a:custGeom>
            <a:rect b="b" l="l" r="r" t="t"/>
            <a:pathLst>
              <a:path extrusionOk="0" h="1950" w="2029">
                <a:moveTo>
                  <a:pt x="912" y="0"/>
                </a:moveTo>
                <a:lnTo>
                  <a:pt x="0" y="1436"/>
                </a:lnTo>
                <a:lnTo>
                  <a:pt x="0" y="1436"/>
                </a:lnTo>
                <a:cubicBezTo>
                  <a:pt x="67" y="1388"/>
                  <a:pt x="435" y="1132"/>
                  <a:pt x="923" y="1223"/>
                </a:cubicBezTo>
                <a:lnTo>
                  <a:pt x="923" y="1223"/>
                </a:lnTo>
                <a:cubicBezTo>
                  <a:pt x="1539" y="1338"/>
                  <a:pt x="1791" y="1903"/>
                  <a:pt x="1811" y="1949"/>
                </a:cubicBezTo>
                <a:lnTo>
                  <a:pt x="1811" y="1949"/>
                </a:lnTo>
                <a:cubicBezTo>
                  <a:pt x="1844" y="1853"/>
                  <a:pt x="2028" y="1274"/>
                  <a:pt x="1704" y="690"/>
                </a:cubicBezTo>
                <a:lnTo>
                  <a:pt x="1704" y="690"/>
                </a:lnTo>
                <a:cubicBezTo>
                  <a:pt x="1449" y="230"/>
                  <a:pt x="1037" y="50"/>
                  <a:pt x="912" y="0"/>
                </a:cubicBezTo>
                <a:lnTo>
                  <a:pt x="912" y="0"/>
                </a:lnTo>
                <a:cubicBezTo>
                  <a:pt x="608" y="478"/>
                  <a:pt x="304" y="957"/>
                  <a:pt x="0" y="1436"/>
                </a:cubicBezTo>
                <a:lnTo>
                  <a:pt x="0" y="1436"/>
                </a:lnTo>
                <a:cubicBezTo>
                  <a:pt x="67" y="1388"/>
                  <a:pt x="435" y="1132"/>
                  <a:pt x="923" y="1223"/>
                </a:cubicBezTo>
                <a:lnTo>
                  <a:pt x="923" y="1223"/>
                </a:lnTo>
                <a:cubicBezTo>
                  <a:pt x="1539" y="1338"/>
                  <a:pt x="1791" y="1903"/>
                  <a:pt x="1811" y="1949"/>
                </a:cubicBezTo>
                <a:lnTo>
                  <a:pt x="1811" y="1949"/>
                </a:lnTo>
                <a:cubicBezTo>
                  <a:pt x="1844" y="1853"/>
                  <a:pt x="2028" y="1274"/>
                  <a:pt x="1704" y="690"/>
                </a:cubicBezTo>
                <a:lnTo>
                  <a:pt x="1704" y="690"/>
                </a:lnTo>
                <a:cubicBezTo>
                  <a:pt x="1449" y="230"/>
                  <a:pt x="1037" y="50"/>
                  <a:pt x="912" y="0"/>
                </a:cubicBezTo>
              </a:path>
            </a:pathLst>
          </a:custGeom>
          <a:noFill/>
          <a:ln cap="flat" cmpd="sng" w="36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10213421" y="6644577"/>
            <a:ext cx="2283131" cy="2193791"/>
          </a:xfrm>
          <a:custGeom>
            <a:rect b="b" l="l" r="r" t="t"/>
            <a:pathLst>
              <a:path extrusionOk="0" h="1950" w="2027">
                <a:moveTo>
                  <a:pt x="1115" y="0"/>
                </a:moveTo>
                <a:lnTo>
                  <a:pt x="2026" y="1436"/>
                </a:lnTo>
                <a:lnTo>
                  <a:pt x="2026" y="1436"/>
                </a:lnTo>
                <a:cubicBezTo>
                  <a:pt x="1960" y="1388"/>
                  <a:pt x="1592" y="1132"/>
                  <a:pt x="1104" y="1223"/>
                </a:cubicBezTo>
                <a:lnTo>
                  <a:pt x="1104" y="1223"/>
                </a:lnTo>
                <a:cubicBezTo>
                  <a:pt x="488" y="1338"/>
                  <a:pt x="236" y="1903"/>
                  <a:pt x="215" y="1949"/>
                </a:cubicBezTo>
                <a:lnTo>
                  <a:pt x="215" y="1949"/>
                </a:lnTo>
                <a:cubicBezTo>
                  <a:pt x="184" y="1853"/>
                  <a:pt x="0" y="1274"/>
                  <a:pt x="323" y="690"/>
                </a:cubicBezTo>
                <a:lnTo>
                  <a:pt x="323" y="690"/>
                </a:lnTo>
                <a:cubicBezTo>
                  <a:pt x="578" y="230"/>
                  <a:pt x="990" y="50"/>
                  <a:pt x="1115" y="0"/>
                </a:cubicBezTo>
                <a:lnTo>
                  <a:pt x="1115" y="0"/>
                </a:lnTo>
                <a:cubicBezTo>
                  <a:pt x="1419" y="478"/>
                  <a:pt x="1723" y="957"/>
                  <a:pt x="2026" y="1436"/>
                </a:cubicBezTo>
                <a:lnTo>
                  <a:pt x="2026" y="1436"/>
                </a:lnTo>
                <a:cubicBezTo>
                  <a:pt x="1960" y="1388"/>
                  <a:pt x="1592" y="1132"/>
                  <a:pt x="1104" y="1223"/>
                </a:cubicBezTo>
                <a:lnTo>
                  <a:pt x="1104" y="1223"/>
                </a:lnTo>
                <a:cubicBezTo>
                  <a:pt x="488" y="1338"/>
                  <a:pt x="236" y="1903"/>
                  <a:pt x="215" y="1949"/>
                </a:cubicBezTo>
                <a:lnTo>
                  <a:pt x="215" y="1949"/>
                </a:lnTo>
                <a:cubicBezTo>
                  <a:pt x="184" y="1853"/>
                  <a:pt x="0" y="1274"/>
                  <a:pt x="323" y="690"/>
                </a:cubicBezTo>
                <a:lnTo>
                  <a:pt x="323" y="690"/>
                </a:lnTo>
                <a:cubicBezTo>
                  <a:pt x="578" y="230"/>
                  <a:pt x="990" y="50"/>
                  <a:pt x="1115" y="0"/>
                </a:cubicBezTo>
              </a:path>
            </a:pathLst>
          </a:custGeom>
          <a:solidFill>
            <a:srgbClr val="FFAE17"/>
          </a:solidFill>
          <a:ln cap="flat" cmpd="sng" w="9525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10213421" y="6644577"/>
            <a:ext cx="2283131" cy="2193791"/>
          </a:xfrm>
          <a:custGeom>
            <a:rect b="b" l="l" r="r" t="t"/>
            <a:pathLst>
              <a:path extrusionOk="0" h="1950" w="2027">
                <a:moveTo>
                  <a:pt x="1115" y="0"/>
                </a:moveTo>
                <a:lnTo>
                  <a:pt x="2026" y="1436"/>
                </a:lnTo>
                <a:lnTo>
                  <a:pt x="2026" y="1436"/>
                </a:lnTo>
                <a:cubicBezTo>
                  <a:pt x="1960" y="1388"/>
                  <a:pt x="1592" y="1132"/>
                  <a:pt x="1104" y="1223"/>
                </a:cubicBezTo>
                <a:lnTo>
                  <a:pt x="1104" y="1223"/>
                </a:lnTo>
                <a:cubicBezTo>
                  <a:pt x="488" y="1338"/>
                  <a:pt x="236" y="1903"/>
                  <a:pt x="215" y="1949"/>
                </a:cubicBezTo>
                <a:lnTo>
                  <a:pt x="215" y="1949"/>
                </a:lnTo>
                <a:cubicBezTo>
                  <a:pt x="184" y="1853"/>
                  <a:pt x="0" y="1274"/>
                  <a:pt x="323" y="690"/>
                </a:cubicBezTo>
                <a:lnTo>
                  <a:pt x="323" y="690"/>
                </a:lnTo>
                <a:cubicBezTo>
                  <a:pt x="578" y="230"/>
                  <a:pt x="990" y="50"/>
                  <a:pt x="1115" y="0"/>
                </a:cubicBezTo>
                <a:lnTo>
                  <a:pt x="1115" y="0"/>
                </a:lnTo>
                <a:cubicBezTo>
                  <a:pt x="1419" y="478"/>
                  <a:pt x="1723" y="957"/>
                  <a:pt x="2026" y="1436"/>
                </a:cubicBezTo>
                <a:lnTo>
                  <a:pt x="2026" y="1436"/>
                </a:lnTo>
                <a:cubicBezTo>
                  <a:pt x="1960" y="1388"/>
                  <a:pt x="1592" y="1132"/>
                  <a:pt x="1104" y="1223"/>
                </a:cubicBezTo>
                <a:lnTo>
                  <a:pt x="1104" y="1223"/>
                </a:lnTo>
                <a:cubicBezTo>
                  <a:pt x="488" y="1338"/>
                  <a:pt x="236" y="1903"/>
                  <a:pt x="215" y="1949"/>
                </a:cubicBezTo>
                <a:lnTo>
                  <a:pt x="215" y="1949"/>
                </a:lnTo>
                <a:cubicBezTo>
                  <a:pt x="184" y="1853"/>
                  <a:pt x="0" y="1274"/>
                  <a:pt x="323" y="690"/>
                </a:cubicBezTo>
                <a:lnTo>
                  <a:pt x="323" y="690"/>
                </a:lnTo>
                <a:cubicBezTo>
                  <a:pt x="578" y="230"/>
                  <a:pt x="990" y="50"/>
                  <a:pt x="1115" y="0"/>
                </a:cubicBezTo>
              </a:path>
            </a:pathLst>
          </a:custGeom>
          <a:noFill/>
          <a:ln cap="flat" cmpd="sng" w="36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10719680" y="3750955"/>
            <a:ext cx="2839024" cy="4645675"/>
          </a:xfrm>
          <a:custGeom>
            <a:rect b="b" l="l" r="r" t="t"/>
            <a:pathLst>
              <a:path extrusionOk="0" h="4127" w="2523">
                <a:moveTo>
                  <a:pt x="1261" y="0"/>
                </a:moveTo>
                <a:lnTo>
                  <a:pt x="1261" y="0"/>
                </a:lnTo>
                <a:lnTo>
                  <a:pt x="1261" y="0"/>
                </a:lnTo>
                <a:lnTo>
                  <a:pt x="1261" y="0"/>
                </a:lnTo>
                <a:cubicBezTo>
                  <a:pt x="140" y="1122"/>
                  <a:pt x="0" y="2852"/>
                  <a:pt x="843" y="4126"/>
                </a:cubicBezTo>
                <a:lnTo>
                  <a:pt x="1680" y="4126"/>
                </a:lnTo>
                <a:lnTo>
                  <a:pt x="1680" y="4126"/>
                </a:lnTo>
                <a:cubicBezTo>
                  <a:pt x="2522" y="2852"/>
                  <a:pt x="2382" y="1122"/>
                  <a:pt x="1261" y="0"/>
                </a:cubicBezTo>
              </a:path>
            </a:pathLst>
          </a:custGeom>
          <a:solidFill>
            <a:schemeClr val="accent1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11891026" y="5105946"/>
            <a:ext cx="491371" cy="491368"/>
          </a:xfrm>
          <a:custGeom>
            <a:rect b="b" l="l" r="r" t="t"/>
            <a:pathLst>
              <a:path extrusionOk="0" h="437" w="435">
                <a:moveTo>
                  <a:pt x="434" y="218"/>
                </a:moveTo>
                <a:lnTo>
                  <a:pt x="434" y="218"/>
                </a:lnTo>
                <a:cubicBezTo>
                  <a:pt x="434" y="338"/>
                  <a:pt x="337" y="436"/>
                  <a:pt x="217" y="436"/>
                </a:cubicBezTo>
                <a:lnTo>
                  <a:pt x="217" y="436"/>
                </a:lnTo>
                <a:cubicBezTo>
                  <a:pt x="98" y="436"/>
                  <a:pt x="0" y="338"/>
                  <a:pt x="0" y="218"/>
                </a:cubicBezTo>
                <a:lnTo>
                  <a:pt x="0" y="218"/>
                </a:lnTo>
                <a:cubicBezTo>
                  <a:pt x="0" y="98"/>
                  <a:pt x="98" y="0"/>
                  <a:pt x="217" y="0"/>
                </a:cubicBezTo>
                <a:lnTo>
                  <a:pt x="217" y="0"/>
                </a:lnTo>
                <a:cubicBezTo>
                  <a:pt x="337" y="0"/>
                  <a:pt x="434" y="98"/>
                  <a:pt x="434" y="218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11677604" y="5815700"/>
            <a:ext cx="923179" cy="923179"/>
          </a:xfrm>
          <a:custGeom>
            <a:rect b="b" l="l" r="r" t="t"/>
            <a:pathLst>
              <a:path extrusionOk="0" h="822" w="821">
                <a:moveTo>
                  <a:pt x="820" y="410"/>
                </a:moveTo>
                <a:lnTo>
                  <a:pt x="820" y="410"/>
                </a:lnTo>
                <a:cubicBezTo>
                  <a:pt x="820" y="637"/>
                  <a:pt x="636" y="821"/>
                  <a:pt x="410" y="821"/>
                </a:cubicBezTo>
                <a:lnTo>
                  <a:pt x="410" y="821"/>
                </a:lnTo>
                <a:cubicBezTo>
                  <a:pt x="184" y="821"/>
                  <a:pt x="0" y="637"/>
                  <a:pt x="0" y="410"/>
                </a:cubicBezTo>
                <a:lnTo>
                  <a:pt x="0" y="410"/>
                </a:lnTo>
                <a:cubicBezTo>
                  <a:pt x="0" y="184"/>
                  <a:pt x="184" y="0"/>
                  <a:pt x="410" y="0"/>
                </a:cubicBezTo>
                <a:lnTo>
                  <a:pt x="410" y="0"/>
                </a:lnTo>
                <a:cubicBezTo>
                  <a:pt x="636" y="0"/>
                  <a:pt x="820" y="184"/>
                  <a:pt x="820" y="410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11801686" y="6922524"/>
            <a:ext cx="675013" cy="675013"/>
          </a:xfrm>
          <a:custGeom>
            <a:rect b="b" l="l" r="r" t="t"/>
            <a:pathLst>
              <a:path extrusionOk="0" h="600" w="599">
                <a:moveTo>
                  <a:pt x="598" y="300"/>
                </a:moveTo>
                <a:lnTo>
                  <a:pt x="598" y="300"/>
                </a:lnTo>
                <a:cubicBezTo>
                  <a:pt x="598" y="465"/>
                  <a:pt x="464" y="599"/>
                  <a:pt x="299" y="599"/>
                </a:cubicBezTo>
                <a:lnTo>
                  <a:pt x="299" y="599"/>
                </a:lnTo>
                <a:cubicBezTo>
                  <a:pt x="134" y="599"/>
                  <a:pt x="0" y="465"/>
                  <a:pt x="0" y="300"/>
                </a:cubicBezTo>
                <a:lnTo>
                  <a:pt x="0" y="300"/>
                </a:lnTo>
                <a:cubicBezTo>
                  <a:pt x="0" y="135"/>
                  <a:pt x="134" y="0"/>
                  <a:pt x="299" y="0"/>
                </a:cubicBezTo>
                <a:lnTo>
                  <a:pt x="299" y="0"/>
                </a:lnTo>
                <a:cubicBezTo>
                  <a:pt x="464" y="0"/>
                  <a:pt x="598" y="135"/>
                  <a:pt x="598" y="300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11359951" y="3750955"/>
            <a:ext cx="1553520" cy="1151492"/>
          </a:xfrm>
          <a:custGeom>
            <a:rect b="b" l="l" r="r" t="t"/>
            <a:pathLst>
              <a:path extrusionOk="0" h="1021" w="1381">
                <a:moveTo>
                  <a:pt x="0" y="1020"/>
                </a:moveTo>
                <a:lnTo>
                  <a:pt x="1380" y="1020"/>
                </a:lnTo>
                <a:lnTo>
                  <a:pt x="1380" y="1020"/>
                </a:lnTo>
                <a:cubicBezTo>
                  <a:pt x="1222" y="650"/>
                  <a:pt x="992" y="302"/>
                  <a:pt x="690" y="0"/>
                </a:cubicBezTo>
                <a:lnTo>
                  <a:pt x="690" y="0"/>
                </a:lnTo>
                <a:lnTo>
                  <a:pt x="690" y="0"/>
                </a:lnTo>
                <a:lnTo>
                  <a:pt x="690" y="0"/>
                </a:lnTo>
                <a:cubicBezTo>
                  <a:pt x="388" y="302"/>
                  <a:pt x="158" y="650"/>
                  <a:pt x="0" y="1020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11374840" y="8510789"/>
            <a:ext cx="1533670" cy="2953179"/>
          </a:xfrm>
          <a:custGeom>
            <a:rect b="b" l="l" r="r" t="t"/>
            <a:pathLst>
              <a:path extrusionOk="0" h="2622" w="1361">
                <a:moveTo>
                  <a:pt x="686" y="2621"/>
                </a:moveTo>
                <a:lnTo>
                  <a:pt x="686" y="2621"/>
                </a:lnTo>
                <a:lnTo>
                  <a:pt x="686" y="2621"/>
                </a:lnTo>
                <a:cubicBezTo>
                  <a:pt x="627" y="2621"/>
                  <a:pt x="572" y="2592"/>
                  <a:pt x="541" y="2543"/>
                </a:cubicBezTo>
                <a:lnTo>
                  <a:pt x="541" y="2543"/>
                </a:lnTo>
                <a:cubicBezTo>
                  <a:pt x="386" y="2303"/>
                  <a:pt x="169" y="1890"/>
                  <a:pt x="87" y="1335"/>
                </a:cubicBezTo>
                <a:lnTo>
                  <a:pt x="87" y="1335"/>
                </a:lnTo>
                <a:cubicBezTo>
                  <a:pt x="0" y="736"/>
                  <a:pt x="243" y="255"/>
                  <a:pt x="322" y="0"/>
                </a:cubicBezTo>
                <a:lnTo>
                  <a:pt x="1050" y="0"/>
                </a:lnTo>
                <a:lnTo>
                  <a:pt x="1050" y="0"/>
                </a:lnTo>
                <a:cubicBezTo>
                  <a:pt x="1126" y="263"/>
                  <a:pt x="1360" y="750"/>
                  <a:pt x="1268" y="1351"/>
                </a:cubicBezTo>
                <a:lnTo>
                  <a:pt x="1268" y="1351"/>
                </a:lnTo>
                <a:cubicBezTo>
                  <a:pt x="1186" y="1891"/>
                  <a:pt x="982" y="2297"/>
                  <a:pt x="831" y="2540"/>
                </a:cubicBezTo>
                <a:lnTo>
                  <a:pt x="831" y="2540"/>
                </a:lnTo>
                <a:cubicBezTo>
                  <a:pt x="800" y="2591"/>
                  <a:pt x="744" y="2621"/>
                  <a:pt x="686" y="2621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689238" y="4738659"/>
            <a:ext cx="1737165" cy="1742127"/>
          </a:xfrm>
          <a:custGeom>
            <a:rect b="b" l="l" r="r" t="t"/>
            <a:pathLst>
              <a:path extrusionOk="0" h="1547" w="1545">
                <a:moveTo>
                  <a:pt x="1544" y="773"/>
                </a:moveTo>
                <a:lnTo>
                  <a:pt x="1544" y="773"/>
                </a:lnTo>
                <a:cubicBezTo>
                  <a:pt x="1544" y="347"/>
                  <a:pt x="1199" y="0"/>
                  <a:pt x="772" y="0"/>
                </a:cubicBezTo>
                <a:lnTo>
                  <a:pt x="772" y="0"/>
                </a:lnTo>
                <a:cubicBezTo>
                  <a:pt x="345" y="0"/>
                  <a:pt x="0" y="347"/>
                  <a:pt x="0" y="773"/>
                </a:cubicBezTo>
                <a:lnTo>
                  <a:pt x="0" y="773"/>
                </a:lnTo>
                <a:cubicBezTo>
                  <a:pt x="0" y="1200"/>
                  <a:pt x="345" y="1546"/>
                  <a:pt x="772" y="1546"/>
                </a:cubicBezTo>
                <a:lnTo>
                  <a:pt x="772" y="1546"/>
                </a:lnTo>
                <a:cubicBezTo>
                  <a:pt x="1199" y="1546"/>
                  <a:pt x="1544" y="1200"/>
                  <a:pt x="1544" y="77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5647159" y="4440860"/>
            <a:ext cx="1742130" cy="1742127"/>
          </a:xfrm>
          <a:custGeom>
            <a:rect b="b" l="l" r="r" t="t"/>
            <a:pathLst>
              <a:path extrusionOk="0" h="1547" w="1546">
                <a:moveTo>
                  <a:pt x="1545" y="773"/>
                </a:moveTo>
                <a:lnTo>
                  <a:pt x="1545" y="773"/>
                </a:lnTo>
                <a:cubicBezTo>
                  <a:pt x="1545" y="347"/>
                  <a:pt x="1199" y="0"/>
                  <a:pt x="772" y="0"/>
                </a:cubicBezTo>
                <a:lnTo>
                  <a:pt x="772" y="0"/>
                </a:lnTo>
                <a:cubicBezTo>
                  <a:pt x="345" y="0"/>
                  <a:pt x="0" y="347"/>
                  <a:pt x="0" y="773"/>
                </a:cubicBezTo>
                <a:lnTo>
                  <a:pt x="0" y="773"/>
                </a:lnTo>
                <a:cubicBezTo>
                  <a:pt x="0" y="1200"/>
                  <a:pt x="345" y="1546"/>
                  <a:pt x="772" y="1546"/>
                </a:cubicBezTo>
                <a:lnTo>
                  <a:pt x="772" y="1546"/>
                </a:lnTo>
                <a:cubicBezTo>
                  <a:pt x="1199" y="1546"/>
                  <a:pt x="1545" y="1200"/>
                  <a:pt x="1545" y="77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3721387" y="4440860"/>
            <a:ext cx="1742130" cy="1742127"/>
          </a:xfrm>
          <a:custGeom>
            <a:rect b="b" l="l" r="r" t="t"/>
            <a:pathLst>
              <a:path extrusionOk="0" h="1547" w="1546">
                <a:moveTo>
                  <a:pt x="1545" y="773"/>
                </a:moveTo>
                <a:lnTo>
                  <a:pt x="1545" y="773"/>
                </a:lnTo>
                <a:cubicBezTo>
                  <a:pt x="1545" y="347"/>
                  <a:pt x="1199" y="0"/>
                  <a:pt x="772" y="0"/>
                </a:cubicBezTo>
                <a:lnTo>
                  <a:pt x="772" y="0"/>
                </a:lnTo>
                <a:cubicBezTo>
                  <a:pt x="346" y="0"/>
                  <a:pt x="0" y="347"/>
                  <a:pt x="0" y="773"/>
                </a:cubicBezTo>
                <a:lnTo>
                  <a:pt x="0" y="773"/>
                </a:lnTo>
                <a:cubicBezTo>
                  <a:pt x="0" y="1200"/>
                  <a:pt x="346" y="1546"/>
                  <a:pt x="772" y="1546"/>
                </a:cubicBezTo>
                <a:lnTo>
                  <a:pt x="772" y="1546"/>
                </a:lnTo>
                <a:cubicBezTo>
                  <a:pt x="1199" y="1546"/>
                  <a:pt x="1545" y="1200"/>
                  <a:pt x="1545" y="77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701534" y="5646947"/>
            <a:ext cx="436773" cy="436773"/>
          </a:xfrm>
          <a:custGeom>
            <a:rect b="b" l="l" r="r" t="t"/>
            <a:pathLst>
              <a:path extrusionOk="0" h="387" w="387">
                <a:moveTo>
                  <a:pt x="386" y="193"/>
                </a:moveTo>
                <a:lnTo>
                  <a:pt x="386" y="193"/>
                </a:lnTo>
                <a:cubicBezTo>
                  <a:pt x="386" y="86"/>
                  <a:pt x="299" y="0"/>
                  <a:pt x="193" y="0"/>
                </a:cubicBezTo>
                <a:lnTo>
                  <a:pt x="193" y="0"/>
                </a:lnTo>
                <a:cubicBezTo>
                  <a:pt x="86" y="0"/>
                  <a:pt x="0" y="86"/>
                  <a:pt x="0" y="193"/>
                </a:cubicBezTo>
                <a:lnTo>
                  <a:pt x="0" y="193"/>
                </a:lnTo>
                <a:cubicBezTo>
                  <a:pt x="0" y="299"/>
                  <a:pt x="86" y="386"/>
                  <a:pt x="193" y="386"/>
                </a:cubicBezTo>
                <a:lnTo>
                  <a:pt x="193" y="386"/>
                </a:lnTo>
                <a:cubicBezTo>
                  <a:pt x="299" y="386"/>
                  <a:pt x="386" y="299"/>
                  <a:pt x="386" y="19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982296" y="5001714"/>
            <a:ext cx="620414" cy="620418"/>
          </a:xfrm>
          <a:custGeom>
            <a:rect b="b" l="l" r="r" t="t"/>
            <a:pathLst>
              <a:path extrusionOk="0" h="552" w="552">
                <a:moveTo>
                  <a:pt x="0" y="275"/>
                </a:moveTo>
                <a:lnTo>
                  <a:pt x="0" y="275"/>
                </a:lnTo>
                <a:cubicBezTo>
                  <a:pt x="0" y="123"/>
                  <a:pt x="123" y="0"/>
                  <a:pt x="275" y="0"/>
                </a:cubicBezTo>
                <a:lnTo>
                  <a:pt x="275" y="0"/>
                </a:lnTo>
                <a:cubicBezTo>
                  <a:pt x="427" y="0"/>
                  <a:pt x="551" y="123"/>
                  <a:pt x="551" y="275"/>
                </a:cubicBezTo>
                <a:lnTo>
                  <a:pt x="551" y="275"/>
                </a:lnTo>
                <a:cubicBezTo>
                  <a:pt x="551" y="427"/>
                  <a:pt x="427" y="551"/>
                  <a:pt x="275" y="551"/>
                </a:cubicBezTo>
                <a:lnTo>
                  <a:pt x="275" y="551"/>
                </a:lnTo>
                <a:cubicBezTo>
                  <a:pt x="123" y="551"/>
                  <a:pt x="0" y="427"/>
                  <a:pt x="0" y="275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7250315" y="6341813"/>
            <a:ext cx="272981" cy="272985"/>
          </a:xfrm>
          <a:custGeom>
            <a:rect b="b" l="l" r="r" t="t"/>
            <a:pathLst>
              <a:path extrusionOk="0" h="244" w="244">
                <a:moveTo>
                  <a:pt x="243" y="122"/>
                </a:moveTo>
                <a:lnTo>
                  <a:pt x="243" y="122"/>
                </a:lnTo>
                <a:cubicBezTo>
                  <a:pt x="243" y="55"/>
                  <a:pt x="189" y="0"/>
                  <a:pt x="122" y="0"/>
                </a:cubicBezTo>
                <a:lnTo>
                  <a:pt x="122" y="0"/>
                </a:lnTo>
                <a:cubicBezTo>
                  <a:pt x="54" y="0"/>
                  <a:pt x="0" y="55"/>
                  <a:pt x="0" y="122"/>
                </a:cubicBezTo>
                <a:lnTo>
                  <a:pt x="0" y="122"/>
                </a:lnTo>
                <a:cubicBezTo>
                  <a:pt x="0" y="189"/>
                  <a:pt x="54" y="243"/>
                  <a:pt x="122" y="243"/>
                </a:cubicBezTo>
                <a:lnTo>
                  <a:pt x="122" y="243"/>
                </a:lnTo>
                <a:cubicBezTo>
                  <a:pt x="189" y="243"/>
                  <a:pt x="243" y="189"/>
                  <a:pt x="243" y="122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3875252" y="6302106"/>
            <a:ext cx="218386" cy="218386"/>
          </a:xfrm>
          <a:custGeom>
            <a:rect b="b" l="l" r="r" t="t"/>
            <a:pathLst>
              <a:path extrusionOk="0" h="194" w="194">
                <a:moveTo>
                  <a:pt x="193" y="96"/>
                </a:moveTo>
                <a:lnTo>
                  <a:pt x="193" y="96"/>
                </a:lnTo>
                <a:cubicBezTo>
                  <a:pt x="193" y="43"/>
                  <a:pt x="149" y="0"/>
                  <a:pt x="96" y="0"/>
                </a:cubicBezTo>
                <a:lnTo>
                  <a:pt x="96" y="0"/>
                </a:lnTo>
                <a:cubicBezTo>
                  <a:pt x="43" y="0"/>
                  <a:pt x="0" y="43"/>
                  <a:pt x="0" y="96"/>
                </a:cubicBezTo>
                <a:lnTo>
                  <a:pt x="0" y="96"/>
                </a:lnTo>
                <a:cubicBezTo>
                  <a:pt x="0" y="149"/>
                  <a:pt x="43" y="193"/>
                  <a:pt x="96" y="193"/>
                </a:cubicBezTo>
                <a:lnTo>
                  <a:pt x="96" y="193"/>
                </a:lnTo>
                <a:cubicBezTo>
                  <a:pt x="149" y="193"/>
                  <a:pt x="193" y="149"/>
                  <a:pt x="193" y="96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456183" y="6386484"/>
            <a:ext cx="178680" cy="178680"/>
          </a:xfrm>
          <a:custGeom>
            <a:rect b="b" l="l" r="r" t="t"/>
            <a:pathLst>
              <a:path extrusionOk="0" h="158" w="158">
                <a:moveTo>
                  <a:pt x="157" y="79"/>
                </a:moveTo>
                <a:lnTo>
                  <a:pt x="157" y="79"/>
                </a:lnTo>
                <a:cubicBezTo>
                  <a:pt x="157" y="35"/>
                  <a:pt x="122" y="0"/>
                  <a:pt x="79" y="0"/>
                </a:cubicBezTo>
                <a:lnTo>
                  <a:pt x="79" y="0"/>
                </a:lnTo>
                <a:cubicBezTo>
                  <a:pt x="35" y="0"/>
                  <a:pt x="0" y="35"/>
                  <a:pt x="0" y="79"/>
                </a:cubicBezTo>
                <a:lnTo>
                  <a:pt x="0" y="79"/>
                </a:lnTo>
                <a:cubicBezTo>
                  <a:pt x="0" y="122"/>
                  <a:pt x="35" y="157"/>
                  <a:pt x="79" y="157"/>
                </a:cubicBezTo>
                <a:lnTo>
                  <a:pt x="79" y="157"/>
                </a:lnTo>
                <a:cubicBezTo>
                  <a:pt x="122" y="157"/>
                  <a:pt x="157" y="122"/>
                  <a:pt x="157" y="79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4664420" y="3959415"/>
            <a:ext cx="1742130" cy="1742130"/>
          </a:xfrm>
          <a:custGeom>
            <a:rect b="b" l="l" r="r" t="t"/>
            <a:pathLst>
              <a:path extrusionOk="0" h="1546" w="1546">
                <a:moveTo>
                  <a:pt x="1545" y="772"/>
                </a:moveTo>
                <a:lnTo>
                  <a:pt x="1545" y="772"/>
                </a:lnTo>
                <a:cubicBezTo>
                  <a:pt x="1545" y="346"/>
                  <a:pt x="1200" y="0"/>
                  <a:pt x="773" y="0"/>
                </a:cubicBezTo>
                <a:lnTo>
                  <a:pt x="773" y="0"/>
                </a:lnTo>
                <a:cubicBezTo>
                  <a:pt x="346" y="0"/>
                  <a:pt x="0" y="346"/>
                  <a:pt x="0" y="772"/>
                </a:cubicBezTo>
                <a:lnTo>
                  <a:pt x="0" y="772"/>
                </a:lnTo>
                <a:cubicBezTo>
                  <a:pt x="0" y="1199"/>
                  <a:pt x="346" y="1545"/>
                  <a:pt x="773" y="1545"/>
                </a:cubicBezTo>
                <a:lnTo>
                  <a:pt x="773" y="1545"/>
                </a:lnTo>
                <a:cubicBezTo>
                  <a:pt x="1200" y="1545"/>
                  <a:pt x="1545" y="1199"/>
                  <a:pt x="1545" y="772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689238" y="9404188"/>
            <a:ext cx="1737165" cy="1742127"/>
          </a:xfrm>
          <a:custGeom>
            <a:rect b="b" l="l" r="r" t="t"/>
            <a:pathLst>
              <a:path extrusionOk="0" h="1546" w="1545">
                <a:moveTo>
                  <a:pt x="1544" y="773"/>
                </a:moveTo>
                <a:lnTo>
                  <a:pt x="1544" y="773"/>
                </a:lnTo>
                <a:cubicBezTo>
                  <a:pt x="1544" y="346"/>
                  <a:pt x="1199" y="0"/>
                  <a:pt x="772" y="0"/>
                </a:cubicBezTo>
                <a:lnTo>
                  <a:pt x="772" y="0"/>
                </a:lnTo>
                <a:cubicBezTo>
                  <a:pt x="345" y="0"/>
                  <a:pt x="0" y="346"/>
                  <a:pt x="0" y="773"/>
                </a:cubicBezTo>
                <a:lnTo>
                  <a:pt x="0" y="773"/>
                </a:lnTo>
                <a:cubicBezTo>
                  <a:pt x="0" y="1199"/>
                  <a:pt x="345" y="1545"/>
                  <a:pt x="772" y="1545"/>
                </a:cubicBezTo>
                <a:lnTo>
                  <a:pt x="772" y="1545"/>
                </a:lnTo>
                <a:cubicBezTo>
                  <a:pt x="1199" y="1545"/>
                  <a:pt x="1544" y="1199"/>
                  <a:pt x="1544" y="77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5647159" y="9106388"/>
            <a:ext cx="1742130" cy="1742127"/>
          </a:xfrm>
          <a:custGeom>
            <a:rect b="b" l="l" r="r" t="t"/>
            <a:pathLst>
              <a:path extrusionOk="0" h="1546" w="1546">
                <a:moveTo>
                  <a:pt x="1545" y="773"/>
                </a:moveTo>
                <a:lnTo>
                  <a:pt x="1545" y="773"/>
                </a:lnTo>
                <a:cubicBezTo>
                  <a:pt x="1545" y="346"/>
                  <a:pt x="1199" y="0"/>
                  <a:pt x="772" y="0"/>
                </a:cubicBezTo>
                <a:lnTo>
                  <a:pt x="772" y="0"/>
                </a:lnTo>
                <a:cubicBezTo>
                  <a:pt x="345" y="0"/>
                  <a:pt x="0" y="346"/>
                  <a:pt x="0" y="773"/>
                </a:cubicBezTo>
                <a:lnTo>
                  <a:pt x="0" y="773"/>
                </a:lnTo>
                <a:cubicBezTo>
                  <a:pt x="0" y="1200"/>
                  <a:pt x="345" y="1545"/>
                  <a:pt x="772" y="1545"/>
                </a:cubicBezTo>
                <a:lnTo>
                  <a:pt x="772" y="1545"/>
                </a:lnTo>
                <a:cubicBezTo>
                  <a:pt x="1199" y="1545"/>
                  <a:pt x="1545" y="1200"/>
                  <a:pt x="1545" y="77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3721387" y="9106388"/>
            <a:ext cx="1742130" cy="1742127"/>
          </a:xfrm>
          <a:custGeom>
            <a:rect b="b" l="l" r="r" t="t"/>
            <a:pathLst>
              <a:path extrusionOk="0" h="1546" w="1546">
                <a:moveTo>
                  <a:pt x="1545" y="773"/>
                </a:moveTo>
                <a:lnTo>
                  <a:pt x="1545" y="773"/>
                </a:lnTo>
                <a:cubicBezTo>
                  <a:pt x="1545" y="346"/>
                  <a:pt x="1199" y="0"/>
                  <a:pt x="772" y="0"/>
                </a:cubicBezTo>
                <a:lnTo>
                  <a:pt x="772" y="0"/>
                </a:lnTo>
                <a:cubicBezTo>
                  <a:pt x="346" y="0"/>
                  <a:pt x="0" y="346"/>
                  <a:pt x="0" y="773"/>
                </a:cubicBezTo>
                <a:lnTo>
                  <a:pt x="0" y="773"/>
                </a:lnTo>
                <a:cubicBezTo>
                  <a:pt x="0" y="1200"/>
                  <a:pt x="346" y="1545"/>
                  <a:pt x="772" y="1545"/>
                </a:cubicBezTo>
                <a:lnTo>
                  <a:pt x="772" y="1545"/>
                </a:lnTo>
                <a:cubicBezTo>
                  <a:pt x="1199" y="1545"/>
                  <a:pt x="1545" y="1200"/>
                  <a:pt x="1545" y="77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3701534" y="10307514"/>
            <a:ext cx="436773" cy="436773"/>
          </a:xfrm>
          <a:custGeom>
            <a:rect b="b" l="l" r="r" t="t"/>
            <a:pathLst>
              <a:path extrusionOk="0" h="387" w="387">
                <a:moveTo>
                  <a:pt x="386" y="193"/>
                </a:moveTo>
                <a:lnTo>
                  <a:pt x="386" y="193"/>
                </a:lnTo>
                <a:cubicBezTo>
                  <a:pt x="386" y="86"/>
                  <a:pt x="299" y="0"/>
                  <a:pt x="193" y="0"/>
                </a:cubicBezTo>
                <a:lnTo>
                  <a:pt x="193" y="0"/>
                </a:lnTo>
                <a:cubicBezTo>
                  <a:pt x="86" y="0"/>
                  <a:pt x="0" y="86"/>
                  <a:pt x="0" y="193"/>
                </a:cubicBezTo>
                <a:lnTo>
                  <a:pt x="0" y="193"/>
                </a:lnTo>
                <a:cubicBezTo>
                  <a:pt x="0" y="300"/>
                  <a:pt x="86" y="386"/>
                  <a:pt x="193" y="386"/>
                </a:cubicBezTo>
                <a:lnTo>
                  <a:pt x="193" y="386"/>
                </a:lnTo>
                <a:cubicBezTo>
                  <a:pt x="299" y="386"/>
                  <a:pt x="386" y="300"/>
                  <a:pt x="386" y="19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6982296" y="9662281"/>
            <a:ext cx="620414" cy="620414"/>
          </a:xfrm>
          <a:custGeom>
            <a:rect b="b" l="l" r="r" t="t"/>
            <a:pathLst>
              <a:path extrusionOk="0" h="551" w="552">
                <a:moveTo>
                  <a:pt x="0" y="275"/>
                </a:moveTo>
                <a:lnTo>
                  <a:pt x="0" y="275"/>
                </a:lnTo>
                <a:cubicBezTo>
                  <a:pt x="0" y="122"/>
                  <a:pt x="123" y="0"/>
                  <a:pt x="275" y="0"/>
                </a:cubicBezTo>
                <a:lnTo>
                  <a:pt x="275" y="0"/>
                </a:lnTo>
                <a:cubicBezTo>
                  <a:pt x="427" y="0"/>
                  <a:pt x="551" y="122"/>
                  <a:pt x="551" y="275"/>
                </a:cubicBezTo>
                <a:lnTo>
                  <a:pt x="551" y="275"/>
                </a:lnTo>
                <a:cubicBezTo>
                  <a:pt x="551" y="427"/>
                  <a:pt x="427" y="550"/>
                  <a:pt x="275" y="550"/>
                </a:cubicBezTo>
                <a:lnTo>
                  <a:pt x="275" y="550"/>
                </a:lnTo>
                <a:cubicBezTo>
                  <a:pt x="123" y="550"/>
                  <a:pt x="0" y="427"/>
                  <a:pt x="0" y="275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7250315" y="11002380"/>
            <a:ext cx="272981" cy="272981"/>
          </a:xfrm>
          <a:custGeom>
            <a:rect b="b" l="l" r="r" t="t"/>
            <a:pathLst>
              <a:path extrusionOk="0" h="244" w="244">
                <a:moveTo>
                  <a:pt x="243" y="122"/>
                </a:moveTo>
                <a:lnTo>
                  <a:pt x="243" y="122"/>
                </a:lnTo>
                <a:cubicBezTo>
                  <a:pt x="243" y="55"/>
                  <a:pt x="189" y="0"/>
                  <a:pt x="122" y="0"/>
                </a:cubicBezTo>
                <a:lnTo>
                  <a:pt x="122" y="0"/>
                </a:lnTo>
                <a:cubicBezTo>
                  <a:pt x="54" y="0"/>
                  <a:pt x="0" y="55"/>
                  <a:pt x="0" y="122"/>
                </a:cubicBezTo>
                <a:lnTo>
                  <a:pt x="0" y="122"/>
                </a:lnTo>
                <a:cubicBezTo>
                  <a:pt x="0" y="189"/>
                  <a:pt x="54" y="243"/>
                  <a:pt x="122" y="243"/>
                </a:cubicBezTo>
                <a:lnTo>
                  <a:pt x="122" y="243"/>
                </a:lnTo>
                <a:cubicBezTo>
                  <a:pt x="189" y="243"/>
                  <a:pt x="243" y="189"/>
                  <a:pt x="243" y="122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3875252" y="10962673"/>
            <a:ext cx="218386" cy="218386"/>
          </a:xfrm>
          <a:custGeom>
            <a:rect b="b" l="l" r="r" t="t"/>
            <a:pathLst>
              <a:path extrusionOk="0" h="194" w="194">
                <a:moveTo>
                  <a:pt x="193" y="97"/>
                </a:moveTo>
                <a:lnTo>
                  <a:pt x="193" y="97"/>
                </a:lnTo>
                <a:cubicBezTo>
                  <a:pt x="193" y="44"/>
                  <a:pt x="149" y="0"/>
                  <a:pt x="96" y="0"/>
                </a:cubicBezTo>
                <a:lnTo>
                  <a:pt x="96" y="0"/>
                </a:lnTo>
                <a:cubicBezTo>
                  <a:pt x="43" y="0"/>
                  <a:pt x="0" y="44"/>
                  <a:pt x="0" y="97"/>
                </a:cubicBezTo>
                <a:lnTo>
                  <a:pt x="0" y="97"/>
                </a:lnTo>
                <a:cubicBezTo>
                  <a:pt x="0" y="150"/>
                  <a:pt x="43" y="193"/>
                  <a:pt x="96" y="193"/>
                </a:cubicBezTo>
                <a:lnTo>
                  <a:pt x="96" y="193"/>
                </a:lnTo>
                <a:cubicBezTo>
                  <a:pt x="149" y="193"/>
                  <a:pt x="193" y="150"/>
                  <a:pt x="193" y="97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6456183" y="11047048"/>
            <a:ext cx="178680" cy="178680"/>
          </a:xfrm>
          <a:custGeom>
            <a:rect b="b" l="l" r="r" t="t"/>
            <a:pathLst>
              <a:path extrusionOk="0" h="158" w="158">
                <a:moveTo>
                  <a:pt x="157" y="78"/>
                </a:moveTo>
                <a:lnTo>
                  <a:pt x="157" y="78"/>
                </a:lnTo>
                <a:cubicBezTo>
                  <a:pt x="157" y="35"/>
                  <a:pt x="122" y="0"/>
                  <a:pt x="79" y="0"/>
                </a:cubicBezTo>
                <a:lnTo>
                  <a:pt x="79" y="0"/>
                </a:lnTo>
                <a:cubicBezTo>
                  <a:pt x="35" y="0"/>
                  <a:pt x="0" y="35"/>
                  <a:pt x="0" y="78"/>
                </a:cubicBezTo>
                <a:lnTo>
                  <a:pt x="0" y="78"/>
                </a:lnTo>
                <a:cubicBezTo>
                  <a:pt x="0" y="121"/>
                  <a:pt x="35" y="157"/>
                  <a:pt x="79" y="157"/>
                </a:cubicBezTo>
                <a:lnTo>
                  <a:pt x="79" y="157"/>
                </a:lnTo>
                <a:cubicBezTo>
                  <a:pt x="122" y="157"/>
                  <a:pt x="157" y="121"/>
                  <a:pt x="157" y="78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4664420" y="8619982"/>
            <a:ext cx="1742130" cy="1742127"/>
          </a:xfrm>
          <a:custGeom>
            <a:rect b="b" l="l" r="r" t="t"/>
            <a:pathLst>
              <a:path extrusionOk="0" h="1546" w="1546">
                <a:moveTo>
                  <a:pt x="1545" y="773"/>
                </a:moveTo>
                <a:lnTo>
                  <a:pt x="1545" y="773"/>
                </a:lnTo>
                <a:cubicBezTo>
                  <a:pt x="1545" y="346"/>
                  <a:pt x="1200" y="0"/>
                  <a:pt x="773" y="0"/>
                </a:cubicBezTo>
                <a:lnTo>
                  <a:pt x="773" y="0"/>
                </a:lnTo>
                <a:cubicBezTo>
                  <a:pt x="346" y="0"/>
                  <a:pt x="0" y="346"/>
                  <a:pt x="0" y="773"/>
                </a:cubicBezTo>
                <a:lnTo>
                  <a:pt x="0" y="773"/>
                </a:lnTo>
                <a:cubicBezTo>
                  <a:pt x="0" y="1199"/>
                  <a:pt x="346" y="1545"/>
                  <a:pt x="773" y="1545"/>
                </a:cubicBezTo>
                <a:lnTo>
                  <a:pt x="773" y="1545"/>
                </a:lnTo>
                <a:cubicBezTo>
                  <a:pt x="1200" y="1545"/>
                  <a:pt x="1545" y="1199"/>
                  <a:pt x="1545" y="77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17891691" y="4738659"/>
            <a:ext cx="1742127" cy="1742127"/>
          </a:xfrm>
          <a:custGeom>
            <a:rect b="b" l="l" r="r" t="t"/>
            <a:pathLst>
              <a:path extrusionOk="0" h="1547" w="1546">
                <a:moveTo>
                  <a:pt x="1545" y="773"/>
                </a:moveTo>
                <a:lnTo>
                  <a:pt x="1545" y="773"/>
                </a:lnTo>
                <a:cubicBezTo>
                  <a:pt x="1545" y="347"/>
                  <a:pt x="1199" y="0"/>
                  <a:pt x="772" y="0"/>
                </a:cubicBezTo>
                <a:lnTo>
                  <a:pt x="772" y="0"/>
                </a:lnTo>
                <a:cubicBezTo>
                  <a:pt x="346" y="0"/>
                  <a:pt x="0" y="347"/>
                  <a:pt x="0" y="773"/>
                </a:cubicBezTo>
                <a:lnTo>
                  <a:pt x="0" y="773"/>
                </a:lnTo>
                <a:cubicBezTo>
                  <a:pt x="0" y="1200"/>
                  <a:pt x="346" y="1546"/>
                  <a:pt x="772" y="1546"/>
                </a:cubicBezTo>
                <a:lnTo>
                  <a:pt x="772" y="1546"/>
                </a:lnTo>
                <a:cubicBezTo>
                  <a:pt x="1199" y="1546"/>
                  <a:pt x="1545" y="1200"/>
                  <a:pt x="1545" y="77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18849613" y="4440860"/>
            <a:ext cx="1742130" cy="1742127"/>
          </a:xfrm>
          <a:custGeom>
            <a:rect b="b" l="l" r="r" t="t"/>
            <a:pathLst>
              <a:path extrusionOk="0" h="1547" w="1546">
                <a:moveTo>
                  <a:pt x="1545" y="773"/>
                </a:moveTo>
                <a:lnTo>
                  <a:pt x="1545" y="773"/>
                </a:lnTo>
                <a:cubicBezTo>
                  <a:pt x="1545" y="347"/>
                  <a:pt x="1199" y="0"/>
                  <a:pt x="772" y="0"/>
                </a:cubicBezTo>
                <a:lnTo>
                  <a:pt x="772" y="0"/>
                </a:lnTo>
                <a:cubicBezTo>
                  <a:pt x="346" y="0"/>
                  <a:pt x="0" y="347"/>
                  <a:pt x="0" y="773"/>
                </a:cubicBezTo>
                <a:lnTo>
                  <a:pt x="0" y="773"/>
                </a:lnTo>
                <a:cubicBezTo>
                  <a:pt x="0" y="1200"/>
                  <a:pt x="346" y="1546"/>
                  <a:pt x="772" y="1546"/>
                </a:cubicBezTo>
                <a:lnTo>
                  <a:pt x="772" y="1546"/>
                </a:lnTo>
                <a:cubicBezTo>
                  <a:pt x="1199" y="1546"/>
                  <a:pt x="1545" y="1200"/>
                  <a:pt x="1545" y="77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16923841" y="4440860"/>
            <a:ext cx="1742130" cy="1742127"/>
          </a:xfrm>
          <a:custGeom>
            <a:rect b="b" l="l" r="r" t="t"/>
            <a:pathLst>
              <a:path extrusionOk="0" h="1547" w="1546">
                <a:moveTo>
                  <a:pt x="1545" y="773"/>
                </a:moveTo>
                <a:lnTo>
                  <a:pt x="1545" y="773"/>
                </a:lnTo>
                <a:cubicBezTo>
                  <a:pt x="1545" y="347"/>
                  <a:pt x="1199" y="0"/>
                  <a:pt x="773" y="0"/>
                </a:cubicBezTo>
                <a:lnTo>
                  <a:pt x="773" y="0"/>
                </a:lnTo>
                <a:cubicBezTo>
                  <a:pt x="346" y="0"/>
                  <a:pt x="0" y="347"/>
                  <a:pt x="0" y="773"/>
                </a:cubicBezTo>
                <a:lnTo>
                  <a:pt x="0" y="773"/>
                </a:lnTo>
                <a:cubicBezTo>
                  <a:pt x="0" y="1200"/>
                  <a:pt x="346" y="1546"/>
                  <a:pt x="773" y="1546"/>
                </a:cubicBezTo>
                <a:lnTo>
                  <a:pt x="773" y="1546"/>
                </a:lnTo>
                <a:cubicBezTo>
                  <a:pt x="1199" y="1546"/>
                  <a:pt x="1545" y="1200"/>
                  <a:pt x="1545" y="77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16903988" y="5646947"/>
            <a:ext cx="436773" cy="436773"/>
          </a:xfrm>
          <a:custGeom>
            <a:rect b="b" l="l" r="r" t="t"/>
            <a:pathLst>
              <a:path extrusionOk="0" h="387" w="387">
                <a:moveTo>
                  <a:pt x="386" y="193"/>
                </a:moveTo>
                <a:lnTo>
                  <a:pt x="386" y="193"/>
                </a:lnTo>
                <a:cubicBezTo>
                  <a:pt x="386" y="86"/>
                  <a:pt x="299" y="0"/>
                  <a:pt x="193" y="0"/>
                </a:cubicBezTo>
                <a:lnTo>
                  <a:pt x="193" y="0"/>
                </a:lnTo>
                <a:cubicBezTo>
                  <a:pt x="86" y="0"/>
                  <a:pt x="0" y="86"/>
                  <a:pt x="0" y="193"/>
                </a:cubicBezTo>
                <a:lnTo>
                  <a:pt x="0" y="193"/>
                </a:lnTo>
                <a:cubicBezTo>
                  <a:pt x="0" y="299"/>
                  <a:pt x="86" y="386"/>
                  <a:pt x="193" y="386"/>
                </a:cubicBezTo>
                <a:lnTo>
                  <a:pt x="193" y="386"/>
                </a:lnTo>
                <a:cubicBezTo>
                  <a:pt x="299" y="386"/>
                  <a:pt x="386" y="299"/>
                  <a:pt x="386" y="19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20189711" y="5001714"/>
            <a:ext cx="620418" cy="620418"/>
          </a:xfrm>
          <a:custGeom>
            <a:rect b="b" l="l" r="r" t="t"/>
            <a:pathLst>
              <a:path extrusionOk="0" h="552" w="552">
                <a:moveTo>
                  <a:pt x="0" y="275"/>
                </a:moveTo>
                <a:lnTo>
                  <a:pt x="0" y="275"/>
                </a:lnTo>
                <a:cubicBezTo>
                  <a:pt x="0" y="123"/>
                  <a:pt x="123" y="0"/>
                  <a:pt x="276" y="0"/>
                </a:cubicBezTo>
                <a:lnTo>
                  <a:pt x="276" y="0"/>
                </a:lnTo>
                <a:cubicBezTo>
                  <a:pt x="428" y="0"/>
                  <a:pt x="551" y="123"/>
                  <a:pt x="551" y="275"/>
                </a:cubicBezTo>
                <a:lnTo>
                  <a:pt x="551" y="275"/>
                </a:lnTo>
                <a:cubicBezTo>
                  <a:pt x="551" y="427"/>
                  <a:pt x="428" y="551"/>
                  <a:pt x="276" y="551"/>
                </a:cubicBezTo>
                <a:lnTo>
                  <a:pt x="276" y="551"/>
                </a:lnTo>
                <a:cubicBezTo>
                  <a:pt x="123" y="551"/>
                  <a:pt x="0" y="427"/>
                  <a:pt x="0" y="275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20452769" y="6341813"/>
            <a:ext cx="277946" cy="272985"/>
          </a:xfrm>
          <a:custGeom>
            <a:rect b="b" l="l" r="r" t="t"/>
            <a:pathLst>
              <a:path extrusionOk="0" h="244" w="245">
                <a:moveTo>
                  <a:pt x="244" y="122"/>
                </a:moveTo>
                <a:lnTo>
                  <a:pt x="244" y="122"/>
                </a:lnTo>
                <a:cubicBezTo>
                  <a:pt x="244" y="55"/>
                  <a:pt x="189" y="0"/>
                  <a:pt x="122" y="0"/>
                </a:cubicBezTo>
                <a:lnTo>
                  <a:pt x="122" y="0"/>
                </a:lnTo>
                <a:cubicBezTo>
                  <a:pt x="55" y="0"/>
                  <a:pt x="0" y="55"/>
                  <a:pt x="0" y="122"/>
                </a:cubicBezTo>
                <a:lnTo>
                  <a:pt x="0" y="122"/>
                </a:lnTo>
                <a:cubicBezTo>
                  <a:pt x="0" y="189"/>
                  <a:pt x="55" y="243"/>
                  <a:pt x="122" y="243"/>
                </a:cubicBezTo>
                <a:lnTo>
                  <a:pt x="122" y="243"/>
                </a:lnTo>
                <a:cubicBezTo>
                  <a:pt x="189" y="243"/>
                  <a:pt x="244" y="189"/>
                  <a:pt x="244" y="122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17077705" y="6302106"/>
            <a:ext cx="218386" cy="218386"/>
          </a:xfrm>
          <a:custGeom>
            <a:rect b="b" l="l" r="r" t="t"/>
            <a:pathLst>
              <a:path extrusionOk="0" h="194" w="194">
                <a:moveTo>
                  <a:pt x="193" y="96"/>
                </a:moveTo>
                <a:lnTo>
                  <a:pt x="193" y="96"/>
                </a:lnTo>
                <a:cubicBezTo>
                  <a:pt x="193" y="43"/>
                  <a:pt x="149" y="0"/>
                  <a:pt x="96" y="0"/>
                </a:cubicBezTo>
                <a:lnTo>
                  <a:pt x="96" y="0"/>
                </a:lnTo>
                <a:cubicBezTo>
                  <a:pt x="43" y="0"/>
                  <a:pt x="0" y="43"/>
                  <a:pt x="0" y="96"/>
                </a:cubicBezTo>
                <a:lnTo>
                  <a:pt x="0" y="96"/>
                </a:lnTo>
                <a:cubicBezTo>
                  <a:pt x="0" y="149"/>
                  <a:pt x="43" y="193"/>
                  <a:pt x="96" y="193"/>
                </a:cubicBezTo>
                <a:lnTo>
                  <a:pt x="96" y="193"/>
                </a:lnTo>
                <a:cubicBezTo>
                  <a:pt x="149" y="193"/>
                  <a:pt x="193" y="149"/>
                  <a:pt x="193" y="96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19658636" y="6386484"/>
            <a:ext cx="178680" cy="178680"/>
          </a:xfrm>
          <a:custGeom>
            <a:rect b="b" l="l" r="r" t="t"/>
            <a:pathLst>
              <a:path extrusionOk="0" h="158" w="159">
                <a:moveTo>
                  <a:pt x="158" y="79"/>
                </a:moveTo>
                <a:lnTo>
                  <a:pt x="158" y="79"/>
                </a:lnTo>
                <a:cubicBezTo>
                  <a:pt x="158" y="35"/>
                  <a:pt x="122" y="0"/>
                  <a:pt x="79" y="0"/>
                </a:cubicBezTo>
                <a:lnTo>
                  <a:pt x="79" y="0"/>
                </a:lnTo>
                <a:cubicBezTo>
                  <a:pt x="35" y="0"/>
                  <a:pt x="0" y="35"/>
                  <a:pt x="0" y="79"/>
                </a:cubicBezTo>
                <a:lnTo>
                  <a:pt x="0" y="79"/>
                </a:lnTo>
                <a:cubicBezTo>
                  <a:pt x="0" y="122"/>
                  <a:pt x="35" y="157"/>
                  <a:pt x="79" y="157"/>
                </a:cubicBezTo>
                <a:lnTo>
                  <a:pt x="79" y="157"/>
                </a:lnTo>
                <a:cubicBezTo>
                  <a:pt x="122" y="157"/>
                  <a:pt x="158" y="122"/>
                  <a:pt x="158" y="79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17866873" y="3959415"/>
            <a:ext cx="1742130" cy="1742130"/>
          </a:xfrm>
          <a:custGeom>
            <a:rect b="b" l="l" r="r" t="t"/>
            <a:pathLst>
              <a:path extrusionOk="0" h="1546" w="1547">
                <a:moveTo>
                  <a:pt x="1546" y="772"/>
                </a:moveTo>
                <a:lnTo>
                  <a:pt x="1546" y="772"/>
                </a:lnTo>
                <a:cubicBezTo>
                  <a:pt x="1546" y="346"/>
                  <a:pt x="1200" y="0"/>
                  <a:pt x="773" y="0"/>
                </a:cubicBezTo>
                <a:lnTo>
                  <a:pt x="773" y="0"/>
                </a:lnTo>
                <a:cubicBezTo>
                  <a:pt x="347" y="0"/>
                  <a:pt x="0" y="346"/>
                  <a:pt x="0" y="772"/>
                </a:cubicBezTo>
                <a:lnTo>
                  <a:pt x="0" y="772"/>
                </a:lnTo>
                <a:cubicBezTo>
                  <a:pt x="0" y="1199"/>
                  <a:pt x="347" y="1545"/>
                  <a:pt x="773" y="1545"/>
                </a:cubicBezTo>
                <a:lnTo>
                  <a:pt x="773" y="1545"/>
                </a:lnTo>
                <a:cubicBezTo>
                  <a:pt x="1200" y="1545"/>
                  <a:pt x="1546" y="1199"/>
                  <a:pt x="1546" y="772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17891691" y="9404188"/>
            <a:ext cx="1742127" cy="1742127"/>
          </a:xfrm>
          <a:custGeom>
            <a:rect b="b" l="l" r="r" t="t"/>
            <a:pathLst>
              <a:path extrusionOk="0" h="1546" w="1546">
                <a:moveTo>
                  <a:pt x="1545" y="773"/>
                </a:moveTo>
                <a:lnTo>
                  <a:pt x="1545" y="773"/>
                </a:lnTo>
                <a:cubicBezTo>
                  <a:pt x="1545" y="346"/>
                  <a:pt x="1199" y="0"/>
                  <a:pt x="772" y="0"/>
                </a:cubicBezTo>
                <a:lnTo>
                  <a:pt x="772" y="0"/>
                </a:lnTo>
                <a:cubicBezTo>
                  <a:pt x="346" y="0"/>
                  <a:pt x="0" y="346"/>
                  <a:pt x="0" y="773"/>
                </a:cubicBezTo>
                <a:lnTo>
                  <a:pt x="0" y="773"/>
                </a:lnTo>
                <a:cubicBezTo>
                  <a:pt x="0" y="1199"/>
                  <a:pt x="346" y="1545"/>
                  <a:pt x="772" y="1545"/>
                </a:cubicBezTo>
                <a:lnTo>
                  <a:pt x="772" y="1545"/>
                </a:lnTo>
                <a:cubicBezTo>
                  <a:pt x="1199" y="1545"/>
                  <a:pt x="1545" y="1199"/>
                  <a:pt x="1545" y="77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18849613" y="9106388"/>
            <a:ext cx="1742130" cy="1742127"/>
          </a:xfrm>
          <a:custGeom>
            <a:rect b="b" l="l" r="r" t="t"/>
            <a:pathLst>
              <a:path extrusionOk="0" h="1546" w="1546">
                <a:moveTo>
                  <a:pt x="1545" y="773"/>
                </a:moveTo>
                <a:lnTo>
                  <a:pt x="1545" y="773"/>
                </a:lnTo>
                <a:cubicBezTo>
                  <a:pt x="1545" y="346"/>
                  <a:pt x="1199" y="0"/>
                  <a:pt x="772" y="0"/>
                </a:cubicBezTo>
                <a:lnTo>
                  <a:pt x="772" y="0"/>
                </a:lnTo>
                <a:cubicBezTo>
                  <a:pt x="346" y="0"/>
                  <a:pt x="0" y="346"/>
                  <a:pt x="0" y="773"/>
                </a:cubicBezTo>
                <a:lnTo>
                  <a:pt x="0" y="773"/>
                </a:lnTo>
                <a:cubicBezTo>
                  <a:pt x="0" y="1200"/>
                  <a:pt x="346" y="1545"/>
                  <a:pt x="772" y="1545"/>
                </a:cubicBezTo>
                <a:lnTo>
                  <a:pt x="772" y="1545"/>
                </a:lnTo>
                <a:cubicBezTo>
                  <a:pt x="1199" y="1545"/>
                  <a:pt x="1545" y="1200"/>
                  <a:pt x="1545" y="77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16923841" y="9106388"/>
            <a:ext cx="1742130" cy="1742127"/>
          </a:xfrm>
          <a:custGeom>
            <a:rect b="b" l="l" r="r" t="t"/>
            <a:pathLst>
              <a:path extrusionOk="0" h="1546" w="1546">
                <a:moveTo>
                  <a:pt x="1545" y="773"/>
                </a:moveTo>
                <a:lnTo>
                  <a:pt x="1545" y="773"/>
                </a:lnTo>
                <a:cubicBezTo>
                  <a:pt x="1545" y="346"/>
                  <a:pt x="1199" y="0"/>
                  <a:pt x="773" y="0"/>
                </a:cubicBezTo>
                <a:lnTo>
                  <a:pt x="773" y="0"/>
                </a:lnTo>
                <a:cubicBezTo>
                  <a:pt x="346" y="0"/>
                  <a:pt x="0" y="346"/>
                  <a:pt x="0" y="773"/>
                </a:cubicBezTo>
                <a:lnTo>
                  <a:pt x="0" y="773"/>
                </a:lnTo>
                <a:cubicBezTo>
                  <a:pt x="0" y="1200"/>
                  <a:pt x="346" y="1545"/>
                  <a:pt x="773" y="1545"/>
                </a:cubicBezTo>
                <a:lnTo>
                  <a:pt x="773" y="1545"/>
                </a:lnTo>
                <a:cubicBezTo>
                  <a:pt x="1199" y="1545"/>
                  <a:pt x="1545" y="1200"/>
                  <a:pt x="1545" y="77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16903988" y="10307514"/>
            <a:ext cx="436773" cy="436773"/>
          </a:xfrm>
          <a:custGeom>
            <a:rect b="b" l="l" r="r" t="t"/>
            <a:pathLst>
              <a:path extrusionOk="0" h="387" w="387">
                <a:moveTo>
                  <a:pt x="386" y="193"/>
                </a:moveTo>
                <a:lnTo>
                  <a:pt x="386" y="193"/>
                </a:lnTo>
                <a:cubicBezTo>
                  <a:pt x="386" y="86"/>
                  <a:pt x="299" y="0"/>
                  <a:pt x="193" y="0"/>
                </a:cubicBezTo>
                <a:lnTo>
                  <a:pt x="193" y="0"/>
                </a:lnTo>
                <a:cubicBezTo>
                  <a:pt x="86" y="0"/>
                  <a:pt x="0" y="86"/>
                  <a:pt x="0" y="193"/>
                </a:cubicBezTo>
                <a:lnTo>
                  <a:pt x="0" y="193"/>
                </a:lnTo>
                <a:cubicBezTo>
                  <a:pt x="0" y="300"/>
                  <a:pt x="86" y="386"/>
                  <a:pt x="193" y="386"/>
                </a:cubicBezTo>
                <a:lnTo>
                  <a:pt x="193" y="386"/>
                </a:lnTo>
                <a:cubicBezTo>
                  <a:pt x="299" y="386"/>
                  <a:pt x="386" y="300"/>
                  <a:pt x="386" y="19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20189711" y="9662281"/>
            <a:ext cx="620418" cy="620414"/>
          </a:xfrm>
          <a:custGeom>
            <a:rect b="b" l="l" r="r" t="t"/>
            <a:pathLst>
              <a:path extrusionOk="0" h="551" w="552">
                <a:moveTo>
                  <a:pt x="0" y="275"/>
                </a:moveTo>
                <a:lnTo>
                  <a:pt x="0" y="275"/>
                </a:lnTo>
                <a:cubicBezTo>
                  <a:pt x="0" y="122"/>
                  <a:pt x="123" y="0"/>
                  <a:pt x="276" y="0"/>
                </a:cubicBezTo>
                <a:lnTo>
                  <a:pt x="276" y="0"/>
                </a:lnTo>
                <a:cubicBezTo>
                  <a:pt x="428" y="0"/>
                  <a:pt x="551" y="122"/>
                  <a:pt x="551" y="275"/>
                </a:cubicBezTo>
                <a:lnTo>
                  <a:pt x="551" y="275"/>
                </a:lnTo>
                <a:cubicBezTo>
                  <a:pt x="551" y="427"/>
                  <a:pt x="428" y="550"/>
                  <a:pt x="276" y="550"/>
                </a:cubicBezTo>
                <a:lnTo>
                  <a:pt x="276" y="550"/>
                </a:lnTo>
                <a:cubicBezTo>
                  <a:pt x="123" y="550"/>
                  <a:pt x="0" y="427"/>
                  <a:pt x="0" y="275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20452769" y="11002380"/>
            <a:ext cx="277946" cy="272981"/>
          </a:xfrm>
          <a:custGeom>
            <a:rect b="b" l="l" r="r" t="t"/>
            <a:pathLst>
              <a:path extrusionOk="0" h="244" w="245">
                <a:moveTo>
                  <a:pt x="244" y="122"/>
                </a:moveTo>
                <a:lnTo>
                  <a:pt x="244" y="122"/>
                </a:lnTo>
                <a:cubicBezTo>
                  <a:pt x="244" y="55"/>
                  <a:pt x="189" y="0"/>
                  <a:pt x="122" y="0"/>
                </a:cubicBezTo>
                <a:lnTo>
                  <a:pt x="122" y="0"/>
                </a:lnTo>
                <a:cubicBezTo>
                  <a:pt x="55" y="0"/>
                  <a:pt x="0" y="55"/>
                  <a:pt x="0" y="122"/>
                </a:cubicBezTo>
                <a:lnTo>
                  <a:pt x="0" y="122"/>
                </a:lnTo>
                <a:cubicBezTo>
                  <a:pt x="0" y="189"/>
                  <a:pt x="55" y="243"/>
                  <a:pt x="122" y="243"/>
                </a:cubicBezTo>
                <a:lnTo>
                  <a:pt x="122" y="243"/>
                </a:lnTo>
                <a:cubicBezTo>
                  <a:pt x="189" y="243"/>
                  <a:pt x="244" y="189"/>
                  <a:pt x="244" y="122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17077705" y="10962673"/>
            <a:ext cx="218386" cy="218386"/>
          </a:xfrm>
          <a:custGeom>
            <a:rect b="b" l="l" r="r" t="t"/>
            <a:pathLst>
              <a:path extrusionOk="0" h="194" w="194">
                <a:moveTo>
                  <a:pt x="193" y="97"/>
                </a:moveTo>
                <a:lnTo>
                  <a:pt x="193" y="97"/>
                </a:lnTo>
                <a:cubicBezTo>
                  <a:pt x="193" y="44"/>
                  <a:pt x="149" y="0"/>
                  <a:pt x="96" y="0"/>
                </a:cubicBezTo>
                <a:lnTo>
                  <a:pt x="96" y="0"/>
                </a:lnTo>
                <a:cubicBezTo>
                  <a:pt x="43" y="0"/>
                  <a:pt x="0" y="44"/>
                  <a:pt x="0" y="97"/>
                </a:cubicBezTo>
                <a:lnTo>
                  <a:pt x="0" y="97"/>
                </a:lnTo>
                <a:cubicBezTo>
                  <a:pt x="0" y="150"/>
                  <a:pt x="43" y="193"/>
                  <a:pt x="96" y="193"/>
                </a:cubicBezTo>
                <a:lnTo>
                  <a:pt x="96" y="193"/>
                </a:lnTo>
                <a:cubicBezTo>
                  <a:pt x="149" y="193"/>
                  <a:pt x="193" y="150"/>
                  <a:pt x="193" y="9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19658636" y="11047048"/>
            <a:ext cx="178680" cy="178680"/>
          </a:xfrm>
          <a:custGeom>
            <a:rect b="b" l="l" r="r" t="t"/>
            <a:pathLst>
              <a:path extrusionOk="0" h="158" w="159">
                <a:moveTo>
                  <a:pt x="158" y="78"/>
                </a:moveTo>
                <a:lnTo>
                  <a:pt x="158" y="78"/>
                </a:lnTo>
                <a:cubicBezTo>
                  <a:pt x="158" y="35"/>
                  <a:pt x="122" y="0"/>
                  <a:pt x="79" y="0"/>
                </a:cubicBezTo>
                <a:lnTo>
                  <a:pt x="79" y="0"/>
                </a:lnTo>
                <a:cubicBezTo>
                  <a:pt x="35" y="0"/>
                  <a:pt x="0" y="35"/>
                  <a:pt x="0" y="78"/>
                </a:cubicBezTo>
                <a:lnTo>
                  <a:pt x="0" y="78"/>
                </a:lnTo>
                <a:cubicBezTo>
                  <a:pt x="0" y="121"/>
                  <a:pt x="35" y="157"/>
                  <a:pt x="79" y="157"/>
                </a:cubicBezTo>
                <a:lnTo>
                  <a:pt x="79" y="157"/>
                </a:lnTo>
                <a:cubicBezTo>
                  <a:pt x="122" y="157"/>
                  <a:pt x="158" y="121"/>
                  <a:pt x="158" y="78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17866873" y="8619982"/>
            <a:ext cx="1742130" cy="1742127"/>
          </a:xfrm>
          <a:custGeom>
            <a:rect b="b" l="l" r="r" t="t"/>
            <a:pathLst>
              <a:path extrusionOk="0" h="1546" w="1547">
                <a:moveTo>
                  <a:pt x="1546" y="773"/>
                </a:moveTo>
                <a:lnTo>
                  <a:pt x="1546" y="773"/>
                </a:lnTo>
                <a:cubicBezTo>
                  <a:pt x="1546" y="346"/>
                  <a:pt x="1200" y="0"/>
                  <a:pt x="773" y="0"/>
                </a:cubicBezTo>
                <a:lnTo>
                  <a:pt x="773" y="0"/>
                </a:lnTo>
                <a:cubicBezTo>
                  <a:pt x="347" y="0"/>
                  <a:pt x="0" y="346"/>
                  <a:pt x="0" y="773"/>
                </a:cubicBezTo>
                <a:lnTo>
                  <a:pt x="0" y="773"/>
                </a:lnTo>
                <a:cubicBezTo>
                  <a:pt x="0" y="1199"/>
                  <a:pt x="347" y="1545"/>
                  <a:pt x="773" y="1545"/>
                </a:cubicBezTo>
                <a:lnTo>
                  <a:pt x="773" y="1545"/>
                </a:lnTo>
                <a:cubicBezTo>
                  <a:pt x="1200" y="1545"/>
                  <a:pt x="1546" y="1199"/>
                  <a:pt x="1546" y="77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4987038" y="4867706"/>
            <a:ext cx="1106821" cy="709754"/>
          </a:xfrm>
          <a:custGeom>
            <a:rect b="b" l="l" r="r" t="t"/>
            <a:pathLst>
              <a:path extrusionOk="0" h="630" w="983">
                <a:moveTo>
                  <a:pt x="64" y="566"/>
                </a:moveTo>
                <a:lnTo>
                  <a:pt x="918" y="566"/>
                </a:lnTo>
                <a:lnTo>
                  <a:pt x="918" y="64"/>
                </a:lnTo>
                <a:lnTo>
                  <a:pt x="64" y="64"/>
                </a:lnTo>
                <a:lnTo>
                  <a:pt x="64" y="566"/>
                </a:lnTo>
                <a:close/>
                <a:moveTo>
                  <a:pt x="933" y="629"/>
                </a:moveTo>
                <a:lnTo>
                  <a:pt x="49" y="629"/>
                </a:lnTo>
                <a:lnTo>
                  <a:pt x="49" y="629"/>
                </a:lnTo>
                <a:cubicBezTo>
                  <a:pt x="22" y="629"/>
                  <a:pt x="0" y="608"/>
                  <a:pt x="0" y="582"/>
                </a:cubicBezTo>
                <a:lnTo>
                  <a:pt x="0" y="47"/>
                </a:lnTo>
                <a:lnTo>
                  <a:pt x="0" y="47"/>
                </a:lnTo>
                <a:cubicBezTo>
                  <a:pt x="0" y="21"/>
                  <a:pt x="22" y="0"/>
                  <a:pt x="49" y="0"/>
                </a:cubicBezTo>
                <a:lnTo>
                  <a:pt x="933" y="0"/>
                </a:lnTo>
                <a:lnTo>
                  <a:pt x="933" y="0"/>
                </a:lnTo>
                <a:cubicBezTo>
                  <a:pt x="960" y="0"/>
                  <a:pt x="982" y="21"/>
                  <a:pt x="982" y="47"/>
                </a:cubicBezTo>
                <a:lnTo>
                  <a:pt x="982" y="582"/>
                </a:lnTo>
                <a:lnTo>
                  <a:pt x="982" y="582"/>
                </a:lnTo>
                <a:cubicBezTo>
                  <a:pt x="982" y="608"/>
                  <a:pt x="960" y="629"/>
                  <a:pt x="933" y="62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4857991" y="5637020"/>
            <a:ext cx="1359952" cy="74451"/>
          </a:xfrm>
          <a:custGeom>
            <a:rect b="b" l="l" r="r" t="t"/>
            <a:pathLst>
              <a:path extrusionOk="0" h="65" w="1208">
                <a:moveTo>
                  <a:pt x="1175" y="64"/>
                </a:moveTo>
                <a:lnTo>
                  <a:pt x="32" y="64"/>
                </a:lnTo>
                <a:lnTo>
                  <a:pt x="32" y="64"/>
                </a:lnTo>
                <a:cubicBezTo>
                  <a:pt x="14" y="64"/>
                  <a:pt x="0" y="50"/>
                  <a:pt x="0" y="33"/>
                </a:cubicBezTo>
                <a:lnTo>
                  <a:pt x="0" y="33"/>
                </a:lnTo>
                <a:cubicBezTo>
                  <a:pt x="0" y="15"/>
                  <a:pt x="14" y="0"/>
                  <a:pt x="32" y="0"/>
                </a:cubicBezTo>
                <a:lnTo>
                  <a:pt x="1175" y="0"/>
                </a:lnTo>
                <a:lnTo>
                  <a:pt x="1175" y="0"/>
                </a:lnTo>
                <a:cubicBezTo>
                  <a:pt x="1193" y="0"/>
                  <a:pt x="1207" y="15"/>
                  <a:pt x="1207" y="33"/>
                </a:cubicBezTo>
                <a:lnTo>
                  <a:pt x="1207" y="33"/>
                </a:lnTo>
                <a:cubicBezTo>
                  <a:pt x="1207" y="50"/>
                  <a:pt x="1193" y="64"/>
                  <a:pt x="1175" y="6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5260019" y="9394261"/>
            <a:ext cx="555893" cy="1106821"/>
          </a:xfrm>
          <a:custGeom>
            <a:rect b="b" l="l" r="r" t="t"/>
            <a:pathLst>
              <a:path extrusionOk="0" h="983" w="496">
                <a:moveTo>
                  <a:pt x="407" y="340"/>
                </a:moveTo>
                <a:lnTo>
                  <a:pt x="407" y="340"/>
                </a:lnTo>
                <a:cubicBezTo>
                  <a:pt x="391" y="366"/>
                  <a:pt x="368" y="390"/>
                  <a:pt x="341" y="406"/>
                </a:cubicBezTo>
                <a:lnTo>
                  <a:pt x="341" y="406"/>
                </a:lnTo>
                <a:cubicBezTo>
                  <a:pt x="324" y="416"/>
                  <a:pt x="315" y="435"/>
                  <a:pt x="321" y="455"/>
                </a:cubicBezTo>
                <a:lnTo>
                  <a:pt x="321" y="455"/>
                </a:lnTo>
                <a:cubicBezTo>
                  <a:pt x="321" y="456"/>
                  <a:pt x="321" y="456"/>
                  <a:pt x="321" y="456"/>
                </a:cubicBezTo>
                <a:lnTo>
                  <a:pt x="309" y="469"/>
                </a:lnTo>
                <a:lnTo>
                  <a:pt x="309" y="469"/>
                </a:lnTo>
                <a:cubicBezTo>
                  <a:pt x="303" y="475"/>
                  <a:pt x="299" y="483"/>
                  <a:pt x="299" y="491"/>
                </a:cubicBezTo>
                <a:lnTo>
                  <a:pt x="299" y="852"/>
                </a:lnTo>
                <a:lnTo>
                  <a:pt x="247" y="905"/>
                </a:lnTo>
                <a:lnTo>
                  <a:pt x="207" y="865"/>
                </a:lnTo>
                <a:lnTo>
                  <a:pt x="244" y="831"/>
                </a:lnTo>
                <a:lnTo>
                  <a:pt x="244" y="831"/>
                </a:lnTo>
                <a:cubicBezTo>
                  <a:pt x="251" y="825"/>
                  <a:pt x="255" y="816"/>
                  <a:pt x="255" y="807"/>
                </a:cubicBezTo>
                <a:lnTo>
                  <a:pt x="255" y="807"/>
                </a:lnTo>
                <a:cubicBezTo>
                  <a:pt x="255" y="798"/>
                  <a:pt x="251" y="789"/>
                  <a:pt x="244" y="783"/>
                </a:cubicBezTo>
                <a:lnTo>
                  <a:pt x="209" y="753"/>
                </a:lnTo>
                <a:lnTo>
                  <a:pt x="251" y="717"/>
                </a:lnTo>
                <a:lnTo>
                  <a:pt x="251" y="717"/>
                </a:lnTo>
                <a:cubicBezTo>
                  <a:pt x="258" y="711"/>
                  <a:pt x="262" y="702"/>
                  <a:pt x="262" y="692"/>
                </a:cubicBezTo>
                <a:lnTo>
                  <a:pt x="262" y="692"/>
                </a:lnTo>
                <a:cubicBezTo>
                  <a:pt x="261" y="683"/>
                  <a:pt x="257" y="674"/>
                  <a:pt x="251" y="668"/>
                </a:cubicBezTo>
                <a:lnTo>
                  <a:pt x="192" y="620"/>
                </a:lnTo>
                <a:lnTo>
                  <a:pt x="192" y="594"/>
                </a:lnTo>
                <a:lnTo>
                  <a:pt x="234" y="546"/>
                </a:lnTo>
                <a:lnTo>
                  <a:pt x="234" y="546"/>
                </a:lnTo>
                <a:cubicBezTo>
                  <a:pt x="240" y="540"/>
                  <a:pt x="243" y="532"/>
                  <a:pt x="242" y="523"/>
                </a:cubicBezTo>
                <a:lnTo>
                  <a:pt x="242" y="523"/>
                </a:lnTo>
                <a:cubicBezTo>
                  <a:pt x="241" y="514"/>
                  <a:pt x="237" y="507"/>
                  <a:pt x="230" y="501"/>
                </a:cubicBezTo>
                <a:lnTo>
                  <a:pt x="170" y="449"/>
                </a:lnTo>
                <a:lnTo>
                  <a:pt x="170" y="449"/>
                </a:lnTo>
                <a:cubicBezTo>
                  <a:pt x="173" y="431"/>
                  <a:pt x="166" y="412"/>
                  <a:pt x="150" y="403"/>
                </a:cubicBezTo>
                <a:lnTo>
                  <a:pt x="150" y="403"/>
                </a:lnTo>
                <a:cubicBezTo>
                  <a:pt x="96" y="369"/>
                  <a:pt x="64" y="311"/>
                  <a:pt x="64" y="247"/>
                </a:cubicBezTo>
                <a:lnTo>
                  <a:pt x="64" y="247"/>
                </a:lnTo>
                <a:cubicBezTo>
                  <a:pt x="64" y="146"/>
                  <a:pt x="146" y="64"/>
                  <a:pt x="247" y="64"/>
                </a:cubicBezTo>
                <a:lnTo>
                  <a:pt x="247" y="64"/>
                </a:lnTo>
                <a:lnTo>
                  <a:pt x="247" y="64"/>
                </a:lnTo>
                <a:cubicBezTo>
                  <a:pt x="296" y="64"/>
                  <a:pt x="342" y="83"/>
                  <a:pt x="377" y="117"/>
                </a:cubicBezTo>
                <a:lnTo>
                  <a:pt x="377" y="117"/>
                </a:lnTo>
                <a:cubicBezTo>
                  <a:pt x="412" y="152"/>
                  <a:pt x="432" y="198"/>
                  <a:pt x="432" y="247"/>
                </a:cubicBezTo>
                <a:lnTo>
                  <a:pt x="432" y="247"/>
                </a:lnTo>
                <a:cubicBezTo>
                  <a:pt x="432" y="280"/>
                  <a:pt x="423" y="312"/>
                  <a:pt x="407" y="340"/>
                </a:cubicBezTo>
                <a:close/>
                <a:moveTo>
                  <a:pt x="422" y="72"/>
                </a:moveTo>
                <a:lnTo>
                  <a:pt x="422" y="72"/>
                </a:lnTo>
                <a:cubicBezTo>
                  <a:pt x="375" y="26"/>
                  <a:pt x="313" y="0"/>
                  <a:pt x="247" y="0"/>
                </a:cubicBezTo>
                <a:lnTo>
                  <a:pt x="247" y="0"/>
                </a:lnTo>
                <a:lnTo>
                  <a:pt x="247" y="0"/>
                </a:lnTo>
                <a:cubicBezTo>
                  <a:pt x="181" y="0"/>
                  <a:pt x="119" y="26"/>
                  <a:pt x="73" y="73"/>
                </a:cubicBezTo>
                <a:lnTo>
                  <a:pt x="73" y="73"/>
                </a:lnTo>
                <a:cubicBezTo>
                  <a:pt x="26" y="119"/>
                  <a:pt x="0" y="181"/>
                  <a:pt x="0" y="247"/>
                </a:cubicBezTo>
                <a:lnTo>
                  <a:pt x="0" y="247"/>
                </a:lnTo>
                <a:cubicBezTo>
                  <a:pt x="0" y="324"/>
                  <a:pt x="35" y="396"/>
                  <a:pt x="96" y="442"/>
                </a:cubicBezTo>
                <a:lnTo>
                  <a:pt x="96" y="442"/>
                </a:lnTo>
                <a:cubicBezTo>
                  <a:pt x="91" y="455"/>
                  <a:pt x="94" y="469"/>
                  <a:pt x="105" y="477"/>
                </a:cubicBezTo>
                <a:lnTo>
                  <a:pt x="165" y="529"/>
                </a:lnTo>
                <a:lnTo>
                  <a:pt x="136" y="561"/>
                </a:lnTo>
                <a:lnTo>
                  <a:pt x="136" y="561"/>
                </a:lnTo>
                <a:cubicBezTo>
                  <a:pt x="131" y="566"/>
                  <a:pt x="128" y="574"/>
                  <a:pt x="128" y="582"/>
                </a:cubicBezTo>
                <a:lnTo>
                  <a:pt x="128" y="636"/>
                </a:lnTo>
                <a:lnTo>
                  <a:pt x="128" y="636"/>
                </a:lnTo>
                <a:cubicBezTo>
                  <a:pt x="128" y="645"/>
                  <a:pt x="133" y="654"/>
                  <a:pt x="140" y="660"/>
                </a:cubicBezTo>
                <a:lnTo>
                  <a:pt x="181" y="693"/>
                </a:lnTo>
                <a:lnTo>
                  <a:pt x="139" y="729"/>
                </a:lnTo>
                <a:lnTo>
                  <a:pt x="139" y="729"/>
                </a:lnTo>
                <a:cubicBezTo>
                  <a:pt x="133" y="735"/>
                  <a:pt x="128" y="744"/>
                  <a:pt x="128" y="753"/>
                </a:cubicBezTo>
                <a:lnTo>
                  <a:pt x="128" y="753"/>
                </a:lnTo>
                <a:cubicBezTo>
                  <a:pt x="129" y="762"/>
                  <a:pt x="133" y="771"/>
                  <a:pt x="140" y="778"/>
                </a:cubicBezTo>
                <a:lnTo>
                  <a:pt x="175" y="808"/>
                </a:lnTo>
                <a:lnTo>
                  <a:pt x="139" y="842"/>
                </a:lnTo>
                <a:lnTo>
                  <a:pt x="139" y="842"/>
                </a:lnTo>
                <a:cubicBezTo>
                  <a:pt x="133" y="847"/>
                  <a:pt x="129" y="856"/>
                  <a:pt x="128" y="864"/>
                </a:cubicBezTo>
                <a:lnTo>
                  <a:pt x="128" y="864"/>
                </a:lnTo>
                <a:cubicBezTo>
                  <a:pt x="128" y="873"/>
                  <a:pt x="132" y="881"/>
                  <a:pt x="138" y="888"/>
                </a:cubicBezTo>
                <a:lnTo>
                  <a:pt x="225" y="973"/>
                </a:lnTo>
                <a:lnTo>
                  <a:pt x="225" y="973"/>
                </a:lnTo>
                <a:cubicBezTo>
                  <a:pt x="231" y="979"/>
                  <a:pt x="240" y="982"/>
                  <a:pt x="247" y="982"/>
                </a:cubicBezTo>
                <a:lnTo>
                  <a:pt x="248" y="982"/>
                </a:lnTo>
                <a:lnTo>
                  <a:pt x="248" y="982"/>
                </a:lnTo>
                <a:cubicBezTo>
                  <a:pt x="257" y="982"/>
                  <a:pt x="265" y="979"/>
                  <a:pt x="271" y="973"/>
                </a:cubicBezTo>
                <a:lnTo>
                  <a:pt x="353" y="887"/>
                </a:lnTo>
                <a:lnTo>
                  <a:pt x="353" y="887"/>
                </a:lnTo>
                <a:cubicBezTo>
                  <a:pt x="359" y="881"/>
                  <a:pt x="362" y="873"/>
                  <a:pt x="362" y="865"/>
                </a:cubicBezTo>
                <a:lnTo>
                  <a:pt x="362" y="505"/>
                </a:lnTo>
                <a:lnTo>
                  <a:pt x="389" y="480"/>
                </a:lnTo>
                <a:lnTo>
                  <a:pt x="389" y="480"/>
                </a:lnTo>
                <a:cubicBezTo>
                  <a:pt x="398" y="471"/>
                  <a:pt x="401" y="457"/>
                  <a:pt x="396" y="445"/>
                </a:cubicBezTo>
                <a:lnTo>
                  <a:pt x="396" y="445"/>
                </a:lnTo>
                <a:lnTo>
                  <a:pt x="396" y="445"/>
                </a:lnTo>
                <a:lnTo>
                  <a:pt x="396" y="445"/>
                </a:lnTo>
                <a:cubicBezTo>
                  <a:pt x="422" y="425"/>
                  <a:pt x="445" y="400"/>
                  <a:pt x="461" y="371"/>
                </a:cubicBezTo>
                <a:lnTo>
                  <a:pt x="461" y="371"/>
                </a:lnTo>
                <a:cubicBezTo>
                  <a:pt x="483" y="334"/>
                  <a:pt x="495" y="291"/>
                  <a:pt x="495" y="247"/>
                </a:cubicBezTo>
                <a:lnTo>
                  <a:pt x="495" y="247"/>
                </a:lnTo>
                <a:cubicBezTo>
                  <a:pt x="495" y="181"/>
                  <a:pt x="469" y="119"/>
                  <a:pt x="422" y="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5458552" y="9533234"/>
            <a:ext cx="158827" cy="158827"/>
          </a:xfrm>
          <a:custGeom>
            <a:rect b="b" l="l" r="r" t="t"/>
            <a:pathLst>
              <a:path extrusionOk="0" h="142" w="142">
                <a:moveTo>
                  <a:pt x="70" y="110"/>
                </a:moveTo>
                <a:lnTo>
                  <a:pt x="70" y="110"/>
                </a:lnTo>
                <a:cubicBezTo>
                  <a:pt x="49" y="110"/>
                  <a:pt x="31" y="92"/>
                  <a:pt x="31" y="70"/>
                </a:cubicBezTo>
                <a:lnTo>
                  <a:pt x="31" y="70"/>
                </a:lnTo>
                <a:cubicBezTo>
                  <a:pt x="31" y="49"/>
                  <a:pt x="49" y="31"/>
                  <a:pt x="70" y="31"/>
                </a:cubicBezTo>
                <a:lnTo>
                  <a:pt x="70" y="31"/>
                </a:lnTo>
                <a:cubicBezTo>
                  <a:pt x="93" y="31"/>
                  <a:pt x="110" y="49"/>
                  <a:pt x="110" y="70"/>
                </a:cubicBezTo>
                <a:lnTo>
                  <a:pt x="110" y="70"/>
                </a:lnTo>
                <a:cubicBezTo>
                  <a:pt x="110" y="92"/>
                  <a:pt x="93" y="110"/>
                  <a:pt x="70" y="110"/>
                </a:cubicBezTo>
                <a:close/>
                <a:moveTo>
                  <a:pt x="70" y="0"/>
                </a:moveTo>
                <a:lnTo>
                  <a:pt x="70" y="0"/>
                </a:lnTo>
                <a:cubicBezTo>
                  <a:pt x="31" y="0"/>
                  <a:pt x="0" y="31"/>
                  <a:pt x="0" y="70"/>
                </a:cubicBezTo>
                <a:lnTo>
                  <a:pt x="0" y="70"/>
                </a:lnTo>
                <a:cubicBezTo>
                  <a:pt x="0" y="110"/>
                  <a:pt x="31" y="141"/>
                  <a:pt x="70" y="141"/>
                </a:cubicBezTo>
                <a:lnTo>
                  <a:pt x="70" y="141"/>
                </a:lnTo>
                <a:cubicBezTo>
                  <a:pt x="110" y="141"/>
                  <a:pt x="141" y="110"/>
                  <a:pt x="141" y="70"/>
                </a:cubicBezTo>
                <a:lnTo>
                  <a:pt x="141" y="70"/>
                </a:lnTo>
                <a:cubicBezTo>
                  <a:pt x="141" y="31"/>
                  <a:pt x="110" y="0"/>
                  <a:pt x="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18189491" y="4713841"/>
            <a:ext cx="1017481" cy="1012519"/>
          </a:xfrm>
          <a:custGeom>
            <a:rect b="b" l="l" r="r" t="t"/>
            <a:pathLst>
              <a:path extrusionOk="0" h="899" w="904">
                <a:moveTo>
                  <a:pt x="769" y="839"/>
                </a:moveTo>
                <a:lnTo>
                  <a:pt x="769" y="839"/>
                </a:lnTo>
                <a:cubicBezTo>
                  <a:pt x="728" y="839"/>
                  <a:pt x="694" y="805"/>
                  <a:pt x="694" y="763"/>
                </a:cubicBezTo>
                <a:lnTo>
                  <a:pt x="694" y="763"/>
                </a:lnTo>
                <a:cubicBezTo>
                  <a:pt x="694" y="722"/>
                  <a:pt x="728" y="689"/>
                  <a:pt x="769" y="689"/>
                </a:cubicBezTo>
                <a:lnTo>
                  <a:pt x="769" y="689"/>
                </a:lnTo>
                <a:cubicBezTo>
                  <a:pt x="811" y="689"/>
                  <a:pt x="844" y="722"/>
                  <a:pt x="844" y="763"/>
                </a:cubicBezTo>
                <a:lnTo>
                  <a:pt x="844" y="763"/>
                </a:lnTo>
                <a:cubicBezTo>
                  <a:pt x="844" y="805"/>
                  <a:pt x="811" y="839"/>
                  <a:pt x="769" y="839"/>
                </a:cubicBezTo>
                <a:close/>
                <a:moveTo>
                  <a:pt x="134" y="521"/>
                </a:moveTo>
                <a:lnTo>
                  <a:pt x="134" y="521"/>
                </a:lnTo>
                <a:cubicBezTo>
                  <a:pt x="93" y="521"/>
                  <a:pt x="59" y="488"/>
                  <a:pt x="59" y="446"/>
                </a:cubicBezTo>
                <a:lnTo>
                  <a:pt x="59" y="446"/>
                </a:lnTo>
                <a:cubicBezTo>
                  <a:pt x="59" y="405"/>
                  <a:pt x="93" y="371"/>
                  <a:pt x="134" y="371"/>
                </a:cubicBezTo>
                <a:lnTo>
                  <a:pt x="134" y="371"/>
                </a:lnTo>
                <a:cubicBezTo>
                  <a:pt x="175" y="371"/>
                  <a:pt x="209" y="405"/>
                  <a:pt x="209" y="446"/>
                </a:cubicBezTo>
                <a:lnTo>
                  <a:pt x="209" y="446"/>
                </a:lnTo>
                <a:cubicBezTo>
                  <a:pt x="209" y="488"/>
                  <a:pt x="175" y="521"/>
                  <a:pt x="134" y="521"/>
                </a:cubicBezTo>
                <a:close/>
                <a:moveTo>
                  <a:pt x="769" y="59"/>
                </a:moveTo>
                <a:lnTo>
                  <a:pt x="769" y="59"/>
                </a:lnTo>
                <a:cubicBezTo>
                  <a:pt x="811" y="59"/>
                  <a:pt x="844" y="93"/>
                  <a:pt x="844" y="134"/>
                </a:cubicBezTo>
                <a:lnTo>
                  <a:pt x="844" y="134"/>
                </a:lnTo>
                <a:cubicBezTo>
                  <a:pt x="844" y="175"/>
                  <a:pt x="811" y="209"/>
                  <a:pt x="769" y="209"/>
                </a:cubicBezTo>
                <a:lnTo>
                  <a:pt x="769" y="209"/>
                </a:lnTo>
                <a:cubicBezTo>
                  <a:pt x="728" y="209"/>
                  <a:pt x="694" y="175"/>
                  <a:pt x="694" y="134"/>
                </a:cubicBezTo>
                <a:lnTo>
                  <a:pt x="694" y="134"/>
                </a:lnTo>
                <a:cubicBezTo>
                  <a:pt x="694" y="93"/>
                  <a:pt x="728" y="59"/>
                  <a:pt x="769" y="59"/>
                </a:cubicBezTo>
                <a:close/>
                <a:moveTo>
                  <a:pt x="769" y="630"/>
                </a:moveTo>
                <a:lnTo>
                  <a:pt x="769" y="630"/>
                </a:lnTo>
                <a:cubicBezTo>
                  <a:pt x="743" y="630"/>
                  <a:pt x="719" y="637"/>
                  <a:pt x="699" y="649"/>
                </a:cubicBezTo>
                <a:lnTo>
                  <a:pt x="317" y="447"/>
                </a:lnTo>
                <a:lnTo>
                  <a:pt x="704" y="251"/>
                </a:lnTo>
                <a:lnTo>
                  <a:pt x="704" y="251"/>
                </a:lnTo>
                <a:cubicBezTo>
                  <a:pt x="723" y="261"/>
                  <a:pt x="745" y="268"/>
                  <a:pt x="769" y="268"/>
                </a:cubicBezTo>
                <a:lnTo>
                  <a:pt x="769" y="268"/>
                </a:lnTo>
                <a:cubicBezTo>
                  <a:pt x="843" y="268"/>
                  <a:pt x="903" y="208"/>
                  <a:pt x="903" y="134"/>
                </a:cubicBezTo>
                <a:lnTo>
                  <a:pt x="903" y="134"/>
                </a:lnTo>
                <a:cubicBezTo>
                  <a:pt x="903" y="60"/>
                  <a:pt x="843" y="0"/>
                  <a:pt x="769" y="0"/>
                </a:cubicBezTo>
                <a:lnTo>
                  <a:pt x="769" y="0"/>
                </a:lnTo>
                <a:cubicBezTo>
                  <a:pt x="695" y="0"/>
                  <a:pt x="635" y="60"/>
                  <a:pt x="635" y="134"/>
                </a:cubicBezTo>
                <a:lnTo>
                  <a:pt x="635" y="134"/>
                </a:lnTo>
                <a:cubicBezTo>
                  <a:pt x="635" y="161"/>
                  <a:pt x="644" y="187"/>
                  <a:pt x="658" y="208"/>
                </a:cubicBezTo>
                <a:lnTo>
                  <a:pt x="263" y="409"/>
                </a:lnTo>
                <a:lnTo>
                  <a:pt x="263" y="409"/>
                </a:lnTo>
                <a:cubicBezTo>
                  <a:pt x="246" y="353"/>
                  <a:pt x="195" y="313"/>
                  <a:pt x="134" y="313"/>
                </a:cubicBezTo>
                <a:lnTo>
                  <a:pt x="134" y="313"/>
                </a:lnTo>
                <a:cubicBezTo>
                  <a:pt x="60" y="313"/>
                  <a:pt x="0" y="373"/>
                  <a:pt x="0" y="446"/>
                </a:cubicBezTo>
                <a:lnTo>
                  <a:pt x="0" y="446"/>
                </a:lnTo>
                <a:cubicBezTo>
                  <a:pt x="0" y="520"/>
                  <a:pt x="60" y="580"/>
                  <a:pt x="134" y="580"/>
                </a:cubicBezTo>
                <a:lnTo>
                  <a:pt x="134" y="580"/>
                </a:lnTo>
                <a:cubicBezTo>
                  <a:pt x="195" y="580"/>
                  <a:pt x="246" y="540"/>
                  <a:pt x="263" y="485"/>
                </a:cubicBezTo>
                <a:lnTo>
                  <a:pt x="655" y="693"/>
                </a:lnTo>
                <a:lnTo>
                  <a:pt x="655" y="693"/>
                </a:lnTo>
                <a:cubicBezTo>
                  <a:pt x="642" y="714"/>
                  <a:pt x="635" y="738"/>
                  <a:pt x="635" y="763"/>
                </a:cubicBezTo>
                <a:lnTo>
                  <a:pt x="635" y="763"/>
                </a:lnTo>
                <a:cubicBezTo>
                  <a:pt x="635" y="837"/>
                  <a:pt x="695" y="898"/>
                  <a:pt x="769" y="898"/>
                </a:cubicBezTo>
                <a:lnTo>
                  <a:pt x="769" y="898"/>
                </a:lnTo>
                <a:cubicBezTo>
                  <a:pt x="843" y="898"/>
                  <a:pt x="903" y="837"/>
                  <a:pt x="903" y="763"/>
                </a:cubicBezTo>
                <a:lnTo>
                  <a:pt x="903" y="763"/>
                </a:lnTo>
                <a:cubicBezTo>
                  <a:pt x="903" y="690"/>
                  <a:pt x="843" y="630"/>
                  <a:pt x="769" y="6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18487291" y="9438930"/>
            <a:ext cx="739534" cy="1116750"/>
          </a:xfrm>
          <a:custGeom>
            <a:rect b="b" l="l" r="r" t="t"/>
            <a:pathLst>
              <a:path extrusionOk="0" h="993" w="657">
                <a:moveTo>
                  <a:pt x="591" y="893"/>
                </a:moveTo>
                <a:lnTo>
                  <a:pt x="591" y="893"/>
                </a:lnTo>
                <a:cubicBezTo>
                  <a:pt x="591" y="912"/>
                  <a:pt x="576" y="927"/>
                  <a:pt x="557" y="927"/>
                </a:cubicBezTo>
                <a:lnTo>
                  <a:pt x="99" y="927"/>
                </a:lnTo>
                <a:lnTo>
                  <a:pt x="99" y="927"/>
                </a:lnTo>
                <a:cubicBezTo>
                  <a:pt x="79" y="927"/>
                  <a:pt x="64" y="912"/>
                  <a:pt x="64" y="893"/>
                </a:cubicBezTo>
                <a:lnTo>
                  <a:pt x="64" y="99"/>
                </a:lnTo>
                <a:lnTo>
                  <a:pt x="64" y="99"/>
                </a:lnTo>
                <a:cubicBezTo>
                  <a:pt x="64" y="80"/>
                  <a:pt x="79" y="65"/>
                  <a:pt x="99" y="65"/>
                </a:cubicBezTo>
                <a:lnTo>
                  <a:pt x="557" y="65"/>
                </a:lnTo>
                <a:lnTo>
                  <a:pt x="557" y="65"/>
                </a:lnTo>
                <a:cubicBezTo>
                  <a:pt x="576" y="65"/>
                  <a:pt x="591" y="80"/>
                  <a:pt x="591" y="99"/>
                </a:cubicBezTo>
                <a:lnTo>
                  <a:pt x="591" y="893"/>
                </a:lnTo>
                <a:close/>
                <a:moveTo>
                  <a:pt x="557" y="0"/>
                </a:moveTo>
                <a:lnTo>
                  <a:pt x="99" y="0"/>
                </a:lnTo>
                <a:lnTo>
                  <a:pt x="99" y="0"/>
                </a:lnTo>
                <a:cubicBezTo>
                  <a:pt x="44" y="0"/>
                  <a:pt x="0" y="45"/>
                  <a:pt x="0" y="99"/>
                </a:cubicBezTo>
                <a:lnTo>
                  <a:pt x="0" y="893"/>
                </a:lnTo>
                <a:lnTo>
                  <a:pt x="0" y="893"/>
                </a:lnTo>
                <a:cubicBezTo>
                  <a:pt x="0" y="947"/>
                  <a:pt x="44" y="992"/>
                  <a:pt x="99" y="992"/>
                </a:cubicBezTo>
                <a:lnTo>
                  <a:pt x="557" y="992"/>
                </a:lnTo>
                <a:lnTo>
                  <a:pt x="557" y="992"/>
                </a:lnTo>
                <a:cubicBezTo>
                  <a:pt x="612" y="992"/>
                  <a:pt x="656" y="947"/>
                  <a:pt x="656" y="893"/>
                </a:cubicBezTo>
                <a:lnTo>
                  <a:pt x="656" y="99"/>
                </a:lnTo>
                <a:lnTo>
                  <a:pt x="656" y="99"/>
                </a:lnTo>
                <a:cubicBezTo>
                  <a:pt x="656" y="45"/>
                  <a:pt x="612" y="0"/>
                  <a:pt x="5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18963770" y="10347220"/>
            <a:ext cx="84375" cy="84375"/>
          </a:xfrm>
          <a:custGeom>
            <a:rect b="b" l="l" r="r" t="t"/>
            <a:pathLst>
              <a:path extrusionOk="0" h="76" w="75">
                <a:moveTo>
                  <a:pt x="37" y="0"/>
                </a:moveTo>
                <a:lnTo>
                  <a:pt x="37" y="0"/>
                </a:lnTo>
                <a:cubicBezTo>
                  <a:pt x="16" y="0"/>
                  <a:pt x="0" y="17"/>
                  <a:pt x="0" y="37"/>
                </a:cubicBezTo>
                <a:lnTo>
                  <a:pt x="0" y="37"/>
                </a:lnTo>
                <a:cubicBezTo>
                  <a:pt x="0" y="58"/>
                  <a:pt x="16" y="75"/>
                  <a:pt x="37" y="75"/>
                </a:cubicBezTo>
                <a:lnTo>
                  <a:pt x="37" y="75"/>
                </a:lnTo>
                <a:cubicBezTo>
                  <a:pt x="58" y="75"/>
                  <a:pt x="74" y="58"/>
                  <a:pt x="74" y="37"/>
                </a:cubicBezTo>
                <a:lnTo>
                  <a:pt x="74" y="37"/>
                </a:lnTo>
                <a:cubicBezTo>
                  <a:pt x="74" y="17"/>
                  <a:pt x="58" y="0"/>
                  <a:pt x="37" y="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18656044" y="10352182"/>
            <a:ext cx="272981" cy="74451"/>
          </a:xfrm>
          <a:custGeom>
            <a:rect b="b" l="l" r="r" t="t"/>
            <a:pathLst>
              <a:path extrusionOk="0" h="65" w="241">
                <a:moveTo>
                  <a:pt x="208" y="0"/>
                </a:moveTo>
                <a:lnTo>
                  <a:pt x="32" y="0"/>
                </a:lnTo>
                <a:lnTo>
                  <a:pt x="32" y="0"/>
                </a:lnTo>
                <a:cubicBezTo>
                  <a:pt x="15" y="0"/>
                  <a:pt x="0" y="15"/>
                  <a:pt x="0" y="32"/>
                </a:cubicBezTo>
                <a:lnTo>
                  <a:pt x="0" y="32"/>
                </a:lnTo>
                <a:cubicBezTo>
                  <a:pt x="0" y="51"/>
                  <a:pt x="15" y="64"/>
                  <a:pt x="32" y="64"/>
                </a:cubicBezTo>
                <a:lnTo>
                  <a:pt x="208" y="64"/>
                </a:lnTo>
                <a:lnTo>
                  <a:pt x="208" y="64"/>
                </a:lnTo>
                <a:cubicBezTo>
                  <a:pt x="226" y="64"/>
                  <a:pt x="240" y="51"/>
                  <a:pt x="240" y="32"/>
                </a:cubicBezTo>
                <a:lnTo>
                  <a:pt x="240" y="32"/>
                </a:lnTo>
                <a:cubicBezTo>
                  <a:pt x="240" y="15"/>
                  <a:pt x="226" y="0"/>
                  <a:pt x="208" y="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18606411" y="9558049"/>
            <a:ext cx="496333" cy="248166"/>
          </a:xfrm>
          <a:custGeom>
            <a:rect b="b" l="l" r="r" t="t"/>
            <a:pathLst>
              <a:path extrusionOk="0" h="219" w="439">
                <a:moveTo>
                  <a:pt x="45" y="32"/>
                </a:moveTo>
                <a:lnTo>
                  <a:pt x="393" y="32"/>
                </a:lnTo>
                <a:lnTo>
                  <a:pt x="393" y="32"/>
                </a:lnTo>
                <a:cubicBezTo>
                  <a:pt x="400" y="32"/>
                  <a:pt x="405" y="38"/>
                  <a:pt x="405" y="45"/>
                </a:cubicBezTo>
                <a:lnTo>
                  <a:pt x="405" y="173"/>
                </a:lnTo>
                <a:lnTo>
                  <a:pt x="405" y="173"/>
                </a:lnTo>
                <a:cubicBezTo>
                  <a:pt x="405" y="180"/>
                  <a:pt x="400" y="186"/>
                  <a:pt x="393" y="186"/>
                </a:cubicBezTo>
                <a:lnTo>
                  <a:pt x="45" y="186"/>
                </a:lnTo>
                <a:lnTo>
                  <a:pt x="45" y="186"/>
                </a:lnTo>
                <a:cubicBezTo>
                  <a:pt x="38" y="186"/>
                  <a:pt x="32" y="180"/>
                  <a:pt x="32" y="173"/>
                </a:cubicBezTo>
                <a:lnTo>
                  <a:pt x="32" y="45"/>
                </a:lnTo>
                <a:lnTo>
                  <a:pt x="32" y="45"/>
                </a:lnTo>
                <a:cubicBezTo>
                  <a:pt x="32" y="38"/>
                  <a:pt x="38" y="32"/>
                  <a:pt x="45" y="32"/>
                </a:cubicBezTo>
                <a:close/>
                <a:moveTo>
                  <a:pt x="13" y="218"/>
                </a:moveTo>
                <a:lnTo>
                  <a:pt x="425" y="218"/>
                </a:lnTo>
                <a:lnTo>
                  <a:pt x="425" y="218"/>
                </a:lnTo>
                <a:cubicBezTo>
                  <a:pt x="432" y="218"/>
                  <a:pt x="438" y="212"/>
                  <a:pt x="438" y="205"/>
                </a:cubicBezTo>
                <a:lnTo>
                  <a:pt x="438" y="13"/>
                </a:lnTo>
                <a:lnTo>
                  <a:pt x="438" y="13"/>
                </a:lnTo>
                <a:cubicBezTo>
                  <a:pt x="438" y="6"/>
                  <a:pt x="432" y="0"/>
                  <a:pt x="425" y="0"/>
                </a:cubicBezTo>
                <a:lnTo>
                  <a:pt x="13" y="0"/>
                </a:lnTo>
                <a:lnTo>
                  <a:pt x="13" y="0"/>
                </a:lnTo>
                <a:cubicBezTo>
                  <a:pt x="6" y="0"/>
                  <a:pt x="0" y="6"/>
                  <a:pt x="0" y="13"/>
                </a:cubicBezTo>
                <a:lnTo>
                  <a:pt x="0" y="205"/>
                </a:lnTo>
                <a:lnTo>
                  <a:pt x="0" y="205"/>
                </a:lnTo>
                <a:cubicBezTo>
                  <a:pt x="0" y="212"/>
                  <a:pt x="6" y="218"/>
                  <a:pt x="13" y="21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18963770" y="10153649"/>
            <a:ext cx="84375" cy="84378"/>
          </a:xfrm>
          <a:custGeom>
            <a:rect b="b" l="l" r="r" t="t"/>
            <a:pathLst>
              <a:path extrusionOk="0" h="76" w="75">
                <a:moveTo>
                  <a:pt x="37" y="0"/>
                </a:moveTo>
                <a:lnTo>
                  <a:pt x="37" y="0"/>
                </a:lnTo>
                <a:cubicBezTo>
                  <a:pt x="16" y="0"/>
                  <a:pt x="0" y="16"/>
                  <a:pt x="0" y="37"/>
                </a:cubicBezTo>
                <a:lnTo>
                  <a:pt x="0" y="37"/>
                </a:lnTo>
                <a:cubicBezTo>
                  <a:pt x="0" y="58"/>
                  <a:pt x="16" y="75"/>
                  <a:pt x="37" y="75"/>
                </a:cubicBezTo>
                <a:lnTo>
                  <a:pt x="37" y="75"/>
                </a:lnTo>
                <a:cubicBezTo>
                  <a:pt x="58" y="75"/>
                  <a:pt x="74" y="58"/>
                  <a:pt x="74" y="37"/>
                </a:cubicBezTo>
                <a:lnTo>
                  <a:pt x="74" y="37"/>
                </a:lnTo>
                <a:cubicBezTo>
                  <a:pt x="74" y="16"/>
                  <a:pt x="58" y="0"/>
                  <a:pt x="37" y="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18968731" y="10019641"/>
            <a:ext cx="84378" cy="84375"/>
          </a:xfrm>
          <a:custGeom>
            <a:rect b="b" l="l" r="r" t="t"/>
            <a:pathLst>
              <a:path extrusionOk="0" h="76" w="76">
                <a:moveTo>
                  <a:pt x="37" y="0"/>
                </a:moveTo>
                <a:lnTo>
                  <a:pt x="37" y="0"/>
                </a:lnTo>
                <a:cubicBezTo>
                  <a:pt x="17" y="0"/>
                  <a:pt x="0" y="17"/>
                  <a:pt x="0" y="37"/>
                </a:cubicBezTo>
                <a:lnTo>
                  <a:pt x="0" y="37"/>
                </a:lnTo>
                <a:cubicBezTo>
                  <a:pt x="0" y="58"/>
                  <a:pt x="17" y="75"/>
                  <a:pt x="37" y="75"/>
                </a:cubicBezTo>
                <a:lnTo>
                  <a:pt x="37" y="75"/>
                </a:lnTo>
                <a:cubicBezTo>
                  <a:pt x="58" y="75"/>
                  <a:pt x="75" y="58"/>
                  <a:pt x="75" y="37"/>
                </a:cubicBezTo>
                <a:lnTo>
                  <a:pt x="75" y="37"/>
                </a:lnTo>
                <a:cubicBezTo>
                  <a:pt x="75" y="17"/>
                  <a:pt x="58" y="0"/>
                  <a:pt x="37" y="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18809905" y="10019641"/>
            <a:ext cx="84378" cy="84375"/>
          </a:xfrm>
          <a:custGeom>
            <a:rect b="b" l="l" r="r" t="t"/>
            <a:pathLst>
              <a:path extrusionOk="0" h="76" w="76">
                <a:moveTo>
                  <a:pt x="38" y="75"/>
                </a:moveTo>
                <a:lnTo>
                  <a:pt x="38" y="75"/>
                </a:lnTo>
                <a:cubicBezTo>
                  <a:pt x="59" y="75"/>
                  <a:pt x="75" y="58"/>
                  <a:pt x="75" y="37"/>
                </a:cubicBezTo>
                <a:lnTo>
                  <a:pt x="75" y="37"/>
                </a:lnTo>
                <a:cubicBezTo>
                  <a:pt x="75" y="17"/>
                  <a:pt x="59" y="0"/>
                  <a:pt x="38" y="0"/>
                </a:cubicBezTo>
                <a:lnTo>
                  <a:pt x="38" y="0"/>
                </a:lnTo>
                <a:cubicBezTo>
                  <a:pt x="18" y="0"/>
                  <a:pt x="0" y="17"/>
                  <a:pt x="0" y="37"/>
                </a:cubicBezTo>
                <a:lnTo>
                  <a:pt x="0" y="37"/>
                </a:lnTo>
                <a:cubicBezTo>
                  <a:pt x="0" y="58"/>
                  <a:pt x="18" y="75"/>
                  <a:pt x="38" y="75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18651080" y="10019641"/>
            <a:ext cx="84378" cy="84375"/>
          </a:xfrm>
          <a:custGeom>
            <a:rect b="b" l="l" r="r" t="t"/>
            <a:pathLst>
              <a:path extrusionOk="0" h="76" w="76">
                <a:moveTo>
                  <a:pt x="37" y="75"/>
                </a:moveTo>
                <a:lnTo>
                  <a:pt x="37" y="75"/>
                </a:lnTo>
                <a:cubicBezTo>
                  <a:pt x="58" y="75"/>
                  <a:pt x="75" y="58"/>
                  <a:pt x="75" y="37"/>
                </a:cubicBezTo>
                <a:lnTo>
                  <a:pt x="75" y="37"/>
                </a:lnTo>
                <a:cubicBezTo>
                  <a:pt x="75" y="17"/>
                  <a:pt x="58" y="0"/>
                  <a:pt x="37" y="0"/>
                </a:cubicBezTo>
                <a:lnTo>
                  <a:pt x="37" y="0"/>
                </a:lnTo>
                <a:cubicBezTo>
                  <a:pt x="17" y="0"/>
                  <a:pt x="0" y="17"/>
                  <a:pt x="0" y="37"/>
                </a:cubicBezTo>
                <a:lnTo>
                  <a:pt x="0" y="37"/>
                </a:lnTo>
                <a:cubicBezTo>
                  <a:pt x="0" y="58"/>
                  <a:pt x="17" y="75"/>
                  <a:pt x="37" y="75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18809905" y="10153649"/>
            <a:ext cx="84378" cy="84378"/>
          </a:xfrm>
          <a:custGeom>
            <a:rect b="b" l="l" r="r" t="t"/>
            <a:pathLst>
              <a:path extrusionOk="0" h="76" w="76">
                <a:moveTo>
                  <a:pt x="38" y="75"/>
                </a:moveTo>
                <a:lnTo>
                  <a:pt x="38" y="75"/>
                </a:lnTo>
                <a:cubicBezTo>
                  <a:pt x="59" y="75"/>
                  <a:pt x="75" y="58"/>
                  <a:pt x="75" y="37"/>
                </a:cubicBezTo>
                <a:lnTo>
                  <a:pt x="75" y="37"/>
                </a:lnTo>
                <a:cubicBezTo>
                  <a:pt x="75" y="16"/>
                  <a:pt x="59" y="0"/>
                  <a:pt x="38" y="0"/>
                </a:cubicBezTo>
                <a:lnTo>
                  <a:pt x="38" y="0"/>
                </a:lnTo>
                <a:cubicBezTo>
                  <a:pt x="18" y="0"/>
                  <a:pt x="0" y="16"/>
                  <a:pt x="0" y="37"/>
                </a:cubicBezTo>
                <a:lnTo>
                  <a:pt x="0" y="37"/>
                </a:lnTo>
                <a:cubicBezTo>
                  <a:pt x="0" y="58"/>
                  <a:pt x="18" y="75"/>
                  <a:pt x="38" y="75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18651080" y="10153649"/>
            <a:ext cx="84378" cy="84378"/>
          </a:xfrm>
          <a:custGeom>
            <a:rect b="b" l="l" r="r" t="t"/>
            <a:pathLst>
              <a:path extrusionOk="0" h="76" w="76">
                <a:moveTo>
                  <a:pt x="37" y="75"/>
                </a:moveTo>
                <a:lnTo>
                  <a:pt x="37" y="75"/>
                </a:lnTo>
                <a:cubicBezTo>
                  <a:pt x="58" y="75"/>
                  <a:pt x="75" y="58"/>
                  <a:pt x="75" y="37"/>
                </a:cubicBezTo>
                <a:lnTo>
                  <a:pt x="75" y="37"/>
                </a:lnTo>
                <a:cubicBezTo>
                  <a:pt x="75" y="16"/>
                  <a:pt x="58" y="0"/>
                  <a:pt x="37" y="0"/>
                </a:cubicBezTo>
                <a:lnTo>
                  <a:pt x="37" y="0"/>
                </a:lnTo>
                <a:cubicBezTo>
                  <a:pt x="17" y="0"/>
                  <a:pt x="0" y="16"/>
                  <a:pt x="0" y="37"/>
                </a:cubicBezTo>
                <a:lnTo>
                  <a:pt x="0" y="37"/>
                </a:lnTo>
                <a:cubicBezTo>
                  <a:pt x="0" y="58"/>
                  <a:pt x="17" y="75"/>
                  <a:pt x="37" y="75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18968731" y="9890594"/>
            <a:ext cx="84378" cy="84375"/>
          </a:xfrm>
          <a:custGeom>
            <a:rect b="b" l="l" r="r" t="t"/>
            <a:pathLst>
              <a:path extrusionOk="0" h="76" w="76">
                <a:moveTo>
                  <a:pt x="37" y="0"/>
                </a:moveTo>
                <a:lnTo>
                  <a:pt x="37" y="0"/>
                </a:lnTo>
                <a:cubicBezTo>
                  <a:pt x="17" y="0"/>
                  <a:pt x="0" y="17"/>
                  <a:pt x="0" y="37"/>
                </a:cubicBezTo>
                <a:lnTo>
                  <a:pt x="0" y="37"/>
                </a:lnTo>
                <a:cubicBezTo>
                  <a:pt x="0" y="58"/>
                  <a:pt x="17" y="75"/>
                  <a:pt x="37" y="75"/>
                </a:cubicBezTo>
                <a:lnTo>
                  <a:pt x="37" y="75"/>
                </a:lnTo>
                <a:cubicBezTo>
                  <a:pt x="58" y="75"/>
                  <a:pt x="75" y="58"/>
                  <a:pt x="75" y="37"/>
                </a:cubicBezTo>
                <a:lnTo>
                  <a:pt x="75" y="37"/>
                </a:lnTo>
                <a:cubicBezTo>
                  <a:pt x="75" y="17"/>
                  <a:pt x="58" y="0"/>
                  <a:pt x="37" y="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18809905" y="9890594"/>
            <a:ext cx="84378" cy="84375"/>
          </a:xfrm>
          <a:custGeom>
            <a:rect b="b" l="l" r="r" t="t"/>
            <a:pathLst>
              <a:path extrusionOk="0" h="76" w="76">
                <a:moveTo>
                  <a:pt x="38" y="75"/>
                </a:moveTo>
                <a:lnTo>
                  <a:pt x="38" y="75"/>
                </a:lnTo>
                <a:cubicBezTo>
                  <a:pt x="59" y="75"/>
                  <a:pt x="75" y="58"/>
                  <a:pt x="75" y="37"/>
                </a:cubicBezTo>
                <a:lnTo>
                  <a:pt x="75" y="37"/>
                </a:lnTo>
                <a:cubicBezTo>
                  <a:pt x="75" y="17"/>
                  <a:pt x="59" y="0"/>
                  <a:pt x="38" y="0"/>
                </a:cubicBezTo>
                <a:lnTo>
                  <a:pt x="38" y="0"/>
                </a:lnTo>
                <a:cubicBezTo>
                  <a:pt x="18" y="0"/>
                  <a:pt x="0" y="17"/>
                  <a:pt x="0" y="37"/>
                </a:cubicBezTo>
                <a:lnTo>
                  <a:pt x="0" y="37"/>
                </a:lnTo>
                <a:cubicBezTo>
                  <a:pt x="0" y="58"/>
                  <a:pt x="18" y="75"/>
                  <a:pt x="38" y="75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18651080" y="9890594"/>
            <a:ext cx="84378" cy="84375"/>
          </a:xfrm>
          <a:custGeom>
            <a:rect b="b" l="l" r="r" t="t"/>
            <a:pathLst>
              <a:path extrusionOk="0" h="76" w="76">
                <a:moveTo>
                  <a:pt x="37" y="75"/>
                </a:moveTo>
                <a:lnTo>
                  <a:pt x="37" y="75"/>
                </a:lnTo>
                <a:cubicBezTo>
                  <a:pt x="58" y="75"/>
                  <a:pt x="75" y="58"/>
                  <a:pt x="75" y="37"/>
                </a:cubicBezTo>
                <a:lnTo>
                  <a:pt x="75" y="37"/>
                </a:lnTo>
                <a:cubicBezTo>
                  <a:pt x="75" y="17"/>
                  <a:pt x="58" y="0"/>
                  <a:pt x="37" y="0"/>
                </a:cubicBezTo>
                <a:lnTo>
                  <a:pt x="37" y="0"/>
                </a:lnTo>
                <a:cubicBezTo>
                  <a:pt x="17" y="0"/>
                  <a:pt x="0" y="17"/>
                  <a:pt x="0" y="37"/>
                </a:cubicBezTo>
                <a:lnTo>
                  <a:pt x="0" y="37"/>
                </a:lnTo>
                <a:cubicBezTo>
                  <a:pt x="0" y="58"/>
                  <a:pt x="17" y="75"/>
                  <a:pt x="37" y="75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 txBox="1"/>
          <p:nvPr/>
        </p:nvSpPr>
        <p:spPr>
          <a:xfrm>
            <a:off x="8316611" y="627137"/>
            <a:ext cx="774442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Startup Diagram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2451398" y="2142562"/>
            <a:ext cx="1947485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Marketers must link the price to the real and perceived value of the product, but they also must take into account supply costs, seasonal discounts, and prices used by competitors.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4642734" y="6780815"/>
            <a:ext cx="188370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Title One</a:t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3984655" y="7271374"/>
            <a:ext cx="315394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205" name="Google Shape;205;p4"/>
          <p:cNvSpPr txBox="1"/>
          <p:nvPr/>
        </p:nvSpPr>
        <p:spPr>
          <a:xfrm>
            <a:off x="4424045" y="11286185"/>
            <a:ext cx="224995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Title Three</a:t>
            </a:r>
            <a:endParaRPr b="1"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3979954" y="11773447"/>
            <a:ext cx="315394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207" name="Google Shape;207;p4"/>
          <p:cNvSpPr txBox="1"/>
          <p:nvPr/>
        </p:nvSpPr>
        <p:spPr>
          <a:xfrm>
            <a:off x="17875861" y="6795802"/>
            <a:ext cx="19675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Title Two</a:t>
            </a:r>
            <a:endParaRPr b="1"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17272641" y="7285206"/>
            <a:ext cx="315394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209" name="Google Shape;209;p4"/>
          <p:cNvSpPr txBox="1"/>
          <p:nvPr/>
        </p:nvSpPr>
        <p:spPr>
          <a:xfrm>
            <a:off x="17899311" y="11299418"/>
            <a:ext cx="19675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Title Four</a:t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17296091" y="11788822"/>
            <a:ext cx="315394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"/>
          <p:cNvSpPr/>
          <p:nvPr/>
        </p:nvSpPr>
        <p:spPr>
          <a:xfrm>
            <a:off x="3186907" y="11296326"/>
            <a:ext cx="10851425" cy="1498275"/>
          </a:xfrm>
          <a:custGeom>
            <a:rect b="b" l="l" r="r" t="t"/>
            <a:pathLst>
              <a:path extrusionOk="0" h="1347" w="9743">
                <a:moveTo>
                  <a:pt x="9532" y="1346"/>
                </a:moveTo>
                <a:lnTo>
                  <a:pt x="211" y="1346"/>
                </a:lnTo>
                <a:lnTo>
                  <a:pt x="211" y="1346"/>
                </a:lnTo>
                <a:cubicBezTo>
                  <a:pt x="94" y="1346"/>
                  <a:pt x="0" y="1251"/>
                  <a:pt x="0" y="1135"/>
                </a:cubicBezTo>
                <a:lnTo>
                  <a:pt x="0" y="210"/>
                </a:lnTo>
                <a:lnTo>
                  <a:pt x="0" y="210"/>
                </a:lnTo>
                <a:cubicBezTo>
                  <a:pt x="0" y="94"/>
                  <a:pt x="94" y="0"/>
                  <a:pt x="211" y="0"/>
                </a:cubicBezTo>
                <a:lnTo>
                  <a:pt x="9532" y="0"/>
                </a:lnTo>
                <a:lnTo>
                  <a:pt x="9532" y="0"/>
                </a:lnTo>
                <a:cubicBezTo>
                  <a:pt x="9648" y="0"/>
                  <a:pt x="9742" y="94"/>
                  <a:pt x="9742" y="210"/>
                </a:cubicBezTo>
                <a:lnTo>
                  <a:pt x="9742" y="1135"/>
                </a:lnTo>
                <a:lnTo>
                  <a:pt x="9742" y="1135"/>
                </a:lnTo>
                <a:cubicBezTo>
                  <a:pt x="9742" y="1251"/>
                  <a:pt x="9648" y="1346"/>
                  <a:pt x="9532" y="1346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3466911" y="9798055"/>
            <a:ext cx="10286504" cy="1498271"/>
          </a:xfrm>
          <a:custGeom>
            <a:rect b="b" l="l" r="r" t="t"/>
            <a:pathLst>
              <a:path extrusionOk="0" h="1347" w="9235">
                <a:moveTo>
                  <a:pt x="9024" y="1346"/>
                </a:moveTo>
                <a:lnTo>
                  <a:pt x="210" y="1346"/>
                </a:lnTo>
                <a:lnTo>
                  <a:pt x="210" y="1346"/>
                </a:lnTo>
                <a:cubicBezTo>
                  <a:pt x="94" y="1346"/>
                  <a:pt x="0" y="1252"/>
                  <a:pt x="0" y="1136"/>
                </a:cubicBezTo>
                <a:lnTo>
                  <a:pt x="0" y="211"/>
                </a:lnTo>
                <a:lnTo>
                  <a:pt x="0" y="211"/>
                </a:lnTo>
                <a:cubicBezTo>
                  <a:pt x="0" y="95"/>
                  <a:pt x="94" y="0"/>
                  <a:pt x="210" y="0"/>
                </a:cubicBezTo>
                <a:lnTo>
                  <a:pt x="9024" y="0"/>
                </a:lnTo>
                <a:lnTo>
                  <a:pt x="9024" y="0"/>
                </a:lnTo>
                <a:cubicBezTo>
                  <a:pt x="9140" y="0"/>
                  <a:pt x="9234" y="95"/>
                  <a:pt x="9234" y="211"/>
                </a:cubicBezTo>
                <a:lnTo>
                  <a:pt x="9234" y="1136"/>
                </a:lnTo>
                <a:lnTo>
                  <a:pt x="9234" y="1136"/>
                </a:lnTo>
                <a:cubicBezTo>
                  <a:pt x="9234" y="1252"/>
                  <a:pt x="9140" y="1346"/>
                  <a:pt x="9024" y="1346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3717443" y="8299780"/>
            <a:ext cx="9790353" cy="1498275"/>
          </a:xfrm>
          <a:custGeom>
            <a:rect b="b" l="l" r="r" t="t"/>
            <a:pathLst>
              <a:path extrusionOk="0" h="1346" w="8789">
                <a:moveTo>
                  <a:pt x="8578" y="1345"/>
                </a:moveTo>
                <a:lnTo>
                  <a:pt x="211" y="1345"/>
                </a:lnTo>
                <a:lnTo>
                  <a:pt x="211" y="1345"/>
                </a:lnTo>
                <a:cubicBezTo>
                  <a:pt x="94" y="1345"/>
                  <a:pt x="0" y="1251"/>
                  <a:pt x="0" y="1135"/>
                </a:cubicBezTo>
                <a:lnTo>
                  <a:pt x="0" y="211"/>
                </a:lnTo>
                <a:lnTo>
                  <a:pt x="0" y="211"/>
                </a:lnTo>
                <a:cubicBezTo>
                  <a:pt x="0" y="94"/>
                  <a:pt x="94" y="0"/>
                  <a:pt x="211" y="0"/>
                </a:cubicBezTo>
                <a:lnTo>
                  <a:pt x="8578" y="0"/>
                </a:lnTo>
                <a:lnTo>
                  <a:pt x="8578" y="0"/>
                </a:lnTo>
                <a:cubicBezTo>
                  <a:pt x="8694" y="0"/>
                  <a:pt x="8788" y="94"/>
                  <a:pt x="8788" y="211"/>
                </a:cubicBezTo>
                <a:lnTo>
                  <a:pt x="8788" y="1135"/>
                </a:lnTo>
                <a:lnTo>
                  <a:pt x="8788" y="1135"/>
                </a:lnTo>
                <a:cubicBezTo>
                  <a:pt x="8788" y="1251"/>
                  <a:pt x="8694" y="1345"/>
                  <a:pt x="8578" y="1345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3909024" y="6801509"/>
            <a:ext cx="9407191" cy="1498271"/>
          </a:xfrm>
          <a:custGeom>
            <a:rect b="b" l="l" r="r" t="t"/>
            <a:pathLst>
              <a:path extrusionOk="0" h="1346" w="8445">
                <a:moveTo>
                  <a:pt x="8234" y="1345"/>
                </a:moveTo>
                <a:lnTo>
                  <a:pt x="210" y="1345"/>
                </a:lnTo>
                <a:lnTo>
                  <a:pt x="210" y="1345"/>
                </a:lnTo>
                <a:cubicBezTo>
                  <a:pt x="94" y="1345"/>
                  <a:pt x="0" y="1251"/>
                  <a:pt x="0" y="1135"/>
                </a:cubicBezTo>
                <a:lnTo>
                  <a:pt x="0" y="210"/>
                </a:lnTo>
                <a:lnTo>
                  <a:pt x="0" y="210"/>
                </a:lnTo>
                <a:cubicBezTo>
                  <a:pt x="0" y="94"/>
                  <a:pt x="94" y="0"/>
                  <a:pt x="210" y="0"/>
                </a:cubicBezTo>
                <a:lnTo>
                  <a:pt x="8234" y="0"/>
                </a:lnTo>
                <a:lnTo>
                  <a:pt x="8234" y="0"/>
                </a:lnTo>
                <a:cubicBezTo>
                  <a:pt x="8350" y="0"/>
                  <a:pt x="8444" y="94"/>
                  <a:pt x="8444" y="210"/>
                </a:cubicBezTo>
                <a:lnTo>
                  <a:pt x="8444" y="1135"/>
                </a:lnTo>
                <a:lnTo>
                  <a:pt x="8444" y="1135"/>
                </a:lnTo>
                <a:cubicBezTo>
                  <a:pt x="8444" y="1251"/>
                  <a:pt x="8350" y="1345"/>
                  <a:pt x="8234" y="1345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8212261" y="4389534"/>
            <a:ext cx="2741103" cy="2633031"/>
          </a:xfrm>
          <a:custGeom>
            <a:rect b="b" l="l" r="r" t="t"/>
            <a:pathLst>
              <a:path extrusionOk="0" h="2363" w="2459">
                <a:moveTo>
                  <a:pt x="1106" y="0"/>
                </a:moveTo>
                <a:lnTo>
                  <a:pt x="0" y="1741"/>
                </a:lnTo>
                <a:lnTo>
                  <a:pt x="0" y="1741"/>
                </a:lnTo>
                <a:cubicBezTo>
                  <a:pt x="81" y="1682"/>
                  <a:pt x="528" y="1372"/>
                  <a:pt x="1119" y="1482"/>
                </a:cubicBezTo>
                <a:lnTo>
                  <a:pt x="1119" y="1482"/>
                </a:lnTo>
                <a:cubicBezTo>
                  <a:pt x="1866" y="1622"/>
                  <a:pt x="2172" y="2306"/>
                  <a:pt x="2195" y="2362"/>
                </a:cubicBezTo>
                <a:lnTo>
                  <a:pt x="2195" y="2362"/>
                </a:lnTo>
                <a:cubicBezTo>
                  <a:pt x="2235" y="2246"/>
                  <a:pt x="2458" y="1545"/>
                  <a:pt x="2065" y="837"/>
                </a:cubicBezTo>
                <a:lnTo>
                  <a:pt x="2065" y="837"/>
                </a:lnTo>
                <a:cubicBezTo>
                  <a:pt x="1757" y="279"/>
                  <a:pt x="1257" y="59"/>
                  <a:pt x="1106" y="0"/>
                </a:cubicBezTo>
                <a:lnTo>
                  <a:pt x="1106" y="0"/>
                </a:lnTo>
                <a:cubicBezTo>
                  <a:pt x="737" y="580"/>
                  <a:pt x="368" y="1161"/>
                  <a:pt x="0" y="1741"/>
                </a:cubicBezTo>
                <a:lnTo>
                  <a:pt x="0" y="1741"/>
                </a:lnTo>
                <a:cubicBezTo>
                  <a:pt x="81" y="1682"/>
                  <a:pt x="528" y="1372"/>
                  <a:pt x="1119" y="1482"/>
                </a:cubicBezTo>
                <a:lnTo>
                  <a:pt x="1119" y="1482"/>
                </a:lnTo>
                <a:cubicBezTo>
                  <a:pt x="1866" y="1622"/>
                  <a:pt x="2172" y="2306"/>
                  <a:pt x="2195" y="2362"/>
                </a:cubicBezTo>
                <a:lnTo>
                  <a:pt x="2195" y="2362"/>
                </a:lnTo>
                <a:cubicBezTo>
                  <a:pt x="2235" y="2246"/>
                  <a:pt x="2458" y="1545"/>
                  <a:pt x="2065" y="837"/>
                </a:cubicBezTo>
                <a:lnTo>
                  <a:pt x="2065" y="837"/>
                </a:lnTo>
                <a:cubicBezTo>
                  <a:pt x="1757" y="279"/>
                  <a:pt x="1257" y="59"/>
                  <a:pt x="1106" y="0"/>
                </a:cubicBezTo>
              </a:path>
            </a:pathLst>
          </a:custGeom>
          <a:solidFill>
            <a:srgbClr val="FFAE17"/>
          </a:solidFill>
          <a:ln cap="flat" cmpd="sng" w="9525">
            <a:solidFill>
              <a:srgbClr val="808080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8212261" y="4389534"/>
            <a:ext cx="2741103" cy="2633031"/>
          </a:xfrm>
          <a:custGeom>
            <a:rect b="b" l="l" r="r" t="t"/>
            <a:pathLst>
              <a:path extrusionOk="0" h="2363" w="2459">
                <a:moveTo>
                  <a:pt x="1106" y="0"/>
                </a:moveTo>
                <a:lnTo>
                  <a:pt x="0" y="1741"/>
                </a:lnTo>
                <a:lnTo>
                  <a:pt x="0" y="1741"/>
                </a:lnTo>
                <a:cubicBezTo>
                  <a:pt x="81" y="1682"/>
                  <a:pt x="528" y="1372"/>
                  <a:pt x="1119" y="1482"/>
                </a:cubicBezTo>
                <a:lnTo>
                  <a:pt x="1119" y="1482"/>
                </a:lnTo>
                <a:cubicBezTo>
                  <a:pt x="1866" y="1622"/>
                  <a:pt x="2172" y="2306"/>
                  <a:pt x="2195" y="2362"/>
                </a:cubicBezTo>
                <a:lnTo>
                  <a:pt x="2195" y="2362"/>
                </a:lnTo>
                <a:cubicBezTo>
                  <a:pt x="2235" y="2246"/>
                  <a:pt x="2458" y="1545"/>
                  <a:pt x="2065" y="837"/>
                </a:cubicBezTo>
                <a:lnTo>
                  <a:pt x="2065" y="837"/>
                </a:lnTo>
                <a:cubicBezTo>
                  <a:pt x="1757" y="279"/>
                  <a:pt x="1257" y="59"/>
                  <a:pt x="1106" y="0"/>
                </a:cubicBezTo>
                <a:lnTo>
                  <a:pt x="1106" y="0"/>
                </a:lnTo>
                <a:cubicBezTo>
                  <a:pt x="737" y="580"/>
                  <a:pt x="368" y="1161"/>
                  <a:pt x="0" y="1741"/>
                </a:cubicBezTo>
                <a:lnTo>
                  <a:pt x="0" y="1741"/>
                </a:lnTo>
                <a:cubicBezTo>
                  <a:pt x="81" y="1682"/>
                  <a:pt x="528" y="1372"/>
                  <a:pt x="1119" y="1482"/>
                </a:cubicBezTo>
                <a:lnTo>
                  <a:pt x="1119" y="1482"/>
                </a:lnTo>
                <a:cubicBezTo>
                  <a:pt x="1866" y="1622"/>
                  <a:pt x="2172" y="2306"/>
                  <a:pt x="2195" y="2362"/>
                </a:cubicBezTo>
                <a:lnTo>
                  <a:pt x="2195" y="2362"/>
                </a:lnTo>
                <a:cubicBezTo>
                  <a:pt x="2235" y="2246"/>
                  <a:pt x="2458" y="1545"/>
                  <a:pt x="2065" y="837"/>
                </a:cubicBezTo>
                <a:lnTo>
                  <a:pt x="2065" y="837"/>
                </a:lnTo>
                <a:cubicBezTo>
                  <a:pt x="1757" y="279"/>
                  <a:pt x="1257" y="59"/>
                  <a:pt x="1106" y="0"/>
                </a:cubicBezTo>
              </a:path>
            </a:pathLst>
          </a:custGeom>
          <a:noFill/>
          <a:ln cap="flat" cmpd="sng" w="36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6276787" y="4389534"/>
            <a:ext cx="2741103" cy="2633031"/>
          </a:xfrm>
          <a:custGeom>
            <a:rect b="b" l="l" r="r" t="t"/>
            <a:pathLst>
              <a:path extrusionOk="0" h="2363" w="2459">
                <a:moveTo>
                  <a:pt x="1352" y="0"/>
                </a:moveTo>
                <a:lnTo>
                  <a:pt x="2458" y="1741"/>
                </a:lnTo>
                <a:lnTo>
                  <a:pt x="2458" y="1741"/>
                </a:lnTo>
                <a:cubicBezTo>
                  <a:pt x="2377" y="1682"/>
                  <a:pt x="1930" y="1372"/>
                  <a:pt x="1339" y="1482"/>
                </a:cubicBezTo>
                <a:lnTo>
                  <a:pt x="1339" y="1482"/>
                </a:lnTo>
                <a:cubicBezTo>
                  <a:pt x="592" y="1622"/>
                  <a:pt x="286" y="2306"/>
                  <a:pt x="262" y="2362"/>
                </a:cubicBezTo>
                <a:lnTo>
                  <a:pt x="262" y="2362"/>
                </a:lnTo>
                <a:cubicBezTo>
                  <a:pt x="223" y="2246"/>
                  <a:pt x="0" y="1545"/>
                  <a:pt x="392" y="837"/>
                </a:cubicBezTo>
                <a:lnTo>
                  <a:pt x="392" y="837"/>
                </a:lnTo>
                <a:cubicBezTo>
                  <a:pt x="701" y="279"/>
                  <a:pt x="1201" y="59"/>
                  <a:pt x="1352" y="0"/>
                </a:cubicBezTo>
                <a:lnTo>
                  <a:pt x="1352" y="0"/>
                </a:lnTo>
                <a:cubicBezTo>
                  <a:pt x="1721" y="580"/>
                  <a:pt x="2090" y="1161"/>
                  <a:pt x="2458" y="1741"/>
                </a:cubicBezTo>
                <a:lnTo>
                  <a:pt x="2458" y="1741"/>
                </a:lnTo>
                <a:cubicBezTo>
                  <a:pt x="2377" y="1682"/>
                  <a:pt x="1930" y="1372"/>
                  <a:pt x="1339" y="1482"/>
                </a:cubicBezTo>
                <a:lnTo>
                  <a:pt x="1339" y="1482"/>
                </a:lnTo>
                <a:cubicBezTo>
                  <a:pt x="592" y="1622"/>
                  <a:pt x="286" y="2306"/>
                  <a:pt x="262" y="2362"/>
                </a:cubicBezTo>
                <a:lnTo>
                  <a:pt x="262" y="2362"/>
                </a:lnTo>
                <a:cubicBezTo>
                  <a:pt x="223" y="2246"/>
                  <a:pt x="0" y="1545"/>
                  <a:pt x="392" y="837"/>
                </a:cubicBezTo>
                <a:lnTo>
                  <a:pt x="392" y="837"/>
                </a:lnTo>
                <a:cubicBezTo>
                  <a:pt x="701" y="279"/>
                  <a:pt x="1201" y="59"/>
                  <a:pt x="1352" y="0"/>
                </a:cubicBezTo>
              </a:path>
            </a:pathLst>
          </a:custGeom>
          <a:solidFill>
            <a:srgbClr val="FFAE17"/>
          </a:solidFill>
          <a:ln cap="flat" cmpd="sng" w="9525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6276787" y="4389534"/>
            <a:ext cx="2741103" cy="2633031"/>
          </a:xfrm>
          <a:custGeom>
            <a:rect b="b" l="l" r="r" t="t"/>
            <a:pathLst>
              <a:path extrusionOk="0" h="2363" w="2459">
                <a:moveTo>
                  <a:pt x="1352" y="0"/>
                </a:moveTo>
                <a:lnTo>
                  <a:pt x="2458" y="1741"/>
                </a:lnTo>
                <a:lnTo>
                  <a:pt x="2458" y="1741"/>
                </a:lnTo>
                <a:cubicBezTo>
                  <a:pt x="2377" y="1682"/>
                  <a:pt x="1930" y="1372"/>
                  <a:pt x="1339" y="1482"/>
                </a:cubicBezTo>
                <a:lnTo>
                  <a:pt x="1339" y="1482"/>
                </a:lnTo>
                <a:cubicBezTo>
                  <a:pt x="592" y="1622"/>
                  <a:pt x="286" y="2306"/>
                  <a:pt x="262" y="2362"/>
                </a:cubicBezTo>
                <a:lnTo>
                  <a:pt x="262" y="2362"/>
                </a:lnTo>
                <a:cubicBezTo>
                  <a:pt x="223" y="2246"/>
                  <a:pt x="0" y="1545"/>
                  <a:pt x="392" y="837"/>
                </a:cubicBezTo>
                <a:lnTo>
                  <a:pt x="392" y="837"/>
                </a:lnTo>
                <a:cubicBezTo>
                  <a:pt x="701" y="279"/>
                  <a:pt x="1201" y="59"/>
                  <a:pt x="1352" y="0"/>
                </a:cubicBezTo>
                <a:lnTo>
                  <a:pt x="1352" y="0"/>
                </a:lnTo>
                <a:cubicBezTo>
                  <a:pt x="1721" y="580"/>
                  <a:pt x="2090" y="1161"/>
                  <a:pt x="2458" y="1741"/>
                </a:cubicBezTo>
                <a:lnTo>
                  <a:pt x="2458" y="1741"/>
                </a:lnTo>
                <a:cubicBezTo>
                  <a:pt x="2377" y="1682"/>
                  <a:pt x="1930" y="1372"/>
                  <a:pt x="1339" y="1482"/>
                </a:cubicBezTo>
                <a:lnTo>
                  <a:pt x="1339" y="1482"/>
                </a:lnTo>
                <a:cubicBezTo>
                  <a:pt x="592" y="1622"/>
                  <a:pt x="286" y="2306"/>
                  <a:pt x="262" y="2362"/>
                </a:cubicBezTo>
                <a:lnTo>
                  <a:pt x="262" y="2362"/>
                </a:lnTo>
                <a:cubicBezTo>
                  <a:pt x="223" y="2246"/>
                  <a:pt x="0" y="1545"/>
                  <a:pt x="392" y="837"/>
                </a:cubicBezTo>
                <a:lnTo>
                  <a:pt x="392" y="837"/>
                </a:lnTo>
                <a:cubicBezTo>
                  <a:pt x="701" y="279"/>
                  <a:pt x="1201" y="59"/>
                  <a:pt x="1352" y="0"/>
                </a:cubicBezTo>
              </a:path>
            </a:pathLst>
          </a:custGeom>
          <a:noFill/>
          <a:ln cap="flat" cmpd="sng" w="36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6881010" y="921400"/>
            <a:ext cx="3409185" cy="5570628"/>
          </a:xfrm>
          <a:custGeom>
            <a:rect b="b" l="l" r="r" t="t"/>
            <a:pathLst>
              <a:path extrusionOk="0" h="5002" w="3059">
                <a:moveTo>
                  <a:pt x="1529" y="0"/>
                </a:moveTo>
                <a:lnTo>
                  <a:pt x="1529" y="0"/>
                </a:lnTo>
                <a:lnTo>
                  <a:pt x="1529" y="0"/>
                </a:lnTo>
                <a:lnTo>
                  <a:pt x="1529" y="0"/>
                </a:lnTo>
                <a:cubicBezTo>
                  <a:pt x="170" y="1359"/>
                  <a:pt x="0" y="3458"/>
                  <a:pt x="1021" y="5001"/>
                </a:cubicBezTo>
                <a:lnTo>
                  <a:pt x="2037" y="5001"/>
                </a:lnTo>
                <a:lnTo>
                  <a:pt x="2037" y="5001"/>
                </a:lnTo>
                <a:cubicBezTo>
                  <a:pt x="3058" y="3458"/>
                  <a:pt x="2888" y="1359"/>
                  <a:pt x="1529" y="0"/>
                </a:cubicBezTo>
              </a:path>
            </a:pathLst>
          </a:custGeom>
          <a:solidFill>
            <a:schemeClr val="accen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8290859" y="2547396"/>
            <a:ext cx="589484" cy="589484"/>
          </a:xfrm>
          <a:custGeom>
            <a:rect b="b" l="l" r="r" t="t"/>
            <a:pathLst>
              <a:path extrusionOk="0" h="529" w="529">
                <a:moveTo>
                  <a:pt x="528" y="263"/>
                </a:moveTo>
                <a:lnTo>
                  <a:pt x="528" y="263"/>
                </a:lnTo>
                <a:cubicBezTo>
                  <a:pt x="528" y="409"/>
                  <a:pt x="409" y="528"/>
                  <a:pt x="264" y="528"/>
                </a:cubicBezTo>
                <a:lnTo>
                  <a:pt x="264" y="528"/>
                </a:lnTo>
                <a:cubicBezTo>
                  <a:pt x="118" y="528"/>
                  <a:pt x="0" y="409"/>
                  <a:pt x="0" y="263"/>
                </a:cubicBezTo>
                <a:lnTo>
                  <a:pt x="0" y="263"/>
                </a:lnTo>
                <a:cubicBezTo>
                  <a:pt x="0" y="118"/>
                  <a:pt x="118" y="0"/>
                  <a:pt x="264" y="0"/>
                </a:cubicBezTo>
                <a:lnTo>
                  <a:pt x="264" y="0"/>
                </a:lnTo>
                <a:cubicBezTo>
                  <a:pt x="409" y="0"/>
                  <a:pt x="528" y="118"/>
                  <a:pt x="528" y="263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8030504" y="3397235"/>
            <a:ext cx="1110196" cy="1110196"/>
          </a:xfrm>
          <a:custGeom>
            <a:rect b="b" l="l" r="r" t="t"/>
            <a:pathLst>
              <a:path extrusionOk="0" h="996" w="997">
                <a:moveTo>
                  <a:pt x="996" y="497"/>
                </a:moveTo>
                <a:lnTo>
                  <a:pt x="996" y="497"/>
                </a:lnTo>
                <a:cubicBezTo>
                  <a:pt x="996" y="772"/>
                  <a:pt x="773" y="995"/>
                  <a:pt x="498" y="995"/>
                </a:cubicBezTo>
                <a:lnTo>
                  <a:pt x="498" y="995"/>
                </a:lnTo>
                <a:cubicBezTo>
                  <a:pt x="223" y="995"/>
                  <a:pt x="0" y="772"/>
                  <a:pt x="0" y="497"/>
                </a:cubicBezTo>
                <a:lnTo>
                  <a:pt x="0" y="497"/>
                </a:lnTo>
                <a:cubicBezTo>
                  <a:pt x="0" y="223"/>
                  <a:pt x="223" y="0"/>
                  <a:pt x="498" y="0"/>
                </a:cubicBezTo>
                <a:lnTo>
                  <a:pt x="498" y="0"/>
                </a:lnTo>
                <a:cubicBezTo>
                  <a:pt x="773" y="0"/>
                  <a:pt x="996" y="223"/>
                  <a:pt x="996" y="497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8177876" y="4728489"/>
            <a:ext cx="810540" cy="810540"/>
          </a:xfrm>
          <a:custGeom>
            <a:rect b="b" l="l" r="r" t="t"/>
            <a:pathLst>
              <a:path extrusionOk="0" h="726" w="726">
                <a:moveTo>
                  <a:pt x="725" y="362"/>
                </a:moveTo>
                <a:lnTo>
                  <a:pt x="725" y="362"/>
                </a:lnTo>
                <a:cubicBezTo>
                  <a:pt x="725" y="563"/>
                  <a:pt x="563" y="725"/>
                  <a:pt x="363" y="725"/>
                </a:cubicBezTo>
                <a:lnTo>
                  <a:pt x="363" y="725"/>
                </a:lnTo>
                <a:cubicBezTo>
                  <a:pt x="163" y="725"/>
                  <a:pt x="0" y="563"/>
                  <a:pt x="0" y="362"/>
                </a:cubicBezTo>
                <a:lnTo>
                  <a:pt x="0" y="362"/>
                </a:lnTo>
                <a:cubicBezTo>
                  <a:pt x="0" y="162"/>
                  <a:pt x="163" y="0"/>
                  <a:pt x="363" y="0"/>
                </a:cubicBezTo>
                <a:lnTo>
                  <a:pt x="363" y="0"/>
                </a:lnTo>
                <a:cubicBezTo>
                  <a:pt x="563" y="0"/>
                  <a:pt x="725" y="162"/>
                  <a:pt x="725" y="362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7652250" y="921400"/>
            <a:ext cx="1866701" cy="1380378"/>
          </a:xfrm>
          <a:custGeom>
            <a:rect b="b" l="l" r="r" t="t"/>
            <a:pathLst>
              <a:path extrusionOk="0" h="1237" w="1674">
                <a:moveTo>
                  <a:pt x="0" y="1236"/>
                </a:moveTo>
                <a:lnTo>
                  <a:pt x="1673" y="1236"/>
                </a:lnTo>
                <a:lnTo>
                  <a:pt x="1673" y="1236"/>
                </a:lnTo>
                <a:cubicBezTo>
                  <a:pt x="1482" y="787"/>
                  <a:pt x="1203" y="366"/>
                  <a:pt x="837" y="0"/>
                </a:cubicBezTo>
                <a:lnTo>
                  <a:pt x="837" y="0"/>
                </a:lnTo>
                <a:lnTo>
                  <a:pt x="837" y="0"/>
                </a:lnTo>
                <a:lnTo>
                  <a:pt x="837" y="0"/>
                </a:lnTo>
                <a:cubicBezTo>
                  <a:pt x="470" y="366"/>
                  <a:pt x="192" y="787"/>
                  <a:pt x="0" y="1236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7839383" y="10259818"/>
            <a:ext cx="844928" cy="476498"/>
          </a:xfrm>
          <a:custGeom>
            <a:rect b="b" l="l" r="r" t="t"/>
            <a:pathLst>
              <a:path extrusionOk="0" h="428" w="757">
                <a:moveTo>
                  <a:pt x="755" y="125"/>
                </a:moveTo>
                <a:lnTo>
                  <a:pt x="755" y="125"/>
                </a:lnTo>
                <a:lnTo>
                  <a:pt x="755" y="125"/>
                </a:lnTo>
                <a:lnTo>
                  <a:pt x="755" y="125"/>
                </a:lnTo>
                <a:cubicBezTo>
                  <a:pt x="755" y="123"/>
                  <a:pt x="756" y="121"/>
                  <a:pt x="756" y="120"/>
                </a:cubicBezTo>
                <a:lnTo>
                  <a:pt x="756" y="120"/>
                </a:lnTo>
                <a:cubicBezTo>
                  <a:pt x="756" y="114"/>
                  <a:pt x="754" y="109"/>
                  <a:pt x="751" y="104"/>
                </a:cubicBezTo>
                <a:lnTo>
                  <a:pt x="751" y="104"/>
                </a:lnTo>
                <a:cubicBezTo>
                  <a:pt x="750" y="104"/>
                  <a:pt x="749" y="103"/>
                  <a:pt x="749" y="103"/>
                </a:cubicBezTo>
                <a:lnTo>
                  <a:pt x="656" y="10"/>
                </a:lnTo>
                <a:lnTo>
                  <a:pt x="656" y="10"/>
                </a:lnTo>
                <a:cubicBezTo>
                  <a:pt x="647" y="0"/>
                  <a:pt x="631" y="0"/>
                  <a:pt x="621" y="10"/>
                </a:cubicBezTo>
                <a:lnTo>
                  <a:pt x="621" y="10"/>
                </a:lnTo>
                <a:cubicBezTo>
                  <a:pt x="612" y="19"/>
                  <a:pt x="612" y="35"/>
                  <a:pt x="621" y="44"/>
                </a:cubicBezTo>
                <a:lnTo>
                  <a:pt x="672" y="95"/>
                </a:lnTo>
                <a:lnTo>
                  <a:pt x="521" y="95"/>
                </a:lnTo>
                <a:lnTo>
                  <a:pt x="521" y="95"/>
                </a:lnTo>
                <a:lnTo>
                  <a:pt x="521" y="95"/>
                </a:lnTo>
                <a:cubicBezTo>
                  <a:pt x="520" y="95"/>
                  <a:pt x="520" y="95"/>
                  <a:pt x="519" y="95"/>
                </a:cubicBezTo>
                <a:lnTo>
                  <a:pt x="519" y="95"/>
                </a:lnTo>
                <a:cubicBezTo>
                  <a:pt x="519" y="95"/>
                  <a:pt x="519" y="95"/>
                  <a:pt x="518" y="95"/>
                </a:cubicBezTo>
                <a:lnTo>
                  <a:pt x="518" y="95"/>
                </a:lnTo>
                <a:cubicBezTo>
                  <a:pt x="518" y="95"/>
                  <a:pt x="518" y="95"/>
                  <a:pt x="517" y="95"/>
                </a:cubicBezTo>
                <a:lnTo>
                  <a:pt x="517" y="95"/>
                </a:lnTo>
                <a:lnTo>
                  <a:pt x="516" y="95"/>
                </a:lnTo>
                <a:lnTo>
                  <a:pt x="516" y="95"/>
                </a:lnTo>
                <a:cubicBezTo>
                  <a:pt x="515" y="95"/>
                  <a:pt x="515" y="95"/>
                  <a:pt x="514" y="96"/>
                </a:cubicBezTo>
                <a:lnTo>
                  <a:pt x="514" y="96"/>
                </a:lnTo>
                <a:cubicBezTo>
                  <a:pt x="514" y="96"/>
                  <a:pt x="514" y="96"/>
                  <a:pt x="513" y="96"/>
                </a:cubicBezTo>
                <a:lnTo>
                  <a:pt x="513" y="96"/>
                </a:lnTo>
                <a:cubicBezTo>
                  <a:pt x="513" y="96"/>
                  <a:pt x="513" y="96"/>
                  <a:pt x="512" y="96"/>
                </a:cubicBezTo>
                <a:lnTo>
                  <a:pt x="512" y="96"/>
                </a:lnTo>
                <a:lnTo>
                  <a:pt x="512" y="96"/>
                </a:lnTo>
                <a:lnTo>
                  <a:pt x="512" y="96"/>
                </a:lnTo>
                <a:cubicBezTo>
                  <a:pt x="511" y="97"/>
                  <a:pt x="510" y="97"/>
                  <a:pt x="510" y="97"/>
                </a:cubicBezTo>
                <a:lnTo>
                  <a:pt x="510" y="97"/>
                </a:lnTo>
                <a:cubicBezTo>
                  <a:pt x="510" y="98"/>
                  <a:pt x="510" y="98"/>
                  <a:pt x="509" y="98"/>
                </a:cubicBezTo>
                <a:lnTo>
                  <a:pt x="509" y="98"/>
                </a:lnTo>
                <a:cubicBezTo>
                  <a:pt x="508" y="98"/>
                  <a:pt x="508" y="98"/>
                  <a:pt x="508" y="98"/>
                </a:cubicBezTo>
                <a:lnTo>
                  <a:pt x="508" y="98"/>
                </a:lnTo>
                <a:lnTo>
                  <a:pt x="507" y="99"/>
                </a:lnTo>
                <a:lnTo>
                  <a:pt x="507" y="99"/>
                </a:lnTo>
                <a:lnTo>
                  <a:pt x="506" y="99"/>
                </a:lnTo>
                <a:lnTo>
                  <a:pt x="506" y="99"/>
                </a:lnTo>
                <a:cubicBezTo>
                  <a:pt x="505" y="100"/>
                  <a:pt x="505" y="100"/>
                  <a:pt x="505" y="100"/>
                </a:cubicBezTo>
                <a:lnTo>
                  <a:pt x="157" y="377"/>
                </a:lnTo>
                <a:lnTo>
                  <a:pt x="25" y="377"/>
                </a:lnTo>
                <a:lnTo>
                  <a:pt x="25" y="377"/>
                </a:lnTo>
                <a:lnTo>
                  <a:pt x="25" y="377"/>
                </a:lnTo>
                <a:cubicBezTo>
                  <a:pt x="11" y="377"/>
                  <a:pt x="0" y="388"/>
                  <a:pt x="0" y="402"/>
                </a:cubicBezTo>
                <a:lnTo>
                  <a:pt x="0" y="402"/>
                </a:lnTo>
                <a:cubicBezTo>
                  <a:pt x="0" y="416"/>
                  <a:pt x="11" y="427"/>
                  <a:pt x="25" y="427"/>
                </a:cubicBezTo>
                <a:lnTo>
                  <a:pt x="165" y="427"/>
                </a:lnTo>
                <a:lnTo>
                  <a:pt x="165" y="427"/>
                </a:lnTo>
                <a:lnTo>
                  <a:pt x="165" y="427"/>
                </a:lnTo>
                <a:lnTo>
                  <a:pt x="165" y="427"/>
                </a:lnTo>
                <a:cubicBezTo>
                  <a:pt x="166" y="427"/>
                  <a:pt x="167" y="427"/>
                  <a:pt x="167" y="427"/>
                </a:cubicBezTo>
                <a:lnTo>
                  <a:pt x="167" y="427"/>
                </a:lnTo>
                <a:cubicBezTo>
                  <a:pt x="168" y="427"/>
                  <a:pt x="168" y="427"/>
                  <a:pt x="168" y="427"/>
                </a:cubicBezTo>
                <a:lnTo>
                  <a:pt x="168" y="427"/>
                </a:lnTo>
                <a:cubicBezTo>
                  <a:pt x="168" y="426"/>
                  <a:pt x="169" y="426"/>
                  <a:pt x="169" y="426"/>
                </a:cubicBezTo>
                <a:lnTo>
                  <a:pt x="169" y="426"/>
                </a:lnTo>
                <a:cubicBezTo>
                  <a:pt x="170" y="426"/>
                  <a:pt x="170" y="426"/>
                  <a:pt x="170" y="426"/>
                </a:cubicBezTo>
                <a:lnTo>
                  <a:pt x="170" y="426"/>
                </a:lnTo>
                <a:cubicBezTo>
                  <a:pt x="171" y="426"/>
                  <a:pt x="171" y="426"/>
                  <a:pt x="172" y="425"/>
                </a:cubicBezTo>
                <a:lnTo>
                  <a:pt x="172" y="425"/>
                </a:lnTo>
                <a:lnTo>
                  <a:pt x="173" y="425"/>
                </a:lnTo>
                <a:lnTo>
                  <a:pt x="173" y="425"/>
                </a:lnTo>
                <a:lnTo>
                  <a:pt x="174" y="425"/>
                </a:lnTo>
                <a:lnTo>
                  <a:pt x="174" y="425"/>
                </a:lnTo>
                <a:lnTo>
                  <a:pt x="174" y="425"/>
                </a:lnTo>
                <a:lnTo>
                  <a:pt x="174" y="425"/>
                </a:lnTo>
                <a:cubicBezTo>
                  <a:pt x="175" y="424"/>
                  <a:pt x="176" y="424"/>
                  <a:pt x="176" y="424"/>
                </a:cubicBezTo>
                <a:lnTo>
                  <a:pt x="176" y="424"/>
                </a:lnTo>
                <a:lnTo>
                  <a:pt x="177" y="424"/>
                </a:lnTo>
                <a:lnTo>
                  <a:pt x="177" y="424"/>
                </a:lnTo>
                <a:cubicBezTo>
                  <a:pt x="178" y="423"/>
                  <a:pt x="178" y="423"/>
                  <a:pt x="179" y="422"/>
                </a:cubicBezTo>
                <a:lnTo>
                  <a:pt x="179" y="422"/>
                </a:lnTo>
                <a:lnTo>
                  <a:pt x="179" y="422"/>
                </a:lnTo>
                <a:lnTo>
                  <a:pt x="179" y="422"/>
                </a:lnTo>
                <a:cubicBezTo>
                  <a:pt x="180" y="422"/>
                  <a:pt x="180" y="422"/>
                  <a:pt x="180" y="421"/>
                </a:cubicBezTo>
                <a:lnTo>
                  <a:pt x="529" y="144"/>
                </a:lnTo>
                <a:lnTo>
                  <a:pt x="672" y="144"/>
                </a:lnTo>
                <a:lnTo>
                  <a:pt x="621" y="195"/>
                </a:lnTo>
                <a:lnTo>
                  <a:pt x="621" y="195"/>
                </a:lnTo>
                <a:cubicBezTo>
                  <a:pt x="612" y="205"/>
                  <a:pt x="612" y="221"/>
                  <a:pt x="621" y="230"/>
                </a:cubicBezTo>
                <a:lnTo>
                  <a:pt x="621" y="230"/>
                </a:lnTo>
                <a:cubicBezTo>
                  <a:pt x="626" y="235"/>
                  <a:pt x="633" y="237"/>
                  <a:pt x="639" y="237"/>
                </a:cubicBezTo>
                <a:lnTo>
                  <a:pt x="639" y="237"/>
                </a:lnTo>
                <a:cubicBezTo>
                  <a:pt x="645" y="237"/>
                  <a:pt x="651" y="235"/>
                  <a:pt x="656" y="230"/>
                </a:cubicBezTo>
                <a:lnTo>
                  <a:pt x="749" y="137"/>
                </a:lnTo>
                <a:lnTo>
                  <a:pt x="749" y="137"/>
                </a:lnTo>
                <a:lnTo>
                  <a:pt x="749" y="136"/>
                </a:lnTo>
                <a:lnTo>
                  <a:pt x="749" y="136"/>
                </a:lnTo>
                <a:cubicBezTo>
                  <a:pt x="750" y="136"/>
                  <a:pt x="750" y="136"/>
                  <a:pt x="751" y="136"/>
                </a:cubicBezTo>
                <a:lnTo>
                  <a:pt x="751" y="136"/>
                </a:lnTo>
                <a:cubicBezTo>
                  <a:pt x="751" y="135"/>
                  <a:pt x="751" y="134"/>
                  <a:pt x="751" y="134"/>
                </a:cubicBezTo>
                <a:lnTo>
                  <a:pt x="751" y="134"/>
                </a:lnTo>
                <a:lnTo>
                  <a:pt x="752" y="134"/>
                </a:lnTo>
                <a:lnTo>
                  <a:pt x="752" y="134"/>
                </a:lnTo>
                <a:cubicBezTo>
                  <a:pt x="752" y="133"/>
                  <a:pt x="753" y="132"/>
                  <a:pt x="753" y="132"/>
                </a:cubicBezTo>
                <a:lnTo>
                  <a:pt x="753" y="132"/>
                </a:lnTo>
                <a:lnTo>
                  <a:pt x="753" y="131"/>
                </a:lnTo>
                <a:lnTo>
                  <a:pt x="753" y="131"/>
                </a:lnTo>
                <a:cubicBezTo>
                  <a:pt x="753" y="131"/>
                  <a:pt x="754" y="130"/>
                  <a:pt x="754" y="129"/>
                </a:cubicBezTo>
                <a:lnTo>
                  <a:pt x="754" y="129"/>
                </a:lnTo>
                <a:lnTo>
                  <a:pt x="754" y="129"/>
                </a:lnTo>
                <a:lnTo>
                  <a:pt x="754" y="129"/>
                </a:lnTo>
                <a:cubicBezTo>
                  <a:pt x="754" y="129"/>
                  <a:pt x="754" y="128"/>
                  <a:pt x="755" y="127"/>
                </a:cubicBezTo>
                <a:lnTo>
                  <a:pt x="755" y="127"/>
                </a:lnTo>
                <a:lnTo>
                  <a:pt x="755" y="127"/>
                </a:lnTo>
                <a:lnTo>
                  <a:pt x="755" y="127"/>
                </a:lnTo>
                <a:cubicBezTo>
                  <a:pt x="755" y="126"/>
                  <a:pt x="755" y="126"/>
                  <a:pt x="755" y="12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8252022" y="10564385"/>
            <a:ext cx="432289" cy="270179"/>
          </a:xfrm>
          <a:custGeom>
            <a:rect b="b" l="l" r="r" t="t"/>
            <a:pathLst>
              <a:path extrusionOk="0" h="244" w="387">
                <a:moveTo>
                  <a:pt x="381" y="140"/>
                </a:moveTo>
                <a:lnTo>
                  <a:pt x="381" y="140"/>
                </a:lnTo>
                <a:cubicBezTo>
                  <a:pt x="381" y="140"/>
                  <a:pt x="381" y="140"/>
                  <a:pt x="382" y="139"/>
                </a:cubicBezTo>
                <a:lnTo>
                  <a:pt x="382" y="139"/>
                </a:lnTo>
                <a:cubicBezTo>
                  <a:pt x="382" y="139"/>
                  <a:pt x="382" y="139"/>
                  <a:pt x="382" y="138"/>
                </a:cubicBezTo>
                <a:lnTo>
                  <a:pt x="382" y="138"/>
                </a:lnTo>
                <a:cubicBezTo>
                  <a:pt x="382" y="138"/>
                  <a:pt x="382" y="138"/>
                  <a:pt x="383" y="138"/>
                </a:cubicBezTo>
                <a:lnTo>
                  <a:pt x="383" y="138"/>
                </a:lnTo>
                <a:cubicBezTo>
                  <a:pt x="383" y="137"/>
                  <a:pt x="383" y="136"/>
                  <a:pt x="384" y="136"/>
                </a:cubicBezTo>
                <a:lnTo>
                  <a:pt x="384" y="136"/>
                </a:lnTo>
                <a:cubicBezTo>
                  <a:pt x="384" y="136"/>
                  <a:pt x="384" y="136"/>
                  <a:pt x="384" y="135"/>
                </a:cubicBezTo>
                <a:lnTo>
                  <a:pt x="384" y="135"/>
                </a:lnTo>
                <a:lnTo>
                  <a:pt x="384" y="134"/>
                </a:lnTo>
                <a:lnTo>
                  <a:pt x="384" y="134"/>
                </a:lnTo>
                <a:cubicBezTo>
                  <a:pt x="384" y="133"/>
                  <a:pt x="385" y="133"/>
                  <a:pt x="385" y="133"/>
                </a:cubicBezTo>
                <a:lnTo>
                  <a:pt x="385" y="133"/>
                </a:lnTo>
                <a:cubicBezTo>
                  <a:pt x="385" y="133"/>
                  <a:pt x="385" y="132"/>
                  <a:pt x="385" y="131"/>
                </a:cubicBezTo>
                <a:lnTo>
                  <a:pt x="385" y="131"/>
                </a:lnTo>
                <a:lnTo>
                  <a:pt x="385" y="131"/>
                </a:lnTo>
                <a:lnTo>
                  <a:pt x="385" y="131"/>
                </a:lnTo>
                <a:cubicBezTo>
                  <a:pt x="386" y="123"/>
                  <a:pt x="385" y="114"/>
                  <a:pt x="379" y="108"/>
                </a:cubicBezTo>
                <a:lnTo>
                  <a:pt x="286" y="16"/>
                </a:lnTo>
                <a:lnTo>
                  <a:pt x="286" y="16"/>
                </a:lnTo>
                <a:cubicBezTo>
                  <a:pt x="276" y="6"/>
                  <a:pt x="260" y="6"/>
                  <a:pt x="251" y="16"/>
                </a:cubicBezTo>
                <a:lnTo>
                  <a:pt x="251" y="16"/>
                </a:lnTo>
                <a:cubicBezTo>
                  <a:pt x="241" y="25"/>
                  <a:pt x="241" y="41"/>
                  <a:pt x="251" y="51"/>
                </a:cubicBezTo>
                <a:lnTo>
                  <a:pt x="301" y="102"/>
                </a:lnTo>
                <a:lnTo>
                  <a:pt x="161" y="101"/>
                </a:lnTo>
                <a:lnTo>
                  <a:pt x="43" y="8"/>
                </a:lnTo>
                <a:lnTo>
                  <a:pt x="43" y="8"/>
                </a:lnTo>
                <a:cubicBezTo>
                  <a:pt x="32" y="0"/>
                  <a:pt x="17" y="2"/>
                  <a:pt x="9" y="12"/>
                </a:cubicBezTo>
                <a:lnTo>
                  <a:pt x="9" y="12"/>
                </a:lnTo>
                <a:cubicBezTo>
                  <a:pt x="0" y="23"/>
                  <a:pt x="2" y="39"/>
                  <a:pt x="13" y="46"/>
                </a:cubicBezTo>
                <a:lnTo>
                  <a:pt x="137" y="145"/>
                </a:lnTo>
                <a:lnTo>
                  <a:pt x="137" y="145"/>
                </a:lnTo>
                <a:lnTo>
                  <a:pt x="138" y="145"/>
                </a:lnTo>
                <a:lnTo>
                  <a:pt x="138" y="145"/>
                </a:lnTo>
                <a:lnTo>
                  <a:pt x="138" y="146"/>
                </a:lnTo>
                <a:lnTo>
                  <a:pt x="138" y="146"/>
                </a:lnTo>
                <a:cubicBezTo>
                  <a:pt x="139" y="147"/>
                  <a:pt x="139" y="147"/>
                  <a:pt x="140" y="147"/>
                </a:cubicBezTo>
                <a:lnTo>
                  <a:pt x="140" y="147"/>
                </a:lnTo>
                <a:lnTo>
                  <a:pt x="140" y="147"/>
                </a:lnTo>
                <a:lnTo>
                  <a:pt x="140" y="147"/>
                </a:lnTo>
                <a:cubicBezTo>
                  <a:pt x="141" y="147"/>
                  <a:pt x="142" y="148"/>
                  <a:pt x="143" y="148"/>
                </a:cubicBezTo>
                <a:lnTo>
                  <a:pt x="143" y="148"/>
                </a:lnTo>
                <a:cubicBezTo>
                  <a:pt x="143" y="149"/>
                  <a:pt x="143" y="149"/>
                  <a:pt x="143" y="149"/>
                </a:cubicBezTo>
                <a:lnTo>
                  <a:pt x="143" y="149"/>
                </a:lnTo>
                <a:cubicBezTo>
                  <a:pt x="144" y="149"/>
                  <a:pt x="144" y="149"/>
                  <a:pt x="144" y="149"/>
                </a:cubicBezTo>
                <a:lnTo>
                  <a:pt x="144" y="149"/>
                </a:lnTo>
                <a:cubicBezTo>
                  <a:pt x="145" y="149"/>
                  <a:pt x="145" y="149"/>
                  <a:pt x="145" y="149"/>
                </a:cubicBezTo>
                <a:lnTo>
                  <a:pt x="145" y="149"/>
                </a:lnTo>
                <a:cubicBezTo>
                  <a:pt x="145" y="149"/>
                  <a:pt x="146" y="150"/>
                  <a:pt x="147" y="150"/>
                </a:cubicBezTo>
                <a:lnTo>
                  <a:pt x="147" y="150"/>
                </a:lnTo>
                <a:lnTo>
                  <a:pt x="147" y="150"/>
                </a:lnTo>
                <a:lnTo>
                  <a:pt x="147" y="150"/>
                </a:lnTo>
                <a:cubicBezTo>
                  <a:pt x="148" y="150"/>
                  <a:pt x="149" y="150"/>
                  <a:pt x="149" y="150"/>
                </a:cubicBezTo>
                <a:lnTo>
                  <a:pt x="149" y="150"/>
                </a:lnTo>
                <a:cubicBezTo>
                  <a:pt x="149" y="150"/>
                  <a:pt x="149" y="150"/>
                  <a:pt x="150" y="150"/>
                </a:cubicBezTo>
                <a:lnTo>
                  <a:pt x="150" y="150"/>
                </a:lnTo>
                <a:cubicBezTo>
                  <a:pt x="150" y="150"/>
                  <a:pt x="151" y="150"/>
                  <a:pt x="152" y="150"/>
                </a:cubicBezTo>
                <a:lnTo>
                  <a:pt x="152" y="150"/>
                </a:lnTo>
                <a:lnTo>
                  <a:pt x="301" y="150"/>
                </a:lnTo>
                <a:lnTo>
                  <a:pt x="251" y="201"/>
                </a:lnTo>
                <a:lnTo>
                  <a:pt x="251" y="201"/>
                </a:lnTo>
                <a:cubicBezTo>
                  <a:pt x="241" y="211"/>
                  <a:pt x="241" y="226"/>
                  <a:pt x="251" y="236"/>
                </a:cubicBezTo>
                <a:lnTo>
                  <a:pt x="251" y="236"/>
                </a:lnTo>
                <a:cubicBezTo>
                  <a:pt x="256" y="241"/>
                  <a:pt x="262" y="243"/>
                  <a:pt x="269" y="243"/>
                </a:cubicBezTo>
                <a:lnTo>
                  <a:pt x="269" y="243"/>
                </a:lnTo>
                <a:cubicBezTo>
                  <a:pt x="275" y="243"/>
                  <a:pt x="281" y="241"/>
                  <a:pt x="286" y="236"/>
                </a:cubicBezTo>
                <a:lnTo>
                  <a:pt x="379" y="143"/>
                </a:lnTo>
                <a:lnTo>
                  <a:pt x="379" y="143"/>
                </a:lnTo>
                <a:lnTo>
                  <a:pt x="379" y="143"/>
                </a:lnTo>
                <a:lnTo>
                  <a:pt x="379" y="143"/>
                </a:lnTo>
                <a:cubicBezTo>
                  <a:pt x="379" y="142"/>
                  <a:pt x="380" y="142"/>
                  <a:pt x="380" y="141"/>
                </a:cubicBezTo>
                <a:lnTo>
                  <a:pt x="380" y="141"/>
                </a:lnTo>
                <a:cubicBezTo>
                  <a:pt x="380" y="141"/>
                  <a:pt x="380" y="141"/>
                  <a:pt x="381" y="14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7839383" y="10362976"/>
            <a:ext cx="353691" cy="167021"/>
          </a:xfrm>
          <a:custGeom>
            <a:rect b="b" l="l" r="r" t="t"/>
            <a:pathLst>
              <a:path extrusionOk="0" h="149" w="318">
                <a:moveTo>
                  <a:pt x="24" y="49"/>
                </a:moveTo>
                <a:lnTo>
                  <a:pt x="156" y="49"/>
                </a:lnTo>
                <a:lnTo>
                  <a:pt x="275" y="143"/>
                </a:lnTo>
                <a:lnTo>
                  <a:pt x="275" y="143"/>
                </a:lnTo>
                <a:cubicBezTo>
                  <a:pt x="279" y="146"/>
                  <a:pt x="284" y="148"/>
                  <a:pt x="290" y="148"/>
                </a:cubicBezTo>
                <a:lnTo>
                  <a:pt x="290" y="148"/>
                </a:lnTo>
                <a:cubicBezTo>
                  <a:pt x="297" y="148"/>
                  <a:pt x="304" y="145"/>
                  <a:pt x="309" y="139"/>
                </a:cubicBezTo>
                <a:lnTo>
                  <a:pt x="309" y="139"/>
                </a:lnTo>
                <a:cubicBezTo>
                  <a:pt x="317" y="128"/>
                  <a:pt x="315" y="113"/>
                  <a:pt x="305" y="104"/>
                </a:cubicBezTo>
                <a:lnTo>
                  <a:pt x="179" y="6"/>
                </a:lnTo>
                <a:lnTo>
                  <a:pt x="179" y="6"/>
                </a:lnTo>
                <a:cubicBezTo>
                  <a:pt x="179" y="5"/>
                  <a:pt x="179" y="5"/>
                  <a:pt x="179" y="5"/>
                </a:cubicBezTo>
                <a:lnTo>
                  <a:pt x="179" y="5"/>
                </a:lnTo>
                <a:lnTo>
                  <a:pt x="178" y="4"/>
                </a:lnTo>
                <a:lnTo>
                  <a:pt x="178" y="4"/>
                </a:lnTo>
                <a:lnTo>
                  <a:pt x="177" y="4"/>
                </a:lnTo>
                <a:lnTo>
                  <a:pt x="177" y="4"/>
                </a:lnTo>
                <a:cubicBezTo>
                  <a:pt x="177" y="3"/>
                  <a:pt x="177" y="3"/>
                  <a:pt x="176" y="3"/>
                </a:cubicBezTo>
                <a:lnTo>
                  <a:pt x="176" y="3"/>
                </a:lnTo>
                <a:cubicBezTo>
                  <a:pt x="175" y="3"/>
                  <a:pt x="175" y="3"/>
                  <a:pt x="175" y="3"/>
                </a:cubicBezTo>
                <a:lnTo>
                  <a:pt x="175" y="3"/>
                </a:lnTo>
                <a:cubicBezTo>
                  <a:pt x="175" y="3"/>
                  <a:pt x="174" y="2"/>
                  <a:pt x="173" y="2"/>
                </a:cubicBezTo>
                <a:lnTo>
                  <a:pt x="173" y="2"/>
                </a:lnTo>
                <a:cubicBezTo>
                  <a:pt x="173" y="2"/>
                  <a:pt x="173" y="2"/>
                  <a:pt x="173" y="1"/>
                </a:cubicBezTo>
                <a:lnTo>
                  <a:pt x="173" y="1"/>
                </a:lnTo>
                <a:cubicBezTo>
                  <a:pt x="172" y="1"/>
                  <a:pt x="172" y="1"/>
                  <a:pt x="172" y="1"/>
                </a:cubicBezTo>
                <a:lnTo>
                  <a:pt x="172" y="1"/>
                </a:lnTo>
                <a:cubicBezTo>
                  <a:pt x="171" y="1"/>
                  <a:pt x="170" y="1"/>
                  <a:pt x="170" y="1"/>
                </a:cubicBezTo>
                <a:lnTo>
                  <a:pt x="170" y="1"/>
                </a:lnTo>
                <a:lnTo>
                  <a:pt x="169" y="1"/>
                </a:lnTo>
                <a:lnTo>
                  <a:pt x="169" y="1"/>
                </a:lnTo>
                <a:cubicBezTo>
                  <a:pt x="168" y="1"/>
                  <a:pt x="168" y="1"/>
                  <a:pt x="168" y="0"/>
                </a:cubicBezTo>
                <a:lnTo>
                  <a:pt x="168" y="0"/>
                </a:lnTo>
                <a:cubicBezTo>
                  <a:pt x="167" y="0"/>
                  <a:pt x="167" y="0"/>
                  <a:pt x="167" y="0"/>
                </a:cubicBezTo>
                <a:lnTo>
                  <a:pt x="167" y="0"/>
                </a:lnTo>
                <a:cubicBezTo>
                  <a:pt x="166" y="0"/>
                  <a:pt x="166" y="0"/>
                  <a:pt x="166" y="0"/>
                </a:cubicBezTo>
                <a:lnTo>
                  <a:pt x="166" y="0"/>
                </a:lnTo>
                <a:cubicBezTo>
                  <a:pt x="165" y="0"/>
                  <a:pt x="165" y="0"/>
                  <a:pt x="164" y="0"/>
                </a:cubicBezTo>
                <a:lnTo>
                  <a:pt x="24" y="0"/>
                </a:lnTo>
                <a:lnTo>
                  <a:pt x="24" y="0"/>
                </a:lnTo>
                <a:lnTo>
                  <a:pt x="24" y="0"/>
                </a:lnTo>
                <a:cubicBezTo>
                  <a:pt x="11" y="0"/>
                  <a:pt x="0" y="11"/>
                  <a:pt x="0" y="25"/>
                </a:cubicBezTo>
                <a:lnTo>
                  <a:pt x="0" y="25"/>
                </a:lnTo>
                <a:cubicBezTo>
                  <a:pt x="0" y="38"/>
                  <a:pt x="11" y="49"/>
                  <a:pt x="24" y="49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7947455" y="11728615"/>
            <a:ext cx="314392" cy="314392"/>
          </a:xfrm>
          <a:custGeom>
            <a:rect b="b" l="l" r="r" t="t"/>
            <a:pathLst>
              <a:path extrusionOk="0" h="281" w="282">
                <a:moveTo>
                  <a:pt x="140" y="48"/>
                </a:moveTo>
                <a:lnTo>
                  <a:pt x="140" y="48"/>
                </a:lnTo>
                <a:cubicBezTo>
                  <a:pt x="90" y="48"/>
                  <a:pt x="49" y="89"/>
                  <a:pt x="49" y="139"/>
                </a:cubicBezTo>
                <a:lnTo>
                  <a:pt x="49" y="139"/>
                </a:lnTo>
                <a:cubicBezTo>
                  <a:pt x="49" y="190"/>
                  <a:pt x="90" y="231"/>
                  <a:pt x="140" y="231"/>
                </a:cubicBezTo>
                <a:lnTo>
                  <a:pt x="140" y="231"/>
                </a:lnTo>
                <a:cubicBezTo>
                  <a:pt x="191" y="231"/>
                  <a:pt x="232" y="190"/>
                  <a:pt x="232" y="139"/>
                </a:cubicBezTo>
                <a:lnTo>
                  <a:pt x="232" y="139"/>
                </a:lnTo>
                <a:cubicBezTo>
                  <a:pt x="232" y="89"/>
                  <a:pt x="191" y="48"/>
                  <a:pt x="140" y="48"/>
                </a:cubicBezTo>
                <a:close/>
                <a:moveTo>
                  <a:pt x="140" y="280"/>
                </a:moveTo>
                <a:lnTo>
                  <a:pt x="140" y="280"/>
                </a:lnTo>
                <a:cubicBezTo>
                  <a:pt x="63" y="280"/>
                  <a:pt x="0" y="217"/>
                  <a:pt x="0" y="139"/>
                </a:cubicBezTo>
                <a:lnTo>
                  <a:pt x="0" y="139"/>
                </a:lnTo>
                <a:cubicBezTo>
                  <a:pt x="0" y="63"/>
                  <a:pt x="63" y="0"/>
                  <a:pt x="140" y="0"/>
                </a:cubicBezTo>
                <a:lnTo>
                  <a:pt x="140" y="0"/>
                </a:lnTo>
                <a:cubicBezTo>
                  <a:pt x="218" y="0"/>
                  <a:pt x="281" y="63"/>
                  <a:pt x="281" y="139"/>
                </a:cubicBezTo>
                <a:lnTo>
                  <a:pt x="281" y="139"/>
                </a:lnTo>
                <a:cubicBezTo>
                  <a:pt x="281" y="217"/>
                  <a:pt x="218" y="280"/>
                  <a:pt x="140" y="28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7839383" y="12067570"/>
            <a:ext cx="530536" cy="299653"/>
          </a:xfrm>
          <a:custGeom>
            <a:rect b="b" l="l" r="r" t="t"/>
            <a:pathLst>
              <a:path extrusionOk="0" h="267" w="476">
                <a:moveTo>
                  <a:pt x="49" y="217"/>
                </a:moveTo>
                <a:lnTo>
                  <a:pt x="426" y="217"/>
                </a:lnTo>
                <a:lnTo>
                  <a:pt x="426" y="217"/>
                </a:lnTo>
                <a:cubicBezTo>
                  <a:pt x="426" y="191"/>
                  <a:pt x="426" y="163"/>
                  <a:pt x="426" y="143"/>
                </a:cubicBezTo>
                <a:lnTo>
                  <a:pt x="426" y="143"/>
                </a:lnTo>
                <a:cubicBezTo>
                  <a:pt x="426" y="125"/>
                  <a:pt x="417" y="109"/>
                  <a:pt x="403" y="99"/>
                </a:cubicBezTo>
                <a:lnTo>
                  <a:pt x="403" y="99"/>
                </a:lnTo>
                <a:cubicBezTo>
                  <a:pt x="357" y="67"/>
                  <a:pt x="298" y="49"/>
                  <a:pt x="237" y="49"/>
                </a:cubicBezTo>
                <a:lnTo>
                  <a:pt x="237" y="49"/>
                </a:lnTo>
                <a:cubicBezTo>
                  <a:pt x="177" y="49"/>
                  <a:pt x="118" y="67"/>
                  <a:pt x="73" y="98"/>
                </a:cubicBezTo>
                <a:lnTo>
                  <a:pt x="73" y="98"/>
                </a:lnTo>
                <a:cubicBezTo>
                  <a:pt x="58" y="109"/>
                  <a:pt x="49" y="125"/>
                  <a:pt x="49" y="143"/>
                </a:cubicBezTo>
                <a:lnTo>
                  <a:pt x="49" y="217"/>
                </a:lnTo>
                <a:close/>
                <a:moveTo>
                  <a:pt x="451" y="266"/>
                </a:moveTo>
                <a:lnTo>
                  <a:pt x="25" y="266"/>
                </a:lnTo>
                <a:lnTo>
                  <a:pt x="25" y="266"/>
                </a:lnTo>
                <a:cubicBezTo>
                  <a:pt x="11" y="266"/>
                  <a:pt x="0" y="255"/>
                  <a:pt x="0" y="241"/>
                </a:cubicBezTo>
                <a:lnTo>
                  <a:pt x="0" y="143"/>
                </a:lnTo>
                <a:lnTo>
                  <a:pt x="0" y="143"/>
                </a:lnTo>
                <a:cubicBezTo>
                  <a:pt x="0" y="109"/>
                  <a:pt x="17" y="78"/>
                  <a:pt x="45" y="58"/>
                </a:cubicBezTo>
                <a:lnTo>
                  <a:pt x="45" y="58"/>
                </a:lnTo>
                <a:cubicBezTo>
                  <a:pt x="99" y="21"/>
                  <a:pt x="167" y="0"/>
                  <a:pt x="237" y="0"/>
                </a:cubicBezTo>
                <a:lnTo>
                  <a:pt x="237" y="0"/>
                </a:lnTo>
                <a:cubicBezTo>
                  <a:pt x="308" y="0"/>
                  <a:pt x="378" y="21"/>
                  <a:pt x="431" y="59"/>
                </a:cubicBezTo>
                <a:lnTo>
                  <a:pt x="431" y="59"/>
                </a:lnTo>
                <a:cubicBezTo>
                  <a:pt x="458" y="78"/>
                  <a:pt x="475" y="109"/>
                  <a:pt x="475" y="142"/>
                </a:cubicBezTo>
                <a:lnTo>
                  <a:pt x="475" y="142"/>
                </a:lnTo>
                <a:cubicBezTo>
                  <a:pt x="475" y="170"/>
                  <a:pt x="475" y="209"/>
                  <a:pt x="475" y="241"/>
                </a:cubicBezTo>
                <a:lnTo>
                  <a:pt x="475" y="241"/>
                </a:lnTo>
                <a:cubicBezTo>
                  <a:pt x="475" y="255"/>
                  <a:pt x="464" y="266"/>
                  <a:pt x="451" y="2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8310970" y="11782653"/>
            <a:ext cx="260357" cy="265268"/>
          </a:xfrm>
          <a:custGeom>
            <a:rect b="b" l="l" r="r" t="t"/>
            <a:pathLst>
              <a:path extrusionOk="0" h="236" w="235">
                <a:moveTo>
                  <a:pt x="117" y="49"/>
                </a:moveTo>
                <a:lnTo>
                  <a:pt x="117" y="49"/>
                </a:lnTo>
                <a:cubicBezTo>
                  <a:pt x="79" y="49"/>
                  <a:pt x="49" y="79"/>
                  <a:pt x="49" y="118"/>
                </a:cubicBezTo>
                <a:lnTo>
                  <a:pt x="49" y="118"/>
                </a:lnTo>
                <a:cubicBezTo>
                  <a:pt x="49" y="155"/>
                  <a:pt x="79" y="185"/>
                  <a:pt x="117" y="185"/>
                </a:cubicBezTo>
                <a:lnTo>
                  <a:pt x="117" y="185"/>
                </a:lnTo>
                <a:cubicBezTo>
                  <a:pt x="155" y="185"/>
                  <a:pt x="185" y="155"/>
                  <a:pt x="185" y="118"/>
                </a:cubicBezTo>
                <a:lnTo>
                  <a:pt x="185" y="118"/>
                </a:lnTo>
                <a:cubicBezTo>
                  <a:pt x="185" y="79"/>
                  <a:pt x="155" y="49"/>
                  <a:pt x="117" y="49"/>
                </a:cubicBezTo>
                <a:close/>
                <a:moveTo>
                  <a:pt x="117" y="235"/>
                </a:moveTo>
                <a:lnTo>
                  <a:pt x="117" y="235"/>
                </a:lnTo>
                <a:cubicBezTo>
                  <a:pt x="52" y="235"/>
                  <a:pt x="0" y="182"/>
                  <a:pt x="0" y="118"/>
                </a:cubicBezTo>
                <a:lnTo>
                  <a:pt x="0" y="118"/>
                </a:lnTo>
                <a:cubicBezTo>
                  <a:pt x="0" y="53"/>
                  <a:pt x="52" y="0"/>
                  <a:pt x="117" y="0"/>
                </a:cubicBezTo>
                <a:lnTo>
                  <a:pt x="117" y="0"/>
                </a:lnTo>
                <a:cubicBezTo>
                  <a:pt x="182" y="0"/>
                  <a:pt x="234" y="53"/>
                  <a:pt x="234" y="118"/>
                </a:cubicBezTo>
                <a:lnTo>
                  <a:pt x="234" y="118"/>
                </a:lnTo>
                <a:cubicBezTo>
                  <a:pt x="234" y="182"/>
                  <a:pt x="182" y="235"/>
                  <a:pt x="117" y="23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8345358" y="12082306"/>
            <a:ext cx="338952" cy="270182"/>
          </a:xfrm>
          <a:custGeom>
            <a:rect b="b" l="l" r="r" t="t"/>
            <a:pathLst>
              <a:path extrusionOk="0" h="244" w="304">
                <a:moveTo>
                  <a:pt x="279" y="243"/>
                </a:moveTo>
                <a:lnTo>
                  <a:pt x="90" y="243"/>
                </a:lnTo>
                <a:lnTo>
                  <a:pt x="90" y="243"/>
                </a:lnTo>
                <a:cubicBezTo>
                  <a:pt x="77" y="243"/>
                  <a:pt x="66" y="232"/>
                  <a:pt x="66" y="218"/>
                </a:cubicBezTo>
                <a:lnTo>
                  <a:pt x="66" y="218"/>
                </a:lnTo>
                <a:cubicBezTo>
                  <a:pt x="66" y="205"/>
                  <a:pt x="77" y="194"/>
                  <a:pt x="90" y="194"/>
                </a:cubicBezTo>
                <a:lnTo>
                  <a:pt x="254" y="194"/>
                </a:lnTo>
                <a:lnTo>
                  <a:pt x="254" y="194"/>
                </a:lnTo>
                <a:cubicBezTo>
                  <a:pt x="254" y="172"/>
                  <a:pt x="254" y="149"/>
                  <a:pt x="254" y="131"/>
                </a:cubicBezTo>
                <a:lnTo>
                  <a:pt x="254" y="131"/>
                </a:lnTo>
                <a:cubicBezTo>
                  <a:pt x="254" y="116"/>
                  <a:pt x="246" y="103"/>
                  <a:pt x="235" y="94"/>
                </a:cubicBezTo>
                <a:lnTo>
                  <a:pt x="235" y="94"/>
                </a:lnTo>
                <a:cubicBezTo>
                  <a:pt x="194" y="65"/>
                  <a:pt x="142" y="50"/>
                  <a:pt x="88" y="50"/>
                </a:cubicBezTo>
                <a:lnTo>
                  <a:pt x="88" y="50"/>
                </a:lnTo>
                <a:cubicBezTo>
                  <a:pt x="70" y="50"/>
                  <a:pt x="50" y="52"/>
                  <a:pt x="32" y="56"/>
                </a:cubicBezTo>
                <a:lnTo>
                  <a:pt x="32" y="56"/>
                </a:lnTo>
                <a:cubicBezTo>
                  <a:pt x="19" y="58"/>
                  <a:pt x="6" y="50"/>
                  <a:pt x="3" y="37"/>
                </a:cubicBezTo>
                <a:lnTo>
                  <a:pt x="3" y="37"/>
                </a:lnTo>
                <a:cubicBezTo>
                  <a:pt x="0" y="23"/>
                  <a:pt x="9" y="10"/>
                  <a:pt x="22" y="7"/>
                </a:cubicBezTo>
                <a:lnTo>
                  <a:pt x="22" y="7"/>
                </a:lnTo>
                <a:cubicBezTo>
                  <a:pt x="44" y="3"/>
                  <a:pt x="66" y="0"/>
                  <a:pt x="88" y="0"/>
                </a:cubicBezTo>
                <a:lnTo>
                  <a:pt x="88" y="0"/>
                </a:lnTo>
                <a:cubicBezTo>
                  <a:pt x="152" y="0"/>
                  <a:pt x="214" y="19"/>
                  <a:pt x="263" y="54"/>
                </a:cubicBezTo>
                <a:lnTo>
                  <a:pt x="263" y="54"/>
                </a:lnTo>
                <a:cubicBezTo>
                  <a:pt x="288" y="71"/>
                  <a:pt x="302" y="99"/>
                  <a:pt x="302" y="130"/>
                </a:cubicBezTo>
                <a:lnTo>
                  <a:pt x="302" y="130"/>
                </a:lnTo>
                <a:cubicBezTo>
                  <a:pt x="302" y="155"/>
                  <a:pt x="303" y="190"/>
                  <a:pt x="303" y="218"/>
                </a:cubicBezTo>
                <a:lnTo>
                  <a:pt x="303" y="218"/>
                </a:lnTo>
                <a:cubicBezTo>
                  <a:pt x="303" y="232"/>
                  <a:pt x="292" y="243"/>
                  <a:pt x="279" y="24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8050616" y="7223973"/>
            <a:ext cx="722117" cy="550185"/>
          </a:xfrm>
          <a:custGeom>
            <a:rect b="b" l="l" r="r" t="t"/>
            <a:pathLst>
              <a:path extrusionOk="0" h="496" w="648">
                <a:moveTo>
                  <a:pt x="642" y="279"/>
                </a:moveTo>
                <a:lnTo>
                  <a:pt x="642" y="279"/>
                </a:lnTo>
                <a:cubicBezTo>
                  <a:pt x="641" y="277"/>
                  <a:pt x="640" y="274"/>
                  <a:pt x="638" y="273"/>
                </a:cubicBezTo>
                <a:lnTo>
                  <a:pt x="638" y="273"/>
                </a:lnTo>
                <a:cubicBezTo>
                  <a:pt x="595" y="213"/>
                  <a:pt x="544" y="159"/>
                  <a:pt x="490" y="117"/>
                </a:cubicBezTo>
                <a:lnTo>
                  <a:pt x="490" y="117"/>
                </a:lnTo>
                <a:cubicBezTo>
                  <a:pt x="390" y="39"/>
                  <a:pt x="284" y="0"/>
                  <a:pt x="174" y="1"/>
                </a:cubicBezTo>
                <a:lnTo>
                  <a:pt x="174" y="1"/>
                </a:lnTo>
                <a:cubicBezTo>
                  <a:pt x="121" y="2"/>
                  <a:pt x="69" y="12"/>
                  <a:pt x="19" y="31"/>
                </a:cubicBezTo>
                <a:lnTo>
                  <a:pt x="19" y="31"/>
                </a:lnTo>
                <a:cubicBezTo>
                  <a:pt x="6" y="36"/>
                  <a:pt x="0" y="50"/>
                  <a:pt x="4" y="63"/>
                </a:cubicBezTo>
                <a:lnTo>
                  <a:pt x="4" y="63"/>
                </a:lnTo>
                <a:cubicBezTo>
                  <a:pt x="9" y="75"/>
                  <a:pt x="24" y="82"/>
                  <a:pt x="36" y="77"/>
                </a:cubicBezTo>
                <a:lnTo>
                  <a:pt x="36" y="77"/>
                </a:lnTo>
                <a:cubicBezTo>
                  <a:pt x="81" y="60"/>
                  <a:pt x="128" y="51"/>
                  <a:pt x="175" y="51"/>
                </a:cubicBezTo>
                <a:lnTo>
                  <a:pt x="175" y="51"/>
                </a:lnTo>
                <a:cubicBezTo>
                  <a:pt x="176" y="51"/>
                  <a:pt x="178" y="51"/>
                  <a:pt x="179" y="51"/>
                </a:cubicBezTo>
                <a:lnTo>
                  <a:pt x="179" y="51"/>
                </a:lnTo>
                <a:cubicBezTo>
                  <a:pt x="382" y="51"/>
                  <a:pt x="528" y="209"/>
                  <a:pt x="590" y="291"/>
                </a:cubicBezTo>
                <a:lnTo>
                  <a:pt x="590" y="291"/>
                </a:lnTo>
                <a:cubicBezTo>
                  <a:pt x="542" y="354"/>
                  <a:pt x="485" y="410"/>
                  <a:pt x="426" y="450"/>
                </a:cubicBezTo>
                <a:lnTo>
                  <a:pt x="426" y="450"/>
                </a:lnTo>
                <a:cubicBezTo>
                  <a:pt x="415" y="457"/>
                  <a:pt x="412" y="473"/>
                  <a:pt x="419" y="484"/>
                </a:cubicBezTo>
                <a:lnTo>
                  <a:pt x="419" y="484"/>
                </a:lnTo>
                <a:cubicBezTo>
                  <a:pt x="424" y="491"/>
                  <a:pt x="432" y="495"/>
                  <a:pt x="440" y="495"/>
                </a:cubicBezTo>
                <a:lnTo>
                  <a:pt x="440" y="495"/>
                </a:lnTo>
                <a:cubicBezTo>
                  <a:pt x="444" y="495"/>
                  <a:pt x="449" y="493"/>
                  <a:pt x="453" y="490"/>
                </a:cubicBezTo>
                <a:lnTo>
                  <a:pt x="453" y="490"/>
                </a:lnTo>
                <a:cubicBezTo>
                  <a:pt x="523" y="444"/>
                  <a:pt x="587" y="380"/>
                  <a:pt x="641" y="305"/>
                </a:cubicBezTo>
                <a:lnTo>
                  <a:pt x="641" y="305"/>
                </a:lnTo>
                <a:cubicBezTo>
                  <a:pt x="646" y="297"/>
                  <a:pt x="647" y="287"/>
                  <a:pt x="642" y="279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8134125" y="7336956"/>
            <a:ext cx="329130" cy="319306"/>
          </a:xfrm>
          <a:custGeom>
            <a:rect b="b" l="l" r="r" t="t"/>
            <a:pathLst>
              <a:path extrusionOk="0" h="287" w="294">
                <a:moveTo>
                  <a:pt x="243" y="284"/>
                </a:moveTo>
                <a:lnTo>
                  <a:pt x="243" y="284"/>
                </a:lnTo>
                <a:cubicBezTo>
                  <a:pt x="246" y="285"/>
                  <a:pt x="250" y="286"/>
                  <a:pt x="253" y="286"/>
                </a:cubicBezTo>
                <a:lnTo>
                  <a:pt x="253" y="286"/>
                </a:lnTo>
                <a:cubicBezTo>
                  <a:pt x="263" y="286"/>
                  <a:pt x="271" y="280"/>
                  <a:pt x="276" y="271"/>
                </a:cubicBezTo>
                <a:lnTo>
                  <a:pt x="276" y="271"/>
                </a:lnTo>
                <a:cubicBezTo>
                  <a:pt x="287" y="246"/>
                  <a:pt x="293" y="220"/>
                  <a:pt x="293" y="192"/>
                </a:cubicBezTo>
                <a:lnTo>
                  <a:pt x="293" y="192"/>
                </a:lnTo>
                <a:cubicBezTo>
                  <a:pt x="293" y="87"/>
                  <a:pt x="207" y="0"/>
                  <a:pt x="101" y="0"/>
                </a:cubicBezTo>
                <a:lnTo>
                  <a:pt x="101" y="0"/>
                </a:lnTo>
                <a:cubicBezTo>
                  <a:pt x="71" y="0"/>
                  <a:pt x="44" y="7"/>
                  <a:pt x="18" y="19"/>
                </a:cubicBezTo>
                <a:lnTo>
                  <a:pt x="18" y="19"/>
                </a:lnTo>
                <a:cubicBezTo>
                  <a:pt x="5" y="25"/>
                  <a:pt x="0" y="40"/>
                  <a:pt x="6" y="52"/>
                </a:cubicBezTo>
                <a:lnTo>
                  <a:pt x="6" y="52"/>
                </a:lnTo>
                <a:cubicBezTo>
                  <a:pt x="12" y="64"/>
                  <a:pt x="27" y="70"/>
                  <a:pt x="39" y="63"/>
                </a:cubicBezTo>
                <a:lnTo>
                  <a:pt x="39" y="63"/>
                </a:lnTo>
                <a:cubicBezTo>
                  <a:pt x="59" y="54"/>
                  <a:pt x="79" y="50"/>
                  <a:pt x="101" y="50"/>
                </a:cubicBezTo>
                <a:lnTo>
                  <a:pt x="101" y="50"/>
                </a:lnTo>
                <a:cubicBezTo>
                  <a:pt x="179" y="50"/>
                  <a:pt x="243" y="113"/>
                  <a:pt x="243" y="192"/>
                </a:cubicBezTo>
                <a:lnTo>
                  <a:pt x="243" y="192"/>
                </a:lnTo>
                <a:cubicBezTo>
                  <a:pt x="243" y="213"/>
                  <a:pt x="239" y="233"/>
                  <a:pt x="231" y="251"/>
                </a:cubicBezTo>
                <a:lnTo>
                  <a:pt x="231" y="251"/>
                </a:lnTo>
                <a:cubicBezTo>
                  <a:pt x="225" y="263"/>
                  <a:pt x="231" y="278"/>
                  <a:pt x="243" y="284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7726400" y="7125725"/>
            <a:ext cx="943175" cy="849839"/>
          </a:xfrm>
          <a:custGeom>
            <a:rect b="b" l="l" r="r" t="t"/>
            <a:pathLst>
              <a:path extrusionOk="0" h="762" w="848">
                <a:moveTo>
                  <a:pt x="472" y="622"/>
                </a:moveTo>
                <a:lnTo>
                  <a:pt x="472" y="622"/>
                </a:lnTo>
                <a:cubicBezTo>
                  <a:pt x="267" y="624"/>
                  <a:pt x="120" y="464"/>
                  <a:pt x="57" y="381"/>
                </a:cubicBezTo>
                <a:lnTo>
                  <a:pt x="57" y="381"/>
                </a:lnTo>
                <a:cubicBezTo>
                  <a:pt x="113" y="306"/>
                  <a:pt x="181" y="244"/>
                  <a:pt x="252" y="203"/>
                </a:cubicBezTo>
                <a:lnTo>
                  <a:pt x="314" y="264"/>
                </a:lnTo>
                <a:lnTo>
                  <a:pt x="314" y="264"/>
                </a:lnTo>
                <a:cubicBezTo>
                  <a:pt x="288" y="298"/>
                  <a:pt x="274" y="339"/>
                  <a:pt x="274" y="381"/>
                </a:cubicBezTo>
                <a:lnTo>
                  <a:pt x="274" y="381"/>
                </a:lnTo>
                <a:cubicBezTo>
                  <a:pt x="274" y="487"/>
                  <a:pt x="360" y="573"/>
                  <a:pt x="466" y="573"/>
                </a:cubicBezTo>
                <a:lnTo>
                  <a:pt x="466" y="573"/>
                </a:lnTo>
                <a:cubicBezTo>
                  <a:pt x="509" y="573"/>
                  <a:pt x="550" y="559"/>
                  <a:pt x="583" y="534"/>
                </a:cubicBezTo>
                <a:lnTo>
                  <a:pt x="635" y="585"/>
                </a:lnTo>
                <a:lnTo>
                  <a:pt x="635" y="585"/>
                </a:lnTo>
                <a:cubicBezTo>
                  <a:pt x="581" y="609"/>
                  <a:pt x="527" y="621"/>
                  <a:pt x="472" y="622"/>
                </a:cubicBezTo>
                <a:close/>
                <a:moveTo>
                  <a:pt x="349" y="300"/>
                </a:moveTo>
                <a:lnTo>
                  <a:pt x="548" y="498"/>
                </a:lnTo>
                <a:lnTo>
                  <a:pt x="548" y="498"/>
                </a:lnTo>
                <a:cubicBezTo>
                  <a:pt x="524" y="515"/>
                  <a:pt x="495" y="525"/>
                  <a:pt x="466" y="525"/>
                </a:cubicBezTo>
                <a:lnTo>
                  <a:pt x="466" y="525"/>
                </a:lnTo>
                <a:cubicBezTo>
                  <a:pt x="387" y="525"/>
                  <a:pt x="322" y="460"/>
                  <a:pt x="322" y="381"/>
                </a:cubicBezTo>
                <a:lnTo>
                  <a:pt x="322" y="381"/>
                </a:lnTo>
                <a:cubicBezTo>
                  <a:pt x="322" y="352"/>
                  <a:pt x="332" y="323"/>
                  <a:pt x="349" y="300"/>
                </a:cubicBezTo>
                <a:close/>
                <a:moveTo>
                  <a:pt x="128" y="9"/>
                </a:moveTo>
                <a:lnTo>
                  <a:pt x="128" y="9"/>
                </a:lnTo>
                <a:cubicBezTo>
                  <a:pt x="119" y="0"/>
                  <a:pt x="103" y="0"/>
                  <a:pt x="94" y="9"/>
                </a:cubicBezTo>
                <a:lnTo>
                  <a:pt x="94" y="9"/>
                </a:lnTo>
                <a:cubicBezTo>
                  <a:pt x="84" y="19"/>
                  <a:pt x="84" y="35"/>
                  <a:pt x="94" y="44"/>
                </a:cubicBezTo>
                <a:lnTo>
                  <a:pt x="216" y="167"/>
                </a:lnTo>
                <a:lnTo>
                  <a:pt x="216" y="167"/>
                </a:lnTo>
                <a:cubicBezTo>
                  <a:pt x="171" y="194"/>
                  <a:pt x="127" y="229"/>
                  <a:pt x="86" y="271"/>
                </a:cubicBezTo>
                <a:lnTo>
                  <a:pt x="86" y="271"/>
                </a:lnTo>
                <a:cubicBezTo>
                  <a:pt x="58" y="301"/>
                  <a:pt x="31" y="333"/>
                  <a:pt x="6" y="367"/>
                </a:cubicBezTo>
                <a:lnTo>
                  <a:pt x="6" y="367"/>
                </a:lnTo>
                <a:cubicBezTo>
                  <a:pt x="1" y="375"/>
                  <a:pt x="0" y="385"/>
                  <a:pt x="4" y="393"/>
                </a:cubicBezTo>
                <a:lnTo>
                  <a:pt x="4" y="393"/>
                </a:lnTo>
                <a:cubicBezTo>
                  <a:pt x="5" y="395"/>
                  <a:pt x="7" y="397"/>
                  <a:pt x="9" y="399"/>
                </a:cubicBezTo>
                <a:lnTo>
                  <a:pt x="9" y="399"/>
                </a:lnTo>
                <a:cubicBezTo>
                  <a:pt x="52" y="458"/>
                  <a:pt x="103" y="512"/>
                  <a:pt x="157" y="554"/>
                </a:cubicBezTo>
                <a:lnTo>
                  <a:pt x="157" y="554"/>
                </a:lnTo>
                <a:cubicBezTo>
                  <a:pt x="255" y="632"/>
                  <a:pt x="360" y="671"/>
                  <a:pt x="468" y="671"/>
                </a:cubicBezTo>
                <a:lnTo>
                  <a:pt x="468" y="671"/>
                </a:lnTo>
                <a:cubicBezTo>
                  <a:pt x="469" y="671"/>
                  <a:pt x="471" y="671"/>
                  <a:pt x="473" y="671"/>
                </a:cubicBezTo>
                <a:lnTo>
                  <a:pt x="473" y="671"/>
                </a:lnTo>
                <a:cubicBezTo>
                  <a:pt x="540" y="670"/>
                  <a:pt x="607" y="654"/>
                  <a:pt x="672" y="622"/>
                </a:cubicBezTo>
                <a:lnTo>
                  <a:pt x="803" y="753"/>
                </a:lnTo>
                <a:lnTo>
                  <a:pt x="803" y="753"/>
                </a:lnTo>
                <a:cubicBezTo>
                  <a:pt x="808" y="758"/>
                  <a:pt x="814" y="761"/>
                  <a:pt x="820" y="761"/>
                </a:cubicBezTo>
                <a:lnTo>
                  <a:pt x="820" y="761"/>
                </a:lnTo>
                <a:cubicBezTo>
                  <a:pt x="826" y="761"/>
                  <a:pt x="833" y="758"/>
                  <a:pt x="837" y="753"/>
                </a:cubicBezTo>
                <a:lnTo>
                  <a:pt x="837" y="753"/>
                </a:lnTo>
                <a:cubicBezTo>
                  <a:pt x="847" y="744"/>
                  <a:pt x="847" y="728"/>
                  <a:pt x="837" y="719"/>
                </a:cubicBezTo>
                <a:lnTo>
                  <a:pt x="128" y="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7917980" y="8707509"/>
            <a:ext cx="658258" cy="677907"/>
          </a:xfrm>
          <a:custGeom>
            <a:rect b="b" l="l" r="r" t="t"/>
            <a:pathLst>
              <a:path extrusionOk="0" h="608" w="592">
                <a:moveTo>
                  <a:pt x="586" y="175"/>
                </a:moveTo>
                <a:lnTo>
                  <a:pt x="586" y="175"/>
                </a:lnTo>
                <a:lnTo>
                  <a:pt x="586" y="174"/>
                </a:lnTo>
                <a:lnTo>
                  <a:pt x="586" y="174"/>
                </a:lnTo>
                <a:cubicBezTo>
                  <a:pt x="586" y="173"/>
                  <a:pt x="587" y="173"/>
                  <a:pt x="587" y="173"/>
                </a:cubicBezTo>
                <a:lnTo>
                  <a:pt x="587" y="173"/>
                </a:lnTo>
                <a:lnTo>
                  <a:pt x="588" y="172"/>
                </a:lnTo>
                <a:lnTo>
                  <a:pt x="588" y="172"/>
                </a:lnTo>
                <a:lnTo>
                  <a:pt x="589" y="171"/>
                </a:lnTo>
                <a:lnTo>
                  <a:pt x="589" y="171"/>
                </a:lnTo>
                <a:cubicBezTo>
                  <a:pt x="589" y="170"/>
                  <a:pt x="589" y="170"/>
                  <a:pt x="589" y="170"/>
                </a:cubicBezTo>
                <a:lnTo>
                  <a:pt x="589" y="170"/>
                </a:lnTo>
                <a:cubicBezTo>
                  <a:pt x="589" y="169"/>
                  <a:pt x="589" y="169"/>
                  <a:pt x="589" y="168"/>
                </a:cubicBezTo>
                <a:lnTo>
                  <a:pt x="589" y="168"/>
                </a:lnTo>
                <a:cubicBezTo>
                  <a:pt x="590" y="168"/>
                  <a:pt x="590" y="168"/>
                  <a:pt x="590" y="167"/>
                </a:cubicBezTo>
                <a:lnTo>
                  <a:pt x="590" y="167"/>
                </a:lnTo>
                <a:cubicBezTo>
                  <a:pt x="590" y="167"/>
                  <a:pt x="590" y="167"/>
                  <a:pt x="590" y="166"/>
                </a:cubicBezTo>
                <a:lnTo>
                  <a:pt x="590" y="166"/>
                </a:lnTo>
                <a:lnTo>
                  <a:pt x="590" y="165"/>
                </a:lnTo>
                <a:lnTo>
                  <a:pt x="590" y="165"/>
                </a:lnTo>
                <a:lnTo>
                  <a:pt x="590" y="164"/>
                </a:lnTo>
                <a:lnTo>
                  <a:pt x="590" y="164"/>
                </a:lnTo>
                <a:lnTo>
                  <a:pt x="591" y="163"/>
                </a:lnTo>
                <a:lnTo>
                  <a:pt x="591" y="163"/>
                </a:lnTo>
                <a:cubicBezTo>
                  <a:pt x="591" y="162"/>
                  <a:pt x="591" y="161"/>
                  <a:pt x="591" y="160"/>
                </a:cubicBezTo>
                <a:lnTo>
                  <a:pt x="591" y="160"/>
                </a:lnTo>
                <a:lnTo>
                  <a:pt x="591" y="160"/>
                </a:lnTo>
                <a:cubicBezTo>
                  <a:pt x="591" y="159"/>
                  <a:pt x="591" y="159"/>
                  <a:pt x="591" y="158"/>
                </a:cubicBezTo>
                <a:lnTo>
                  <a:pt x="591" y="158"/>
                </a:lnTo>
                <a:lnTo>
                  <a:pt x="590" y="157"/>
                </a:lnTo>
                <a:lnTo>
                  <a:pt x="590" y="157"/>
                </a:lnTo>
                <a:cubicBezTo>
                  <a:pt x="590" y="156"/>
                  <a:pt x="590" y="155"/>
                  <a:pt x="590" y="155"/>
                </a:cubicBezTo>
                <a:lnTo>
                  <a:pt x="590" y="155"/>
                </a:lnTo>
                <a:lnTo>
                  <a:pt x="590" y="154"/>
                </a:lnTo>
                <a:lnTo>
                  <a:pt x="590" y="154"/>
                </a:lnTo>
                <a:cubicBezTo>
                  <a:pt x="590" y="154"/>
                  <a:pt x="590" y="154"/>
                  <a:pt x="590" y="153"/>
                </a:cubicBezTo>
                <a:lnTo>
                  <a:pt x="590" y="153"/>
                </a:lnTo>
                <a:cubicBezTo>
                  <a:pt x="590" y="153"/>
                  <a:pt x="590" y="153"/>
                  <a:pt x="589" y="152"/>
                </a:cubicBezTo>
                <a:lnTo>
                  <a:pt x="589" y="152"/>
                </a:lnTo>
                <a:cubicBezTo>
                  <a:pt x="589" y="151"/>
                  <a:pt x="589" y="151"/>
                  <a:pt x="589" y="151"/>
                </a:cubicBezTo>
                <a:lnTo>
                  <a:pt x="589" y="151"/>
                </a:lnTo>
                <a:cubicBezTo>
                  <a:pt x="589" y="151"/>
                  <a:pt x="589" y="150"/>
                  <a:pt x="589" y="149"/>
                </a:cubicBezTo>
                <a:lnTo>
                  <a:pt x="589" y="149"/>
                </a:lnTo>
                <a:lnTo>
                  <a:pt x="588" y="149"/>
                </a:lnTo>
                <a:lnTo>
                  <a:pt x="588" y="149"/>
                </a:lnTo>
                <a:cubicBezTo>
                  <a:pt x="588" y="148"/>
                  <a:pt x="587" y="148"/>
                  <a:pt x="587" y="148"/>
                </a:cubicBezTo>
                <a:lnTo>
                  <a:pt x="587" y="148"/>
                </a:lnTo>
                <a:cubicBezTo>
                  <a:pt x="587" y="147"/>
                  <a:pt x="586" y="147"/>
                  <a:pt x="586" y="147"/>
                </a:cubicBezTo>
                <a:lnTo>
                  <a:pt x="586" y="147"/>
                </a:lnTo>
                <a:cubicBezTo>
                  <a:pt x="586" y="147"/>
                  <a:pt x="586" y="146"/>
                  <a:pt x="586" y="145"/>
                </a:cubicBezTo>
                <a:lnTo>
                  <a:pt x="586" y="145"/>
                </a:lnTo>
                <a:cubicBezTo>
                  <a:pt x="585" y="145"/>
                  <a:pt x="585" y="145"/>
                  <a:pt x="585" y="145"/>
                </a:cubicBezTo>
                <a:lnTo>
                  <a:pt x="585" y="145"/>
                </a:lnTo>
                <a:cubicBezTo>
                  <a:pt x="585" y="144"/>
                  <a:pt x="584" y="143"/>
                  <a:pt x="584" y="143"/>
                </a:cubicBezTo>
                <a:lnTo>
                  <a:pt x="451" y="10"/>
                </a:lnTo>
                <a:lnTo>
                  <a:pt x="451" y="10"/>
                </a:lnTo>
                <a:cubicBezTo>
                  <a:pt x="441" y="0"/>
                  <a:pt x="426" y="0"/>
                  <a:pt x="416" y="10"/>
                </a:cubicBezTo>
                <a:lnTo>
                  <a:pt x="416" y="10"/>
                </a:lnTo>
                <a:cubicBezTo>
                  <a:pt x="406" y="19"/>
                  <a:pt x="406" y="35"/>
                  <a:pt x="416" y="45"/>
                </a:cubicBezTo>
                <a:lnTo>
                  <a:pt x="507" y="136"/>
                </a:lnTo>
                <a:lnTo>
                  <a:pt x="268" y="136"/>
                </a:lnTo>
                <a:lnTo>
                  <a:pt x="268" y="136"/>
                </a:lnTo>
                <a:cubicBezTo>
                  <a:pt x="209" y="136"/>
                  <a:pt x="163" y="147"/>
                  <a:pt x="125" y="168"/>
                </a:cubicBezTo>
                <a:lnTo>
                  <a:pt x="125" y="168"/>
                </a:lnTo>
                <a:cubicBezTo>
                  <a:pt x="89" y="189"/>
                  <a:pt x="61" y="220"/>
                  <a:pt x="42" y="263"/>
                </a:cubicBezTo>
                <a:lnTo>
                  <a:pt x="42" y="263"/>
                </a:lnTo>
                <a:cubicBezTo>
                  <a:pt x="25" y="299"/>
                  <a:pt x="14" y="345"/>
                  <a:pt x="7" y="403"/>
                </a:cubicBezTo>
                <a:lnTo>
                  <a:pt x="7" y="403"/>
                </a:lnTo>
                <a:cubicBezTo>
                  <a:pt x="3" y="450"/>
                  <a:pt x="0" y="505"/>
                  <a:pt x="0" y="583"/>
                </a:cubicBezTo>
                <a:lnTo>
                  <a:pt x="0" y="583"/>
                </a:lnTo>
                <a:cubicBezTo>
                  <a:pt x="0" y="596"/>
                  <a:pt x="11" y="607"/>
                  <a:pt x="25" y="607"/>
                </a:cubicBezTo>
                <a:lnTo>
                  <a:pt x="25" y="607"/>
                </a:lnTo>
                <a:cubicBezTo>
                  <a:pt x="38" y="607"/>
                  <a:pt x="49" y="596"/>
                  <a:pt x="49" y="583"/>
                </a:cubicBezTo>
                <a:lnTo>
                  <a:pt x="49" y="583"/>
                </a:lnTo>
                <a:cubicBezTo>
                  <a:pt x="49" y="452"/>
                  <a:pt x="56" y="351"/>
                  <a:pt x="86" y="283"/>
                </a:cubicBezTo>
                <a:lnTo>
                  <a:pt x="86" y="283"/>
                </a:lnTo>
                <a:cubicBezTo>
                  <a:pt x="118" y="216"/>
                  <a:pt x="174" y="185"/>
                  <a:pt x="268" y="185"/>
                </a:cubicBezTo>
                <a:lnTo>
                  <a:pt x="507" y="185"/>
                </a:lnTo>
                <a:lnTo>
                  <a:pt x="416" y="276"/>
                </a:lnTo>
                <a:lnTo>
                  <a:pt x="416" y="276"/>
                </a:lnTo>
                <a:cubicBezTo>
                  <a:pt x="406" y="285"/>
                  <a:pt x="406" y="301"/>
                  <a:pt x="416" y="310"/>
                </a:cubicBezTo>
                <a:lnTo>
                  <a:pt x="416" y="310"/>
                </a:lnTo>
                <a:cubicBezTo>
                  <a:pt x="421" y="315"/>
                  <a:pt x="427" y="318"/>
                  <a:pt x="433" y="318"/>
                </a:cubicBezTo>
                <a:lnTo>
                  <a:pt x="433" y="318"/>
                </a:lnTo>
                <a:cubicBezTo>
                  <a:pt x="440" y="318"/>
                  <a:pt x="446" y="315"/>
                  <a:pt x="451" y="310"/>
                </a:cubicBezTo>
                <a:lnTo>
                  <a:pt x="584" y="178"/>
                </a:lnTo>
                <a:lnTo>
                  <a:pt x="584" y="178"/>
                </a:lnTo>
                <a:lnTo>
                  <a:pt x="584" y="178"/>
                </a:lnTo>
                <a:lnTo>
                  <a:pt x="584" y="178"/>
                </a:lnTo>
                <a:cubicBezTo>
                  <a:pt x="584" y="177"/>
                  <a:pt x="585" y="176"/>
                  <a:pt x="585" y="176"/>
                </a:cubicBezTo>
                <a:lnTo>
                  <a:pt x="585" y="176"/>
                </a:lnTo>
                <a:cubicBezTo>
                  <a:pt x="585" y="176"/>
                  <a:pt x="585" y="175"/>
                  <a:pt x="586" y="17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16047494" y="3632444"/>
            <a:ext cx="4079963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Startup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Diagram</a:t>
            </a:r>
            <a:endParaRPr/>
          </a:p>
        </p:txBody>
      </p:sp>
      <p:sp>
        <p:nvSpPr>
          <p:cNvPr id="241" name="Google Shape;241;p5"/>
          <p:cNvSpPr txBox="1"/>
          <p:nvPr/>
        </p:nvSpPr>
        <p:spPr>
          <a:xfrm>
            <a:off x="16068156" y="6683207"/>
            <a:ext cx="5792935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Marketers must link the price to the real and perceived value of the product, but they also must take into account supply costs, seasonal discounts, and prices used by competitors.</a:t>
            </a:r>
            <a:endParaRPr/>
          </a:p>
        </p:txBody>
      </p:sp>
      <p:sp>
        <p:nvSpPr>
          <p:cNvPr id="242" name="Google Shape;242;p5"/>
          <p:cNvSpPr txBox="1"/>
          <p:nvPr/>
        </p:nvSpPr>
        <p:spPr>
          <a:xfrm>
            <a:off x="10046030" y="6893612"/>
            <a:ext cx="19188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 One</a:t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10021268" y="7454599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244" name="Google Shape;244;p5"/>
          <p:cNvSpPr txBox="1"/>
          <p:nvPr/>
        </p:nvSpPr>
        <p:spPr>
          <a:xfrm>
            <a:off x="10046030" y="8387795"/>
            <a:ext cx="19188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 Two</a:t>
            </a:r>
            <a:endParaRPr/>
          </a:p>
        </p:txBody>
      </p:sp>
      <p:sp>
        <p:nvSpPr>
          <p:cNvPr id="245" name="Google Shape;245;p5"/>
          <p:cNvSpPr/>
          <p:nvPr/>
        </p:nvSpPr>
        <p:spPr>
          <a:xfrm>
            <a:off x="10021268" y="8948782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246" name="Google Shape;246;p5"/>
          <p:cNvSpPr txBox="1"/>
          <p:nvPr/>
        </p:nvSpPr>
        <p:spPr>
          <a:xfrm>
            <a:off x="10039307" y="9880966"/>
            <a:ext cx="216415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 Three</a:t>
            </a:r>
            <a:endParaRPr b="1" sz="3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10014545" y="10441953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248" name="Google Shape;248;p5"/>
          <p:cNvSpPr txBox="1"/>
          <p:nvPr/>
        </p:nvSpPr>
        <p:spPr>
          <a:xfrm>
            <a:off x="10062504" y="11422819"/>
            <a:ext cx="201237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 Four</a:t>
            </a:r>
            <a:endParaRPr b="1" sz="3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10037742" y="11983806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250" name="Google Shape;250;p5"/>
          <p:cNvSpPr txBox="1"/>
          <p:nvPr/>
        </p:nvSpPr>
        <p:spPr>
          <a:xfrm>
            <a:off x="5274002" y="6942003"/>
            <a:ext cx="1374375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1" sz="6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5"/>
          <p:cNvSpPr txBox="1"/>
          <p:nvPr/>
        </p:nvSpPr>
        <p:spPr>
          <a:xfrm>
            <a:off x="5279149" y="8492464"/>
            <a:ext cx="1374375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b="1" sz="6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5"/>
          <p:cNvSpPr txBox="1"/>
          <p:nvPr/>
        </p:nvSpPr>
        <p:spPr>
          <a:xfrm>
            <a:off x="5274001" y="9990067"/>
            <a:ext cx="1374375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/>
          </a:p>
        </p:txBody>
      </p:sp>
      <p:sp>
        <p:nvSpPr>
          <p:cNvPr id="253" name="Google Shape;253;p5"/>
          <p:cNvSpPr txBox="1"/>
          <p:nvPr/>
        </p:nvSpPr>
        <p:spPr>
          <a:xfrm>
            <a:off x="5274001" y="11488338"/>
            <a:ext cx="1374375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"/>
          <p:cNvSpPr/>
          <p:nvPr/>
        </p:nvSpPr>
        <p:spPr>
          <a:xfrm>
            <a:off x="13537763" y="5052429"/>
            <a:ext cx="5172092" cy="1882455"/>
          </a:xfrm>
          <a:custGeom>
            <a:rect b="b" l="l" r="r" t="t"/>
            <a:pathLst>
              <a:path extrusionOk="0" h="1783" w="4895">
                <a:moveTo>
                  <a:pt x="4894" y="1782"/>
                </a:moveTo>
                <a:lnTo>
                  <a:pt x="4436" y="0"/>
                </a:lnTo>
                <a:lnTo>
                  <a:pt x="459" y="0"/>
                </a:lnTo>
                <a:lnTo>
                  <a:pt x="0" y="1782"/>
                </a:lnTo>
                <a:lnTo>
                  <a:pt x="4894" y="1782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13053169" y="6934884"/>
            <a:ext cx="6141277" cy="1887113"/>
          </a:xfrm>
          <a:custGeom>
            <a:rect b="b" l="l" r="r" t="t"/>
            <a:pathLst>
              <a:path extrusionOk="0" h="1785" w="5813">
                <a:moveTo>
                  <a:pt x="0" y="1784"/>
                </a:moveTo>
                <a:lnTo>
                  <a:pt x="5812" y="1784"/>
                </a:lnTo>
                <a:lnTo>
                  <a:pt x="5353" y="0"/>
                </a:lnTo>
                <a:lnTo>
                  <a:pt x="459" y="0"/>
                </a:lnTo>
                <a:lnTo>
                  <a:pt x="0" y="1784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12568577" y="8821997"/>
            <a:ext cx="7110462" cy="1887116"/>
          </a:xfrm>
          <a:custGeom>
            <a:rect b="b" l="l" r="r" t="t"/>
            <a:pathLst>
              <a:path extrusionOk="0" h="1785" w="6730">
                <a:moveTo>
                  <a:pt x="0" y="1784"/>
                </a:moveTo>
                <a:lnTo>
                  <a:pt x="6729" y="1784"/>
                </a:lnTo>
                <a:lnTo>
                  <a:pt x="6271" y="0"/>
                </a:lnTo>
                <a:lnTo>
                  <a:pt x="459" y="0"/>
                </a:lnTo>
                <a:lnTo>
                  <a:pt x="0" y="1784"/>
                </a:ln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12083985" y="10704452"/>
            <a:ext cx="8079646" cy="1887116"/>
          </a:xfrm>
          <a:custGeom>
            <a:rect b="b" l="l" r="r" t="t"/>
            <a:pathLst>
              <a:path extrusionOk="0" h="1785" w="7647">
                <a:moveTo>
                  <a:pt x="458" y="0"/>
                </a:moveTo>
                <a:lnTo>
                  <a:pt x="0" y="1784"/>
                </a:lnTo>
                <a:lnTo>
                  <a:pt x="7646" y="1784"/>
                </a:lnTo>
                <a:lnTo>
                  <a:pt x="7187" y="0"/>
                </a:lnTo>
                <a:lnTo>
                  <a:pt x="458" y="0"/>
                </a:ln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15928108" y="2797210"/>
            <a:ext cx="1323310" cy="1272054"/>
          </a:xfrm>
          <a:custGeom>
            <a:rect b="b" l="l" r="r" t="t"/>
            <a:pathLst>
              <a:path extrusionOk="0" h="1205" w="1253">
                <a:moveTo>
                  <a:pt x="563" y="0"/>
                </a:moveTo>
                <a:lnTo>
                  <a:pt x="0" y="887"/>
                </a:lnTo>
                <a:lnTo>
                  <a:pt x="0" y="887"/>
                </a:lnTo>
                <a:cubicBezTo>
                  <a:pt x="41" y="857"/>
                  <a:pt x="269" y="699"/>
                  <a:pt x="570" y="755"/>
                </a:cubicBezTo>
                <a:lnTo>
                  <a:pt x="570" y="755"/>
                </a:lnTo>
                <a:cubicBezTo>
                  <a:pt x="951" y="826"/>
                  <a:pt x="1106" y="1175"/>
                  <a:pt x="1118" y="1204"/>
                </a:cubicBezTo>
                <a:lnTo>
                  <a:pt x="1118" y="1204"/>
                </a:lnTo>
                <a:cubicBezTo>
                  <a:pt x="1138" y="1144"/>
                  <a:pt x="1252" y="787"/>
                  <a:pt x="1052" y="426"/>
                </a:cubicBezTo>
                <a:lnTo>
                  <a:pt x="1052" y="426"/>
                </a:lnTo>
                <a:cubicBezTo>
                  <a:pt x="895" y="143"/>
                  <a:pt x="641" y="31"/>
                  <a:pt x="563" y="0"/>
                </a:cubicBezTo>
                <a:lnTo>
                  <a:pt x="0" y="887"/>
                </a:lnTo>
                <a:lnTo>
                  <a:pt x="0" y="887"/>
                </a:lnTo>
                <a:cubicBezTo>
                  <a:pt x="41" y="857"/>
                  <a:pt x="269" y="699"/>
                  <a:pt x="570" y="755"/>
                </a:cubicBezTo>
                <a:lnTo>
                  <a:pt x="570" y="755"/>
                </a:lnTo>
                <a:cubicBezTo>
                  <a:pt x="951" y="826"/>
                  <a:pt x="1106" y="1175"/>
                  <a:pt x="1118" y="1204"/>
                </a:cubicBezTo>
                <a:lnTo>
                  <a:pt x="1118" y="1204"/>
                </a:lnTo>
                <a:cubicBezTo>
                  <a:pt x="1138" y="1144"/>
                  <a:pt x="1252" y="787"/>
                  <a:pt x="1052" y="426"/>
                </a:cubicBezTo>
                <a:lnTo>
                  <a:pt x="1052" y="426"/>
                </a:lnTo>
                <a:cubicBezTo>
                  <a:pt x="895" y="143"/>
                  <a:pt x="641" y="31"/>
                  <a:pt x="563" y="0"/>
                </a:cubicBezTo>
              </a:path>
            </a:pathLst>
          </a:custGeom>
          <a:solidFill>
            <a:srgbClr val="FFAE17"/>
          </a:solidFill>
          <a:ln cap="flat" cmpd="sng" w="9525">
            <a:solidFill>
              <a:srgbClr val="808080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15928108" y="2797210"/>
            <a:ext cx="1323310" cy="1272054"/>
          </a:xfrm>
          <a:custGeom>
            <a:rect b="b" l="l" r="r" t="t"/>
            <a:pathLst>
              <a:path extrusionOk="0" h="1205" w="1253">
                <a:moveTo>
                  <a:pt x="563" y="0"/>
                </a:moveTo>
                <a:lnTo>
                  <a:pt x="0" y="887"/>
                </a:lnTo>
                <a:lnTo>
                  <a:pt x="0" y="887"/>
                </a:lnTo>
                <a:cubicBezTo>
                  <a:pt x="41" y="857"/>
                  <a:pt x="269" y="699"/>
                  <a:pt x="570" y="755"/>
                </a:cubicBezTo>
                <a:lnTo>
                  <a:pt x="570" y="755"/>
                </a:lnTo>
                <a:cubicBezTo>
                  <a:pt x="951" y="826"/>
                  <a:pt x="1106" y="1175"/>
                  <a:pt x="1118" y="1204"/>
                </a:cubicBezTo>
                <a:lnTo>
                  <a:pt x="1118" y="1204"/>
                </a:lnTo>
                <a:cubicBezTo>
                  <a:pt x="1138" y="1144"/>
                  <a:pt x="1252" y="787"/>
                  <a:pt x="1052" y="426"/>
                </a:cubicBezTo>
                <a:lnTo>
                  <a:pt x="1052" y="426"/>
                </a:lnTo>
                <a:cubicBezTo>
                  <a:pt x="895" y="143"/>
                  <a:pt x="641" y="31"/>
                  <a:pt x="563" y="0"/>
                </a:cubicBezTo>
                <a:lnTo>
                  <a:pt x="0" y="887"/>
                </a:lnTo>
                <a:lnTo>
                  <a:pt x="0" y="887"/>
                </a:lnTo>
                <a:cubicBezTo>
                  <a:pt x="41" y="857"/>
                  <a:pt x="269" y="699"/>
                  <a:pt x="570" y="755"/>
                </a:cubicBezTo>
                <a:lnTo>
                  <a:pt x="570" y="755"/>
                </a:lnTo>
                <a:cubicBezTo>
                  <a:pt x="951" y="826"/>
                  <a:pt x="1106" y="1175"/>
                  <a:pt x="1118" y="1204"/>
                </a:cubicBezTo>
                <a:lnTo>
                  <a:pt x="1118" y="1204"/>
                </a:lnTo>
                <a:cubicBezTo>
                  <a:pt x="1138" y="1144"/>
                  <a:pt x="1252" y="787"/>
                  <a:pt x="1052" y="426"/>
                </a:cubicBezTo>
                <a:lnTo>
                  <a:pt x="1052" y="426"/>
                </a:lnTo>
                <a:cubicBezTo>
                  <a:pt x="895" y="143"/>
                  <a:pt x="641" y="31"/>
                  <a:pt x="563" y="0"/>
                </a:cubicBezTo>
              </a:path>
            </a:pathLst>
          </a:custGeom>
          <a:noFill/>
          <a:ln cap="flat" cmpd="sng" w="219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14996200" y="2797210"/>
            <a:ext cx="1323310" cy="1272054"/>
          </a:xfrm>
          <a:custGeom>
            <a:rect b="b" l="l" r="r" t="t"/>
            <a:pathLst>
              <a:path extrusionOk="0" h="1205" w="1253">
                <a:moveTo>
                  <a:pt x="689" y="0"/>
                </a:moveTo>
                <a:lnTo>
                  <a:pt x="1252" y="887"/>
                </a:lnTo>
                <a:lnTo>
                  <a:pt x="1252" y="887"/>
                </a:lnTo>
                <a:cubicBezTo>
                  <a:pt x="1211" y="857"/>
                  <a:pt x="983" y="699"/>
                  <a:pt x="682" y="755"/>
                </a:cubicBezTo>
                <a:lnTo>
                  <a:pt x="682" y="755"/>
                </a:lnTo>
                <a:cubicBezTo>
                  <a:pt x="301" y="826"/>
                  <a:pt x="146" y="1175"/>
                  <a:pt x="134" y="1204"/>
                </a:cubicBezTo>
                <a:lnTo>
                  <a:pt x="134" y="1204"/>
                </a:lnTo>
                <a:cubicBezTo>
                  <a:pt x="114" y="1144"/>
                  <a:pt x="0" y="787"/>
                  <a:pt x="200" y="426"/>
                </a:cubicBezTo>
                <a:lnTo>
                  <a:pt x="200" y="426"/>
                </a:lnTo>
                <a:cubicBezTo>
                  <a:pt x="357" y="143"/>
                  <a:pt x="612" y="31"/>
                  <a:pt x="689" y="0"/>
                </a:cubicBezTo>
                <a:lnTo>
                  <a:pt x="689" y="0"/>
                </a:lnTo>
                <a:cubicBezTo>
                  <a:pt x="876" y="296"/>
                  <a:pt x="1064" y="591"/>
                  <a:pt x="1252" y="887"/>
                </a:cubicBezTo>
                <a:lnTo>
                  <a:pt x="1252" y="887"/>
                </a:lnTo>
                <a:cubicBezTo>
                  <a:pt x="1211" y="857"/>
                  <a:pt x="983" y="699"/>
                  <a:pt x="682" y="755"/>
                </a:cubicBezTo>
                <a:lnTo>
                  <a:pt x="682" y="755"/>
                </a:lnTo>
                <a:cubicBezTo>
                  <a:pt x="301" y="826"/>
                  <a:pt x="146" y="1175"/>
                  <a:pt x="134" y="1204"/>
                </a:cubicBezTo>
                <a:lnTo>
                  <a:pt x="134" y="1204"/>
                </a:lnTo>
                <a:cubicBezTo>
                  <a:pt x="114" y="1144"/>
                  <a:pt x="0" y="787"/>
                  <a:pt x="200" y="426"/>
                </a:cubicBezTo>
                <a:lnTo>
                  <a:pt x="200" y="426"/>
                </a:lnTo>
                <a:cubicBezTo>
                  <a:pt x="357" y="143"/>
                  <a:pt x="612" y="31"/>
                  <a:pt x="689" y="0"/>
                </a:cubicBezTo>
              </a:path>
            </a:pathLst>
          </a:custGeom>
          <a:solidFill>
            <a:srgbClr val="FFAE17"/>
          </a:solidFill>
          <a:ln cap="flat" cmpd="sng" w="9525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14996200" y="2797210"/>
            <a:ext cx="1323310" cy="1272054"/>
          </a:xfrm>
          <a:custGeom>
            <a:rect b="b" l="l" r="r" t="t"/>
            <a:pathLst>
              <a:path extrusionOk="0" h="1205" w="1253">
                <a:moveTo>
                  <a:pt x="689" y="0"/>
                </a:moveTo>
                <a:lnTo>
                  <a:pt x="1252" y="887"/>
                </a:lnTo>
                <a:lnTo>
                  <a:pt x="1252" y="887"/>
                </a:lnTo>
                <a:cubicBezTo>
                  <a:pt x="1211" y="857"/>
                  <a:pt x="983" y="699"/>
                  <a:pt x="682" y="755"/>
                </a:cubicBezTo>
                <a:lnTo>
                  <a:pt x="682" y="755"/>
                </a:lnTo>
                <a:cubicBezTo>
                  <a:pt x="301" y="826"/>
                  <a:pt x="146" y="1175"/>
                  <a:pt x="134" y="1204"/>
                </a:cubicBezTo>
                <a:lnTo>
                  <a:pt x="134" y="1204"/>
                </a:lnTo>
                <a:cubicBezTo>
                  <a:pt x="114" y="1144"/>
                  <a:pt x="0" y="787"/>
                  <a:pt x="200" y="426"/>
                </a:cubicBezTo>
                <a:lnTo>
                  <a:pt x="200" y="426"/>
                </a:lnTo>
                <a:cubicBezTo>
                  <a:pt x="357" y="143"/>
                  <a:pt x="612" y="31"/>
                  <a:pt x="689" y="0"/>
                </a:cubicBezTo>
                <a:lnTo>
                  <a:pt x="689" y="0"/>
                </a:lnTo>
                <a:cubicBezTo>
                  <a:pt x="876" y="296"/>
                  <a:pt x="1064" y="591"/>
                  <a:pt x="1252" y="887"/>
                </a:cubicBezTo>
                <a:lnTo>
                  <a:pt x="1252" y="887"/>
                </a:lnTo>
                <a:cubicBezTo>
                  <a:pt x="1211" y="857"/>
                  <a:pt x="983" y="699"/>
                  <a:pt x="682" y="755"/>
                </a:cubicBezTo>
                <a:lnTo>
                  <a:pt x="682" y="755"/>
                </a:lnTo>
                <a:cubicBezTo>
                  <a:pt x="301" y="826"/>
                  <a:pt x="146" y="1175"/>
                  <a:pt x="134" y="1204"/>
                </a:cubicBezTo>
                <a:lnTo>
                  <a:pt x="134" y="1204"/>
                </a:lnTo>
                <a:cubicBezTo>
                  <a:pt x="114" y="1144"/>
                  <a:pt x="0" y="787"/>
                  <a:pt x="200" y="426"/>
                </a:cubicBezTo>
                <a:lnTo>
                  <a:pt x="200" y="426"/>
                </a:lnTo>
                <a:cubicBezTo>
                  <a:pt x="357" y="143"/>
                  <a:pt x="612" y="31"/>
                  <a:pt x="689" y="0"/>
                </a:cubicBezTo>
              </a:path>
            </a:pathLst>
          </a:custGeom>
          <a:noFill/>
          <a:ln cap="flat" cmpd="sng" w="219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15289750" y="1124433"/>
            <a:ext cx="1644820" cy="2693215"/>
          </a:xfrm>
          <a:custGeom>
            <a:rect b="b" l="l" r="r" t="t"/>
            <a:pathLst>
              <a:path extrusionOk="0" h="2547" w="1558">
                <a:moveTo>
                  <a:pt x="779" y="0"/>
                </a:moveTo>
                <a:lnTo>
                  <a:pt x="779" y="0"/>
                </a:lnTo>
                <a:lnTo>
                  <a:pt x="779" y="0"/>
                </a:lnTo>
                <a:lnTo>
                  <a:pt x="779" y="0"/>
                </a:lnTo>
                <a:cubicBezTo>
                  <a:pt x="86" y="691"/>
                  <a:pt x="0" y="1760"/>
                  <a:pt x="520" y="2546"/>
                </a:cubicBezTo>
                <a:lnTo>
                  <a:pt x="1037" y="2546"/>
                </a:lnTo>
                <a:lnTo>
                  <a:pt x="1037" y="2546"/>
                </a:lnTo>
                <a:cubicBezTo>
                  <a:pt x="1557" y="1760"/>
                  <a:pt x="1471" y="691"/>
                  <a:pt x="779" y="0"/>
                </a:cubicBezTo>
              </a:path>
            </a:pathLst>
          </a:custGeom>
          <a:solidFill>
            <a:schemeClr val="accen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15970044" y="1907236"/>
            <a:ext cx="284234" cy="284234"/>
          </a:xfrm>
          <a:custGeom>
            <a:rect b="b" l="l" r="r" t="t"/>
            <a:pathLst>
              <a:path extrusionOk="0" h="270" w="270">
                <a:moveTo>
                  <a:pt x="269" y="135"/>
                </a:moveTo>
                <a:lnTo>
                  <a:pt x="269" y="135"/>
                </a:lnTo>
                <a:cubicBezTo>
                  <a:pt x="269" y="209"/>
                  <a:pt x="209" y="269"/>
                  <a:pt x="135" y="269"/>
                </a:cubicBezTo>
                <a:lnTo>
                  <a:pt x="135" y="269"/>
                </a:lnTo>
                <a:cubicBezTo>
                  <a:pt x="60" y="269"/>
                  <a:pt x="0" y="209"/>
                  <a:pt x="0" y="135"/>
                </a:cubicBezTo>
                <a:lnTo>
                  <a:pt x="0" y="135"/>
                </a:lnTo>
                <a:cubicBezTo>
                  <a:pt x="0" y="60"/>
                  <a:pt x="60" y="0"/>
                  <a:pt x="135" y="0"/>
                </a:cubicBezTo>
                <a:lnTo>
                  <a:pt x="135" y="0"/>
                </a:lnTo>
                <a:cubicBezTo>
                  <a:pt x="209" y="0"/>
                  <a:pt x="269" y="60"/>
                  <a:pt x="269" y="135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15844238" y="2317276"/>
            <a:ext cx="535846" cy="535849"/>
          </a:xfrm>
          <a:custGeom>
            <a:rect b="b" l="l" r="r" t="t"/>
            <a:pathLst>
              <a:path extrusionOk="0" h="508" w="508">
                <a:moveTo>
                  <a:pt x="507" y="254"/>
                </a:moveTo>
                <a:lnTo>
                  <a:pt x="507" y="254"/>
                </a:lnTo>
                <a:cubicBezTo>
                  <a:pt x="507" y="394"/>
                  <a:pt x="393" y="507"/>
                  <a:pt x="254" y="507"/>
                </a:cubicBezTo>
                <a:lnTo>
                  <a:pt x="254" y="507"/>
                </a:lnTo>
                <a:cubicBezTo>
                  <a:pt x="113" y="507"/>
                  <a:pt x="0" y="394"/>
                  <a:pt x="0" y="254"/>
                </a:cubicBezTo>
                <a:lnTo>
                  <a:pt x="0" y="254"/>
                </a:lnTo>
                <a:cubicBezTo>
                  <a:pt x="0" y="114"/>
                  <a:pt x="113" y="0"/>
                  <a:pt x="254" y="0"/>
                </a:cubicBezTo>
                <a:lnTo>
                  <a:pt x="254" y="0"/>
                </a:lnTo>
                <a:cubicBezTo>
                  <a:pt x="393" y="0"/>
                  <a:pt x="507" y="114"/>
                  <a:pt x="507" y="254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15914128" y="2960293"/>
            <a:ext cx="391402" cy="391402"/>
          </a:xfrm>
          <a:custGeom>
            <a:rect b="b" l="l" r="r" t="t"/>
            <a:pathLst>
              <a:path extrusionOk="0" h="371" w="370">
                <a:moveTo>
                  <a:pt x="369" y="185"/>
                </a:moveTo>
                <a:lnTo>
                  <a:pt x="369" y="185"/>
                </a:lnTo>
                <a:cubicBezTo>
                  <a:pt x="369" y="287"/>
                  <a:pt x="287" y="370"/>
                  <a:pt x="185" y="370"/>
                </a:cubicBezTo>
                <a:lnTo>
                  <a:pt x="185" y="370"/>
                </a:lnTo>
                <a:cubicBezTo>
                  <a:pt x="82" y="370"/>
                  <a:pt x="0" y="287"/>
                  <a:pt x="0" y="185"/>
                </a:cubicBezTo>
                <a:lnTo>
                  <a:pt x="0" y="185"/>
                </a:lnTo>
                <a:cubicBezTo>
                  <a:pt x="0" y="83"/>
                  <a:pt x="82" y="0"/>
                  <a:pt x="185" y="0"/>
                </a:cubicBezTo>
                <a:lnTo>
                  <a:pt x="185" y="0"/>
                </a:lnTo>
                <a:cubicBezTo>
                  <a:pt x="287" y="0"/>
                  <a:pt x="369" y="83"/>
                  <a:pt x="369" y="185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15662513" y="1124433"/>
            <a:ext cx="903951" cy="666316"/>
          </a:xfrm>
          <a:custGeom>
            <a:rect b="b" l="l" r="r" t="t"/>
            <a:pathLst>
              <a:path extrusionOk="0" h="630" w="854">
                <a:moveTo>
                  <a:pt x="0" y="629"/>
                </a:moveTo>
                <a:lnTo>
                  <a:pt x="853" y="629"/>
                </a:lnTo>
                <a:lnTo>
                  <a:pt x="853" y="629"/>
                </a:lnTo>
                <a:cubicBezTo>
                  <a:pt x="755" y="400"/>
                  <a:pt x="613" y="186"/>
                  <a:pt x="427" y="0"/>
                </a:cubicBezTo>
                <a:lnTo>
                  <a:pt x="427" y="0"/>
                </a:lnTo>
                <a:lnTo>
                  <a:pt x="427" y="0"/>
                </a:lnTo>
                <a:lnTo>
                  <a:pt x="427" y="0"/>
                </a:lnTo>
                <a:cubicBezTo>
                  <a:pt x="240" y="186"/>
                  <a:pt x="98" y="400"/>
                  <a:pt x="0" y="629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15662513" y="1124433"/>
            <a:ext cx="903951" cy="666316"/>
          </a:xfrm>
          <a:custGeom>
            <a:rect b="b" l="l" r="r" t="t"/>
            <a:pathLst>
              <a:path extrusionOk="0" h="630" w="854">
                <a:moveTo>
                  <a:pt x="0" y="629"/>
                </a:moveTo>
                <a:lnTo>
                  <a:pt x="853" y="629"/>
                </a:lnTo>
                <a:lnTo>
                  <a:pt x="853" y="629"/>
                </a:lnTo>
                <a:cubicBezTo>
                  <a:pt x="755" y="400"/>
                  <a:pt x="613" y="186"/>
                  <a:pt x="427" y="0"/>
                </a:cubicBezTo>
                <a:lnTo>
                  <a:pt x="427" y="0"/>
                </a:lnTo>
                <a:lnTo>
                  <a:pt x="427" y="0"/>
                </a:lnTo>
                <a:lnTo>
                  <a:pt x="427" y="0"/>
                </a:lnTo>
                <a:cubicBezTo>
                  <a:pt x="240" y="186"/>
                  <a:pt x="98" y="400"/>
                  <a:pt x="0" y="629"/>
                </a:cubicBezTo>
              </a:path>
            </a:pathLst>
          </a:custGeom>
          <a:noFill/>
          <a:ln cap="flat" cmpd="sng" w="219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15667173" y="3878224"/>
            <a:ext cx="885313" cy="1710051"/>
          </a:xfrm>
          <a:custGeom>
            <a:rect b="b" l="l" r="r" t="t"/>
            <a:pathLst>
              <a:path extrusionOk="0" h="1619" w="840">
                <a:moveTo>
                  <a:pt x="422" y="1618"/>
                </a:moveTo>
                <a:lnTo>
                  <a:pt x="422" y="1618"/>
                </a:lnTo>
                <a:lnTo>
                  <a:pt x="422" y="1618"/>
                </a:lnTo>
                <a:cubicBezTo>
                  <a:pt x="386" y="1618"/>
                  <a:pt x="352" y="1599"/>
                  <a:pt x="333" y="1569"/>
                </a:cubicBezTo>
                <a:lnTo>
                  <a:pt x="333" y="1569"/>
                </a:lnTo>
                <a:cubicBezTo>
                  <a:pt x="237" y="1421"/>
                  <a:pt x="103" y="1166"/>
                  <a:pt x="53" y="824"/>
                </a:cubicBezTo>
                <a:lnTo>
                  <a:pt x="53" y="824"/>
                </a:lnTo>
                <a:cubicBezTo>
                  <a:pt x="0" y="455"/>
                  <a:pt x="149" y="157"/>
                  <a:pt x="198" y="0"/>
                </a:cubicBezTo>
                <a:lnTo>
                  <a:pt x="648" y="0"/>
                </a:lnTo>
                <a:lnTo>
                  <a:pt x="648" y="0"/>
                </a:lnTo>
                <a:cubicBezTo>
                  <a:pt x="694" y="162"/>
                  <a:pt x="839" y="463"/>
                  <a:pt x="782" y="834"/>
                </a:cubicBezTo>
                <a:lnTo>
                  <a:pt x="782" y="834"/>
                </a:lnTo>
                <a:cubicBezTo>
                  <a:pt x="732" y="1167"/>
                  <a:pt x="606" y="1417"/>
                  <a:pt x="512" y="1567"/>
                </a:cubicBezTo>
                <a:lnTo>
                  <a:pt x="512" y="1567"/>
                </a:lnTo>
                <a:cubicBezTo>
                  <a:pt x="493" y="1598"/>
                  <a:pt x="459" y="1618"/>
                  <a:pt x="422" y="1618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14693328" y="9241356"/>
            <a:ext cx="694273" cy="1048398"/>
          </a:xfrm>
          <a:custGeom>
            <a:rect b="b" l="l" r="r" t="t"/>
            <a:pathLst>
              <a:path extrusionOk="0" h="993" w="658">
                <a:moveTo>
                  <a:pt x="592" y="893"/>
                </a:moveTo>
                <a:lnTo>
                  <a:pt x="592" y="893"/>
                </a:lnTo>
                <a:cubicBezTo>
                  <a:pt x="592" y="912"/>
                  <a:pt x="577" y="928"/>
                  <a:pt x="558" y="928"/>
                </a:cubicBezTo>
                <a:lnTo>
                  <a:pt x="99" y="928"/>
                </a:lnTo>
                <a:lnTo>
                  <a:pt x="99" y="928"/>
                </a:lnTo>
                <a:cubicBezTo>
                  <a:pt x="80" y="928"/>
                  <a:pt x="65" y="912"/>
                  <a:pt x="65" y="893"/>
                </a:cubicBezTo>
                <a:lnTo>
                  <a:pt x="65" y="100"/>
                </a:lnTo>
                <a:lnTo>
                  <a:pt x="65" y="100"/>
                </a:lnTo>
                <a:cubicBezTo>
                  <a:pt x="65" y="81"/>
                  <a:pt x="80" y="65"/>
                  <a:pt x="99" y="65"/>
                </a:cubicBezTo>
                <a:lnTo>
                  <a:pt x="558" y="65"/>
                </a:lnTo>
                <a:lnTo>
                  <a:pt x="558" y="65"/>
                </a:lnTo>
                <a:cubicBezTo>
                  <a:pt x="577" y="65"/>
                  <a:pt x="592" y="81"/>
                  <a:pt x="592" y="100"/>
                </a:cubicBezTo>
                <a:lnTo>
                  <a:pt x="592" y="893"/>
                </a:lnTo>
                <a:close/>
                <a:moveTo>
                  <a:pt x="558" y="0"/>
                </a:moveTo>
                <a:lnTo>
                  <a:pt x="99" y="0"/>
                </a:lnTo>
                <a:lnTo>
                  <a:pt x="99" y="0"/>
                </a:lnTo>
                <a:cubicBezTo>
                  <a:pt x="45" y="0"/>
                  <a:pt x="0" y="45"/>
                  <a:pt x="0" y="100"/>
                </a:cubicBezTo>
                <a:lnTo>
                  <a:pt x="0" y="893"/>
                </a:lnTo>
                <a:lnTo>
                  <a:pt x="0" y="893"/>
                </a:lnTo>
                <a:cubicBezTo>
                  <a:pt x="0" y="947"/>
                  <a:pt x="45" y="992"/>
                  <a:pt x="99" y="992"/>
                </a:cubicBezTo>
                <a:lnTo>
                  <a:pt x="558" y="992"/>
                </a:lnTo>
                <a:lnTo>
                  <a:pt x="558" y="992"/>
                </a:lnTo>
                <a:cubicBezTo>
                  <a:pt x="613" y="992"/>
                  <a:pt x="657" y="947"/>
                  <a:pt x="657" y="893"/>
                </a:cubicBezTo>
                <a:lnTo>
                  <a:pt x="657" y="100"/>
                </a:lnTo>
                <a:lnTo>
                  <a:pt x="657" y="100"/>
                </a:lnTo>
                <a:cubicBezTo>
                  <a:pt x="657" y="45"/>
                  <a:pt x="613" y="0"/>
                  <a:pt x="5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15145305" y="10089392"/>
            <a:ext cx="79211" cy="79214"/>
          </a:xfrm>
          <a:custGeom>
            <a:rect b="b" l="l" r="r" t="t"/>
            <a:pathLst>
              <a:path extrusionOk="0" h="75" w="76">
                <a:moveTo>
                  <a:pt x="37" y="0"/>
                </a:moveTo>
                <a:lnTo>
                  <a:pt x="37" y="0"/>
                </a:lnTo>
                <a:cubicBezTo>
                  <a:pt x="16" y="0"/>
                  <a:pt x="0" y="16"/>
                  <a:pt x="0" y="37"/>
                </a:cubicBezTo>
                <a:lnTo>
                  <a:pt x="0" y="37"/>
                </a:lnTo>
                <a:cubicBezTo>
                  <a:pt x="0" y="58"/>
                  <a:pt x="16" y="74"/>
                  <a:pt x="37" y="74"/>
                </a:cubicBezTo>
                <a:lnTo>
                  <a:pt x="37" y="74"/>
                </a:lnTo>
                <a:cubicBezTo>
                  <a:pt x="57" y="74"/>
                  <a:pt x="75" y="58"/>
                  <a:pt x="75" y="37"/>
                </a:cubicBezTo>
                <a:lnTo>
                  <a:pt x="75" y="37"/>
                </a:lnTo>
                <a:cubicBezTo>
                  <a:pt x="75" y="16"/>
                  <a:pt x="57" y="0"/>
                  <a:pt x="37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14856414" y="10094053"/>
            <a:ext cx="256273" cy="69892"/>
          </a:xfrm>
          <a:custGeom>
            <a:rect b="b" l="l" r="r" t="t"/>
            <a:pathLst>
              <a:path extrusionOk="0" h="65" w="241">
                <a:moveTo>
                  <a:pt x="207" y="0"/>
                </a:moveTo>
                <a:lnTo>
                  <a:pt x="32" y="0"/>
                </a:lnTo>
                <a:lnTo>
                  <a:pt x="32" y="0"/>
                </a:lnTo>
                <a:cubicBezTo>
                  <a:pt x="15" y="0"/>
                  <a:pt x="0" y="14"/>
                  <a:pt x="0" y="32"/>
                </a:cubicBezTo>
                <a:lnTo>
                  <a:pt x="0" y="32"/>
                </a:lnTo>
                <a:cubicBezTo>
                  <a:pt x="0" y="50"/>
                  <a:pt x="15" y="64"/>
                  <a:pt x="32" y="64"/>
                </a:cubicBezTo>
                <a:lnTo>
                  <a:pt x="207" y="64"/>
                </a:lnTo>
                <a:lnTo>
                  <a:pt x="207" y="64"/>
                </a:lnTo>
                <a:cubicBezTo>
                  <a:pt x="225" y="64"/>
                  <a:pt x="240" y="50"/>
                  <a:pt x="240" y="32"/>
                </a:cubicBezTo>
                <a:lnTo>
                  <a:pt x="240" y="32"/>
                </a:lnTo>
                <a:cubicBezTo>
                  <a:pt x="240" y="14"/>
                  <a:pt x="225" y="0"/>
                  <a:pt x="207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14805156" y="9348527"/>
            <a:ext cx="465954" cy="232977"/>
          </a:xfrm>
          <a:custGeom>
            <a:rect b="b" l="l" r="r" t="t"/>
            <a:pathLst>
              <a:path extrusionOk="0" h="219" w="439">
                <a:moveTo>
                  <a:pt x="46" y="32"/>
                </a:moveTo>
                <a:lnTo>
                  <a:pt x="394" y="32"/>
                </a:lnTo>
                <a:lnTo>
                  <a:pt x="394" y="32"/>
                </a:lnTo>
                <a:cubicBezTo>
                  <a:pt x="400" y="32"/>
                  <a:pt x="407" y="38"/>
                  <a:pt x="407" y="45"/>
                </a:cubicBezTo>
                <a:lnTo>
                  <a:pt x="407" y="173"/>
                </a:lnTo>
                <a:lnTo>
                  <a:pt x="407" y="173"/>
                </a:lnTo>
                <a:cubicBezTo>
                  <a:pt x="407" y="180"/>
                  <a:pt x="400" y="186"/>
                  <a:pt x="394" y="186"/>
                </a:cubicBezTo>
                <a:lnTo>
                  <a:pt x="46" y="186"/>
                </a:lnTo>
                <a:lnTo>
                  <a:pt x="46" y="186"/>
                </a:lnTo>
                <a:cubicBezTo>
                  <a:pt x="39" y="186"/>
                  <a:pt x="33" y="180"/>
                  <a:pt x="33" y="173"/>
                </a:cubicBezTo>
                <a:lnTo>
                  <a:pt x="33" y="45"/>
                </a:lnTo>
                <a:lnTo>
                  <a:pt x="33" y="45"/>
                </a:lnTo>
                <a:cubicBezTo>
                  <a:pt x="33" y="38"/>
                  <a:pt x="39" y="32"/>
                  <a:pt x="46" y="32"/>
                </a:cubicBezTo>
                <a:close/>
                <a:moveTo>
                  <a:pt x="13" y="218"/>
                </a:moveTo>
                <a:lnTo>
                  <a:pt x="425" y="218"/>
                </a:lnTo>
                <a:lnTo>
                  <a:pt x="425" y="218"/>
                </a:lnTo>
                <a:cubicBezTo>
                  <a:pt x="433" y="218"/>
                  <a:pt x="438" y="213"/>
                  <a:pt x="438" y="205"/>
                </a:cubicBezTo>
                <a:lnTo>
                  <a:pt x="438" y="13"/>
                </a:lnTo>
                <a:lnTo>
                  <a:pt x="438" y="13"/>
                </a:lnTo>
                <a:cubicBezTo>
                  <a:pt x="438" y="6"/>
                  <a:pt x="433" y="0"/>
                  <a:pt x="425" y="0"/>
                </a:cubicBezTo>
                <a:lnTo>
                  <a:pt x="13" y="0"/>
                </a:lnTo>
                <a:lnTo>
                  <a:pt x="13" y="0"/>
                </a:lnTo>
                <a:cubicBezTo>
                  <a:pt x="6" y="0"/>
                  <a:pt x="0" y="6"/>
                  <a:pt x="0" y="13"/>
                </a:cubicBezTo>
                <a:lnTo>
                  <a:pt x="0" y="205"/>
                </a:lnTo>
                <a:lnTo>
                  <a:pt x="0" y="205"/>
                </a:lnTo>
                <a:cubicBezTo>
                  <a:pt x="0" y="213"/>
                  <a:pt x="6" y="218"/>
                  <a:pt x="13" y="21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15145305" y="9907672"/>
            <a:ext cx="79211" cy="79211"/>
          </a:xfrm>
          <a:custGeom>
            <a:rect b="b" l="l" r="r" t="t"/>
            <a:pathLst>
              <a:path extrusionOk="0" h="76" w="76">
                <a:moveTo>
                  <a:pt x="37" y="0"/>
                </a:moveTo>
                <a:lnTo>
                  <a:pt x="37" y="0"/>
                </a:lnTo>
                <a:cubicBezTo>
                  <a:pt x="16" y="0"/>
                  <a:pt x="0" y="17"/>
                  <a:pt x="0" y="38"/>
                </a:cubicBezTo>
                <a:lnTo>
                  <a:pt x="0" y="38"/>
                </a:lnTo>
                <a:cubicBezTo>
                  <a:pt x="0" y="58"/>
                  <a:pt x="16" y="75"/>
                  <a:pt x="37" y="75"/>
                </a:cubicBezTo>
                <a:lnTo>
                  <a:pt x="37" y="75"/>
                </a:lnTo>
                <a:cubicBezTo>
                  <a:pt x="57" y="75"/>
                  <a:pt x="75" y="58"/>
                  <a:pt x="75" y="38"/>
                </a:cubicBezTo>
                <a:lnTo>
                  <a:pt x="75" y="38"/>
                </a:lnTo>
                <a:cubicBezTo>
                  <a:pt x="75" y="17"/>
                  <a:pt x="57" y="0"/>
                  <a:pt x="37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15145305" y="9781863"/>
            <a:ext cx="79211" cy="79214"/>
          </a:xfrm>
          <a:custGeom>
            <a:rect b="b" l="l" r="r" t="t"/>
            <a:pathLst>
              <a:path extrusionOk="0" h="76" w="76">
                <a:moveTo>
                  <a:pt x="37" y="0"/>
                </a:moveTo>
                <a:lnTo>
                  <a:pt x="37" y="0"/>
                </a:lnTo>
                <a:cubicBezTo>
                  <a:pt x="17" y="0"/>
                  <a:pt x="0" y="16"/>
                  <a:pt x="0" y="37"/>
                </a:cubicBezTo>
                <a:lnTo>
                  <a:pt x="0" y="37"/>
                </a:lnTo>
                <a:cubicBezTo>
                  <a:pt x="0" y="57"/>
                  <a:pt x="17" y="75"/>
                  <a:pt x="37" y="75"/>
                </a:cubicBezTo>
                <a:lnTo>
                  <a:pt x="37" y="75"/>
                </a:lnTo>
                <a:cubicBezTo>
                  <a:pt x="58" y="75"/>
                  <a:pt x="75" y="57"/>
                  <a:pt x="75" y="37"/>
                </a:cubicBezTo>
                <a:lnTo>
                  <a:pt x="75" y="37"/>
                </a:lnTo>
                <a:cubicBezTo>
                  <a:pt x="75" y="16"/>
                  <a:pt x="58" y="0"/>
                  <a:pt x="37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15000858" y="9781863"/>
            <a:ext cx="79214" cy="79214"/>
          </a:xfrm>
          <a:custGeom>
            <a:rect b="b" l="l" r="r" t="t"/>
            <a:pathLst>
              <a:path extrusionOk="0" h="76" w="75">
                <a:moveTo>
                  <a:pt x="37" y="75"/>
                </a:moveTo>
                <a:lnTo>
                  <a:pt x="37" y="75"/>
                </a:lnTo>
                <a:cubicBezTo>
                  <a:pt x="58" y="75"/>
                  <a:pt x="74" y="57"/>
                  <a:pt x="74" y="37"/>
                </a:cubicBezTo>
                <a:lnTo>
                  <a:pt x="74" y="37"/>
                </a:lnTo>
                <a:cubicBezTo>
                  <a:pt x="74" y="16"/>
                  <a:pt x="58" y="0"/>
                  <a:pt x="37" y="0"/>
                </a:cubicBezTo>
                <a:lnTo>
                  <a:pt x="37" y="0"/>
                </a:lnTo>
                <a:cubicBezTo>
                  <a:pt x="16" y="0"/>
                  <a:pt x="0" y="16"/>
                  <a:pt x="0" y="37"/>
                </a:cubicBezTo>
                <a:lnTo>
                  <a:pt x="0" y="37"/>
                </a:lnTo>
                <a:cubicBezTo>
                  <a:pt x="0" y="57"/>
                  <a:pt x="16" y="75"/>
                  <a:pt x="37" y="7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14851753" y="9781863"/>
            <a:ext cx="79214" cy="79214"/>
          </a:xfrm>
          <a:custGeom>
            <a:rect b="b" l="l" r="r" t="t"/>
            <a:pathLst>
              <a:path extrusionOk="0" h="76" w="76">
                <a:moveTo>
                  <a:pt x="38" y="75"/>
                </a:moveTo>
                <a:lnTo>
                  <a:pt x="38" y="75"/>
                </a:lnTo>
                <a:cubicBezTo>
                  <a:pt x="58" y="75"/>
                  <a:pt x="75" y="57"/>
                  <a:pt x="75" y="37"/>
                </a:cubicBezTo>
                <a:lnTo>
                  <a:pt x="75" y="37"/>
                </a:lnTo>
                <a:cubicBezTo>
                  <a:pt x="75" y="16"/>
                  <a:pt x="58" y="0"/>
                  <a:pt x="38" y="0"/>
                </a:cubicBezTo>
                <a:lnTo>
                  <a:pt x="38" y="0"/>
                </a:lnTo>
                <a:cubicBezTo>
                  <a:pt x="17" y="0"/>
                  <a:pt x="0" y="16"/>
                  <a:pt x="0" y="37"/>
                </a:cubicBezTo>
                <a:lnTo>
                  <a:pt x="0" y="37"/>
                </a:lnTo>
                <a:cubicBezTo>
                  <a:pt x="0" y="57"/>
                  <a:pt x="17" y="75"/>
                  <a:pt x="38" y="7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15000858" y="9907672"/>
            <a:ext cx="79214" cy="79211"/>
          </a:xfrm>
          <a:custGeom>
            <a:rect b="b" l="l" r="r" t="t"/>
            <a:pathLst>
              <a:path extrusionOk="0" h="76" w="75">
                <a:moveTo>
                  <a:pt x="37" y="75"/>
                </a:moveTo>
                <a:lnTo>
                  <a:pt x="37" y="75"/>
                </a:lnTo>
                <a:cubicBezTo>
                  <a:pt x="58" y="75"/>
                  <a:pt x="74" y="58"/>
                  <a:pt x="74" y="38"/>
                </a:cubicBezTo>
                <a:lnTo>
                  <a:pt x="74" y="38"/>
                </a:lnTo>
                <a:cubicBezTo>
                  <a:pt x="74" y="17"/>
                  <a:pt x="58" y="0"/>
                  <a:pt x="37" y="0"/>
                </a:cubicBezTo>
                <a:lnTo>
                  <a:pt x="37" y="0"/>
                </a:lnTo>
                <a:cubicBezTo>
                  <a:pt x="16" y="0"/>
                  <a:pt x="0" y="17"/>
                  <a:pt x="0" y="38"/>
                </a:cubicBezTo>
                <a:lnTo>
                  <a:pt x="0" y="38"/>
                </a:lnTo>
                <a:cubicBezTo>
                  <a:pt x="0" y="58"/>
                  <a:pt x="16" y="75"/>
                  <a:pt x="37" y="7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14851753" y="9907672"/>
            <a:ext cx="79214" cy="79211"/>
          </a:xfrm>
          <a:custGeom>
            <a:rect b="b" l="l" r="r" t="t"/>
            <a:pathLst>
              <a:path extrusionOk="0" h="76" w="75">
                <a:moveTo>
                  <a:pt x="37" y="75"/>
                </a:moveTo>
                <a:lnTo>
                  <a:pt x="37" y="75"/>
                </a:lnTo>
                <a:cubicBezTo>
                  <a:pt x="58" y="75"/>
                  <a:pt x="74" y="58"/>
                  <a:pt x="74" y="38"/>
                </a:cubicBezTo>
                <a:lnTo>
                  <a:pt x="74" y="38"/>
                </a:lnTo>
                <a:cubicBezTo>
                  <a:pt x="74" y="17"/>
                  <a:pt x="58" y="0"/>
                  <a:pt x="37" y="0"/>
                </a:cubicBezTo>
                <a:lnTo>
                  <a:pt x="37" y="0"/>
                </a:lnTo>
                <a:cubicBezTo>
                  <a:pt x="17" y="0"/>
                  <a:pt x="0" y="17"/>
                  <a:pt x="0" y="38"/>
                </a:cubicBezTo>
                <a:lnTo>
                  <a:pt x="0" y="38"/>
                </a:lnTo>
                <a:cubicBezTo>
                  <a:pt x="0" y="58"/>
                  <a:pt x="17" y="75"/>
                  <a:pt x="37" y="7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15145305" y="9660714"/>
            <a:ext cx="79211" cy="79214"/>
          </a:xfrm>
          <a:custGeom>
            <a:rect b="b" l="l" r="r" t="t"/>
            <a:pathLst>
              <a:path extrusionOk="0" h="76" w="76">
                <a:moveTo>
                  <a:pt x="37" y="0"/>
                </a:moveTo>
                <a:lnTo>
                  <a:pt x="37" y="0"/>
                </a:lnTo>
                <a:cubicBezTo>
                  <a:pt x="17" y="0"/>
                  <a:pt x="0" y="18"/>
                  <a:pt x="0" y="37"/>
                </a:cubicBezTo>
                <a:lnTo>
                  <a:pt x="0" y="37"/>
                </a:lnTo>
                <a:cubicBezTo>
                  <a:pt x="0" y="58"/>
                  <a:pt x="17" y="75"/>
                  <a:pt x="37" y="75"/>
                </a:cubicBezTo>
                <a:lnTo>
                  <a:pt x="37" y="75"/>
                </a:lnTo>
                <a:cubicBezTo>
                  <a:pt x="58" y="75"/>
                  <a:pt x="75" y="58"/>
                  <a:pt x="75" y="37"/>
                </a:cubicBezTo>
                <a:lnTo>
                  <a:pt x="75" y="37"/>
                </a:lnTo>
                <a:cubicBezTo>
                  <a:pt x="75" y="18"/>
                  <a:pt x="58" y="0"/>
                  <a:pt x="37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15000858" y="9660714"/>
            <a:ext cx="79214" cy="79214"/>
          </a:xfrm>
          <a:custGeom>
            <a:rect b="b" l="l" r="r" t="t"/>
            <a:pathLst>
              <a:path extrusionOk="0" h="76" w="75">
                <a:moveTo>
                  <a:pt x="37" y="75"/>
                </a:moveTo>
                <a:lnTo>
                  <a:pt x="37" y="75"/>
                </a:lnTo>
                <a:cubicBezTo>
                  <a:pt x="58" y="75"/>
                  <a:pt x="74" y="58"/>
                  <a:pt x="74" y="37"/>
                </a:cubicBezTo>
                <a:lnTo>
                  <a:pt x="74" y="37"/>
                </a:lnTo>
                <a:cubicBezTo>
                  <a:pt x="74" y="18"/>
                  <a:pt x="58" y="0"/>
                  <a:pt x="37" y="0"/>
                </a:cubicBezTo>
                <a:lnTo>
                  <a:pt x="37" y="0"/>
                </a:lnTo>
                <a:cubicBezTo>
                  <a:pt x="16" y="0"/>
                  <a:pt x="0" y="18"/>
                  <a:pt x="0" y="37"/>
                </a:cubicBezTo>
                <a:lnTo>
                  <a:pt x="0" y="37"/>
                </a:lnTo>
                <a:cubicBezTo>
                  <a:pt x="0" y="58"/>
                  <a:pt x="16" y="75"/>
                  <a:pt x="37" y="7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14851753" y="9660714"/>
            <a:ext cx="79214" cy="79214"/>
          </a:xfrm>
          <a:custGeom>
            <a:rect b="b" l="l" r="r" t="t"/>
            <a:pathLst>
              <a:path extrusionOk="0" h="76" w="76">
                <a:moveTo>
                  <a:pt x="38" y="75"/>
                </a:moveTo>
                <a:lnTo>
                  <a:pt x="38" y="75"/>
                </a:lnTo>
                <a:cubicBezTo>
                  <a:pt x="58" y="75"/>
                  <a:pt x="75" y="58"/>
                  <a:pt x="75" y="37"/>
                </a:cubicBezTo>
                <a:lnTo>
                  <a:pt x="75" y="37"/>
                </a:lnTo>
                <a:cubicBezTo>
                  <a:pt x="75" y="18"/>
                  <a:pt x="58" y="0"/>
                  <a:pt x="38" y="0"/>
                </a:cubicBezTo>
                <a:lnTo>
                  <a:pt x="38" y="0"/>
                </a:lnTo>
                <a:cubicBezTo>
                  <a:pt x="17" y="0"/>
                  <a:pt x="0" y="18"/>
                  <a:pt x="0" y="37"/>
                </a:cubicBezTo>
                <a:lnTo>
                  <a:pt x="0" y="37"/>
                </a:lnTo>
                <a:cubicBezTo>
                  <a:pt x="0" y="58"/>
                  <a:pt x="17" y="75"/>
                  <a:pt x="38" y="7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14637414" y="5853870"/>
            <a:ext cx="806102" cy="801441"/>
          </a:xfrm>
          <a:custGeom>
            <a:rect b="b" l="l" r="r" t="t"/>
            <a:pathLst>
              <a:path extrusionOk="0" h="758" w="761">
                <a:moveTo>
                  <a:pt x="65" y="693"/>
                </a:moveTo>
                <a:lnTo>
                  <a:pt x="65" y="524"/>
                </a:lnTo>
                <a:lnTo>
                  <a:pt x="234" y="524"/>
                </a:lnTo>
                <a:lnTo>
                  <a:pt x="234" y="524"/>
                </a:lnTo>
                <a:cubicBezTo>
                  <a:pt x="236" y="537"/>
                  <a:pt x="241" y="552"/>
                  <a:pt x="248" y="567"/>
                </a:cubicBezTo>
                <a:lnTo>
                  <a:pt x="248" y="567"/>
                </a:lnTo>
                <a:cubicBezTo>
                  <a:pt x="274" y="618"/>
                  <a:pt x="321" y="646"/>
                  <a:pt x="381" y="646"/>
                </a:cubicBezTo>
                <a:lnTo>
                  <a:pt x="381" y="646"/>
                </a:lnTo>
                <a:cubicBezTo>
                  <a:pt x="423" y="646"/>
                  <a:pt x="458" y="633"/>
                  <a:pt x="484" y="607"/>
                </a:cubicBezTo>
                <a:lnTo>
                  <a:pt x="484" y="607"/>
                </a:lnTo>
                <a:cubicBezTo>
                  <a:pt x="509" y="581"/>
                  <a:pt x="520" y="549"/>
                  <a:pt x="525" y="524"/>
                </a:cubicBezTo>
                <a:lnTo>
                  <a:pt x="695" y="524"/>
                </a:lnTo>
                <a:lnTo>
                  <a:pt x="695" y="693"/>
                </a:lnTo>
                <a:lnTo>
                  <a:pt x="65" y="693"/>
                </a:lnTo>
                <a:close/>
                <a:moveTo>
                  <a:pt x="695" y="65"/>
                </a:moveTo>
                <a:lnTo>
                  <a:pt x="695" y="460"/>
                </a:lnTo>
                <a:lnTo>
                  <a:pt x="497" y="460"/>
                </a:lnTo>
                <a:lnTo>
                  <a:pt x="497" y="460"/>
                </a:lnTo>
                <a:cubicBezTo>
                  <a:pt x="488" y="460"/>
                  <a:pt x="479" y="463"/>
                  <a:pt x="473" y="470"/>
                </a:cubicBezTo>
                <a:lnTo>
                  <a:pt x="473" y="470"/>
                </a:lnTo>
                <a:cubicBezTo>
                  <a:pt x="467" y="476"/>
                  <a:pt x="464" y="484"/>
                  <a:pt x="464" y="492"/>
                </a:cubicBezTo>
                <a:lnTo>
                  <a:pt x="464" y="492"/>
                </a:lnTo>
                <a:cubicBezTo>
                  <a:pt x="464" y="494"/>
                  <a:pt x="463" y="518"/>
                  <a:pt x="452" y="540"/>
                </a:cubicBezTo>
                <a:lnTo>
                  <a:pt x="452" y="540"/>
                </a:lnTo>
                <a:cubicBezTo>
                  <a:pt x="439" y="568"/>
                  <a:pt x="416" y="581"/>
                  <a:pt x="381" y="581"/>
                </a:cubicBezTo>
                <a:lnTo>
                  <a:pt x="381" y="581"/>
                </a:lnTo>
                <a:cubicBezTo>
                  <a:pt x="346" y="581"/>
                  <a:pt x="322" y="568"/>
                  <a:pt x="307" y="540"/>
                </a:cubicBezTo>
                <a:lnTo>
                  <a:pt x="307" y="540"/>
                </a:lnTo>
                <a:cubicBezTo>
                  <a:pt x="295" y="517"/>
                  <a:pt x="294" y="493"/>
                  <a:pt x="294" y="492"/>
                </a:cubicBezTo>
                <a:lnTo>
                  <a:pt x="294" y="492"/>
                </a:lnTo>
                <a:cubicBezTo>
                  <a:pt x="294" y="474"/>
                  <a:pt x="279" y="460"/>
                  <a:pt x="261" y="460"/>
                </a:cubicBezTo>
                <a:lnTo>
                  <a:pt x="65" y="460"/>
                </a:lnTo>
                <a:lnTo>
                  <a:pt x="65" y="65"/>
                </a:lnTo>
                <a:lnTo>
                  <a:pt x="695" y="65"/>
                </a:lnTo>
                <a:close/>
                <a:moveTo>
                  <a:pt x="714" y="0"/>
                </a:moveTo>
                <a:lnTo>
                  <a:pt x="45" y="0"/>
                </a:lnTo>
                <a:lnTo>
                  <a:pt x="45" y="0"/>
                </a:lnTo>
                <a:cubicBezTo>
                  <a:pt x="21" y="0"/>
                  <a:pt x="0" y="21"/>
                  <a:pt x="0" y="46"/>
                </a:cubicBezTo>
                <a:lnTo>
                  <a:pt x="0" y="712"/>
                </a:lnTo>
                <a:lnTo>
                  <a:pt x="0" y="712"/>
                </a:lnTo>
                <a:cubicBezTo>
                  <a:pt x="0" y="737"/>
                  <a:pt x="21" y="757"/>
                  <a:pt x="45" y="757"/>
                </a:cubicBezTo>
                <a:lnTo>
                  <a:pt x="714" y="757"/>
                </a:lnTo>
                <a:lnTo>
                  <a:pt x="714" y="757"/>
                </a:lnTo>
                <a:cubicBezTo>
                  <a:pt x="739" y="757"/>
                  <a:pt x="760" y="737"/>
                  <a:pt x="760" y="712"/>
                </a:cubicBezTo>
                <a:lnTo>
                  <a:pt x="760" y="46"/>
                </a:lnTo>
                <a:lnTo>
                  <a:pt x="760" y="46"/>
                </a:lnTo>
                <a:cubicBezTo>
                  <a:pt x="760" y="21"/>
                  <a:pt x="739" y="0"/>
                  <a:pt x="71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14623438" y="7531305"/>
            <a:ext cx="139786" cy="139786"/>
          </a:xfrm>
          <a:custGeom>
            <a:rect b="b" l="l" r="r" t="t"/>
            <a:pathLst>
              <a:path extrusionOk="0" h="133" w="132">
                <a:moveTo>
                  <a:pt x="131" y="66"/>
                </a:moveTo>
                <a:lnTo>
                  <a:pt x="131" y="66"/>
                </a:lnTo>
                <a:cubicBezTo>
                  <a:pt x="131" y="102"/>
                  <a:pt x="102" y="132"/>
                  <a:pt x="66" y="132"/>
                </a:cubicBezTo>
                <a:lnTo>
                  <a:pt x="66" y="132"/>
                </a:lnTo>
                <a:cubicBezTo>
                  <a:pt x="29" y="132"/>
                  <a:pt x="0" y="102"/>
                  <a:pt x="0" y="66"/>
                </a:cubicBezTo>
                <a:lnTo>
                  <a:pt x="0" y="66"/>
                </a:lnTo>
                <a:cubicBezTo>
                  <a:pt x="0" y="30"/>
                  <a:pt x="29" y="0"/>
                  <a:pt x="66" y="0"/>
                </a:cubicBezTo>
                <a:lnTo>
                  <a:pt x="66" y="0"/>
                </a:lnTo>
                <a:cubicBezTo>
                  <a:pt x="102" y="0"/>
                  <a:pt x="131" y="30"/>
                  <a:pt x="131" y="6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14623438" y="7810878"/>
            <a:ext cx="139786" cy="139786"/>
          </a:xfrm>
          <a:custGeom>
            <a:rect b="b" l="l" r="r" t="t"/>
            <a:pathLst>
              <a:path extrusionOk="0" h="132" w="133">
                <a:moveTo>
                  <a:pt x="132" y="65"/>
                </a:moveTo>
                <a:lnTo>
                  <a:pt x="132" y="65"/>
                </a:lnTo>
                <a:cubicBezTo>
                  <a:pt x="132" y="101"/>
                  <a:pt x="102" y="131"/>
                  <a:pt x="66" y="131"/>
                </a:cubicBezTo>
                <a:lnTo>
                  <a:pt x="66" y="131"/>
                </a:lnTo>
                <a:cubicBezTo>
                  <a:pt x="30" y="131"/>
                  <a:pt x="0" y="101"/>
                  <a:pt x="0" y="65"/>
                </a:cubicBezTo>
                <a:lnTo>
                  <a:pt x="0" y="65"/>
                </a:lnTo>
                <a:cubicBezTo>
                  <a:pt x="0" y="29"/>
                  <a:pt x="30" y="0"/>
                  <a:pt x="66" y="0"/>
                </a:cubicBezTo>
                <a:lnTo>
                  <a:pt x="66" y="0"/>
                </a:lnTo>
                <a:cubicBezTo>
                  <a:pt x="102" y="0"/>
                  <a:pt x="132" y="29"/>
                  <a:pt x="132" y="6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14623438" y="8090450"/>
            <a:ext cx="139786" cy="139786"/>
          </a:xfrm>
          <a:custGeom>
            <a:rect b="b" l="l" r="r" t="t"/>
            <a:pathLst>
              <a:path extrusionOk="0" h="132" w="132">
                <a:moveTo>
                  <a:pt x="131" y="66"/>
                </a:moveTo>
                <a:lnTo>
                  <a:pt x="131" y="66"/>
                </a:lnTo>
                <a:cubicBezTo>
                  <a:pt x="131" y="102"/>
                  <a:pt x="102" y="131"/>
                  <a:pt x="66" y="131"/>
                </a:cubicBezTo>
                <a:lnTo>
                  <a:pt x="66" y="131"/>
                </a:lnTo>
                <a:cubicBezTo>
                  <a:pt x="29" y="131"/>
                  <a:pt x="0" y="102"/>
                  <a:pt x="0" y="66"/>
                </a:cubicBezTo>
                <a:lnTo>
                  <a:pt x="0" y="66"/>
                </a:lnTo>
                <a:cubicBezTo>
                  <a:pt x="0" y="30"/>
                  <a:pt x="29" y="0"/>
                  <a:pt x="66" y="0"/>
                </a:cubicBezTo>
                <a:lnTo>
                  <a:pt x="66" y="0"/>
                </a:lnTo>
                <a:cubicBezTo>
                  <a:pt x="102" y="0"/>
                  <a:pt x="131" y="30"/>
                  <a:pt x="131" y="6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14903009" y="7563920"/>
            <a:ext cx="559145" cy="69895"/>
          </a:xfrm>
          <a:custGeom>
            <a:rect b="b" l="l" r="r" t="t"/>
            <a:pathLst>
              <a:path extrusionOk="0" h="65" w="527">
                <a:moveTo>
                  <a:pt x="493" y="64"/>
                </a:moveTo>
                <a:lnTo>
                  <a:pt x="33" y="64"/>
                </a:lnTo>
                <a:lnTo>
                  <a:pt x="33" y="64"/>
                </a:lnTo>
                <a:cubicBezTo>
                  <a:pt x="15" y="64"/>
                  <a:pt x="0" y="50"/>
                  <a:pt x="0" y="32"/>
                </a:cubicBezTo>
                <a:lnTo>
                  <a:pt x="0" y="32"/>
                </a:lnTo>
                <a:cubicBezTo>
                  <a:pt x="0" y="15"/>
                  <a:pt x="15" y="0"/>
                  <a:pt x="33" y="0"/>
                </a:cubicBezTo>
                <a:lnTo>
                  <a:pt x="493" y="0"/>
                </a:lnTo>
                <a:lnTo>
                  <a:pt x="493" y="0"/>
                </a:lnTo>
                <a:cubicBezTo>
                  <a:pt x="511" y="0"/>
                  <a:pt x="526" y="15"/>
                  <a:pt x="526" y="32"/>
                </a:cubicBezTo>
                <a:lnTo>
                  <a:pt x="526" y="32"/>
                </a:lnTo>
                <a:cubicBezTo>
                  <a:pt x="526" y="50"/>
                  <a:pt x="511" y="64"/>
                  <a:pt x="493" y="64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14903009" y="7843493"/>
            <a:ext cx="559145" cy="69895"/>
          </a:xfrm>
          <a:custGeom>
            <a:rect b="b" l="l" r="r" t="t"/>
            <a:pathLst>
              <a:path extrusionOk="0" h="66" w="527">
                <a:moveTo>
                  <a:pt x="493" y="65"/>
                </a:moveTo>
                <a:lnTo>
                  <a:pt x="33" y="65"/>
                </a:lnTo>
                <a:lnTo>
                  <a:pt x="33" y="65"/>
                </a:lnTo>
                <a:cubicBezTo>
                  <a:pt x="15" y="65"/>
                  <a:pt x="0" y="50"/>
                  <a:pt x="0" y="32"/>
                </a:cubicBezTo>
                <a:lnTo>
                  <a:pt x="0" y="32"/>
                </a:lnTo>
                <a:cubicBezTo>
                  <a:pt x="0" y="14"/>
                  <a:pt x="15" y="0"/>
                  <a:pt x="33" y="0"/>
                </a:cubicBezTo>
                <a:lnTo>
                  <a:pt x="493" y="0"/>
                </a:lnTo>
                <a:lnTo>
                  <a:pt x="493" y="0"/>
                </a:lnTo>
                <a:cubicBezTo>
                  <a:pt x="511" y="0"/>
                  <a:pt x="526" y="14"/>
                  <a:pt x="526" y="32"/>
                </a:cubicBezTo>
                <a:lnTo>
                  <a:pt x="526" y="32"/>
                </a:lnTo>
                <a:cubicBezTo>
                  <a:pt x="526" y="50"/>
                  <a:pt x="511" y="65"/>
                  <a:pt x="493" y="6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14903009" y="8123065"/>
            <a:ext cx="559145" cy="69895"/>
          </a:xfrm>
          <a:custGeom>
            <a:rect b="b" l="l" r="r" t="t"/>
            <a:pathLst>
              <a:path extrusionOk="0" h="66" w="527">
                <a:moveTo>
                  <a:pt x="493" y="65"/>
                </a:moveTo>
                <a:lnTo>
                  <a:pt x="33" y="65"/>
                </a:lnTo>
                <a:lnTo>
                  <a:pt x="33" y="65"/>
                </a:lnTo>
                <a:cubicBezTo>
                  <a:pt x="15" y="65"/>
                  <a:pt x="0" y="50"/>
                  <a:pt x="0" y="33"/>
                </a:cubicBezTo>
                <a:lnTo>
                  <a:pt x="0" y="33"/>
                </a:lnTo>
                <a:cubicBezTo>
                  <a:pt x="0" y="15"/>
                  <a:pt x="15" y="0"/>
                  <a:pt x="33" y="0"/>
                </a:cubicBezTo>
                <a:lnTo>
                  <a:pt x="493" y="0"/>
                </a:lnTo>
                <a:lnTo>
                  <a:pt x="493" y="0"/>
                </a:lnTo>
                <a:cubicBezTo>
                  <a:pt x="511" y="0"/>
                  <a:pt x="526" y="15"/>
                  <a:pt x="526" y="33"/>
                </a:cubicBezTo>
                <a:lnTo>
                  <a:pt x="526" y="33"/>
                </a:lnTo>
                <a:cubicBezTo>
                  <a:pt x="526" y="50"/>
                  <a:pt x="511" y="65"/>
                  <a:pt x="493" y="6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14735266" y="11030620"/>
            <a:ext cx="69892" cy="191043"/>
          </a:xfrm>
          <a:custGeom>
            <a:rect b="b" l="l" r="r" t="t"/>
            <a:pathLst>
              <a:path extrusionOk="0" h="183" w="65">
                <a:moveTo>
                  <a:pt x="32" y="182"/>
                </a:moveTo>
                <a:lnTo>
                  <a:pt x="32" y="182"/>
                </a:lnTo>
                <a:cubicBezTo>
                  <a:pt x="50" y="182"/>
                  <a:pt x="64" y="167"/>
                  <a:pt x="64" y="149"/>
                </a:cubicBezTo>
                <a:lnTo>
                  <a:pt x="64" y="32"/>
                </a:lnTo>
                <a:lnTo>
                  <a:pt x="64" y="32"/>
                </a:lnTo>
                <a:cubicBezTo>
                  <a:pt x="64" y="15"/>
                  <a:pt x="50" y="0"/>
                  <a:pt x="32" y="0"/>
                </a:cubicBezTo>
                <a:lnTo>
                  <a:pt x="32" y="0"/>
                </a:lnTo>
                <a:cubicBezTo>
                  <a:pt x="14" y="0"/>
                  <a:pt x="0" y="15"/>
                  <a:pt x="0" y="32"/>
                </a:cubicBezTo>
                <a:lnTo>
                  <a:pt x="0" y="149"/>
                </a:lnTo>
                <a:lnTo>
                  <a:pt x="0" y="149"/>
                </a:lnTo>
                <a:cubicBezTo>
                  <a:pt x="0" y="167"/>
                  <a:pt x="14" y="182"/>
                  <a:pt x="32" y="182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14735266" y="11403383"/>
            <a:ext cx="442655" cy="433339"/>
          </a:xfrm>
          <a:custGeom>
            <a:rect b="b" l="l" r="r" t="t"/>
            <a:pathLst>
              <a:path extrusionOk="0" h="410" w="417">
                <a:moveTo>
                  <a:pt x="384" y="345"/>
                </a:moveTo>
                <a:lnTo>
                  <a:pt x="64" y="345"/>
                </a:lnTo>
                <a:lnTo>
                  <a:pt x="64" y="32"/>
                </a:lnTo>
                <a:lnTo>
                  <a:pt x="64" y="32"/>
                </a:lnTo>
                <a:cubicBezTo>
                  <a:pt x="64" y="14"/>
                  <a:pt x="50" y="0"/>
                  <a:pt x="32" y="0"/>
                </a:cubicBezTo>
                <a:lnTo>
                  <a:pt x="32" y="0"/>
                </a:lnTo>
                <a:cubicBezTo>
                  <a:pt x="14" y="0"/>
                  <a:pt x="0" y="14"/>
                  <a:pt x="0" y="32"/>
                </a:cubicBezTo>
                <a:lnTo>
                  <a:pt x="0" y="377"/>
                </a:lnTo>
                <a:lnTo>
                  <a:pt x="0" y="377"/>
                </a:lnTo>
                <a:cubicBezTo>
                  <a:pt x="0" y="395"/>
                  <a:pt x="14" y="409"/>
                  <a:pt x="32" y="409"/>
                </a:cubicBezTo>
                <a:lnTo>
                  <a:pt x="384" y="409"/>
                </a:lnTo>
                <a:lnTo>
                  <a:pt x="384" y="409"/>
                </a:lnTo>
                <a:cubicBezTo>
                  <a:pt x="402" y="409"/>
                  <a:pt x="416" y="395"/>
                  <a:pt x="416" y="377"/>
                </a:cubicBezTo>
                <a:lnTo>
                  <a:pt x="416" y="377"/>
                </a:lnTo>
                <a:cubicBezTo>
                  <a:pt x="416" y="359"/>
                  <a:pt x="402" y="345"/>
                  <a:pt x="384" y="34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15350325" y="11766828"/>
            <a:ext cx="191040" cy="69895"/>
          </a:xfrm>
          <a:custGeom>
            <a:rect b="b" l="l" r="r" t="t"/>
            <a:pathLst>
              <a:path extrusionOk="0" h="65" w="181">
                <a:moveTo>
                  <a:pt x="147" y="0"/>
                </a:moveTo>
                <a:lnTo>
                  <a:pt x="33" y="0"/>
                </a:lnTo>
                <a:lnTo>
                  <a:pt x="33" y="0"/>
                </a:lnTo>
                <a:cubicBezTo>
                  <a:pt x="15" y="0"/>
                  <a:pt x="0" y="14"/>
                  <a:pt x="0" y="32"/>
                </a:cubicBezTo>
                <a:lnTo>
                  <a:pt x="0" y="32"/>
                </a:lnTo>
                <a:cubicBezTo>
                  <a:pt x="0" y="50"/>
                  <a:pt x="15" y="64"/>
                  <a:pt x="33" y="64"/>
                </a:cubicBezTo>
                <a:lnTo>
                  <a:pt x="147" y="64"/>
                </a:lnTo>
                <a:lnTo>
                  <a:pt x="147" y="64"/>
                </a:lnTo>
                <a:cubicBezTo>
                  <a:pt x="165" y="64"/>
                  <a:pt x="180" y="50"/>
                  <a:pt x="180" y="32"/>
                </a:cubicBezTo>
                <a:lnTo>
                  <a:pt x="180" y="32"/>
                </a:lnTo>
                <a:cubicBezTo>
                  <a:pt x="180" y="14"/>
                  <a:pt x="165" y="0"/>
                  <a:pt x="147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14488308" y="11277577"/>
            <a:ext cx="806102" cy="806099"/>
          </a:xfrm>
          <a:custGeom>
            <a:rect b="b" l="l" r="r" t="t"/>
            <a:pathLst>
              <a:path extrusionOk="0" h="763" w="763">
                <a:moveTo>
                  <a:pt x="730" y="0"/>
                </a:moveTo>
                <a:lnTo>
                  <a:pt x="730" y="0"/>
                </a:lnTo>
                <a:cubicBezTo>
                  <a:pt x="727" y="0"/>
                  <a:pt x="723" y="1"/>
                  <a:pt x="720" y="2"/>
                </a:cubicBezTo>
                <a:lnTo>
                  <a:pt x="33" y="2"/>
                </a:lnTo>
                <a:lnTo>
                  <a:pt x="33" y="2"/>
                </a:lnTo>
                <a:cubicBezTo>
                  <a:pt x="15" y="2"/>
                  <a:pt x="0" y="16"/>
                  <a:pt x="0" y="34"/>
                </a:cubicBezTo>
                <a:lnTo>
                  <a:pt x="0" y="34"/>
                </a:lnTo>
                <a:cubicBezTo>
                  <a:pt x="0" y="52"/>
                  <a:pt x="15" y="66"/>
                  <a:pt x="33" y="66"/>
                </a:cubicBezTo>
                <a:lnTo>
                  <a:pt x="698" y="66"/>
                </a:lnTo>
                <a:lnTo>
                  <a:pt x="698" y="730"/>
                </a:lnTo>
                <a:lnTo>
                  <a:pt x="698" y="730"/>
                </a:lnTo>
                <a:cubicBezTo>
                  <a:pt x="698" y="747"/>
                  <a:pt x="712" y="762"/>
                  <a:pt x="730" y="762"/>
                </a:cubicBezTo>
                <a:lnTo>
                  <a:pt x="730" y="762"/>
                </a:lnTo>
                <a:cubicBezTo>
                  <a:pt x="748" y="762"/>
                  <a:pt x="762" y="747"/>
                  <a:pt x="762" y="730"/>
                </a:cubicBezTo>
                <a:lnTo>
                  <a:pt x="762" y="32"/>
                </a:lnTo>
                <a:lnTo>
                  <a:pt x="762" y="32"/>
                </a:lnTo>
                <a:cubicBezTo>
                  <a:pt x="762" y="15"/>
                  <a:pt x="748" y="0"/>
                  <a:pt x="730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 txBox="1"/>
          <p:nvPr/>
        </p:nvSpPr>
        <p:spPr>
          <a:xfrm>
            <a:off x="4164062" y="3410824"/>
            <a:ext cx="4079963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Startup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Diagram</a:t>
            </a:r>
            <a:endParaRPr/>
          </a:p>
        </p:txBody>
      </p:sp>
      <p:sp>
        <p:nvSpPr>
          <p:cNvPr id="299" name="Google Shape;299;p6"/>
          <p:cNvSpPr txBox="1"/>
          <p:nvPr/>
        </p:nvSpPr>
        <p:spPr>
          <a:xfrm>
            <a:off x="4184726" y="6461587"/>
            <a:ext cx="5792935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Marketers must link the price to the real and perceived value of the product, but they also must take into account supply costs, seasonal discounts, and prices used by competitors.</a:t>
            </a:r>
            <a:endParaRPr/>
          </a:p>
        </p:txBody>
      </p:sp>
      <p:sp>
        <p:nvSpPr>
          <p:cNvPr id="300" name="Google Shape;300;p6"/>
          <p:cNvSpPr txBox="1"/>
          <p:nvPr/>
        </p:nvSpPr>
        <p:spPr>
          <a:xfrm>
            <a:off x="15687275" y="5619049"/>
            <a:ext cx="19188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 One</a:t>
            </a:r>
            <a:endParaRPr/>
          </a:p>
        </p:txBody>
      </p:sp>
      <p:sp>
        <p:nvSpPr>
          <p:cNvPr id="301" name="Google Shape;301;p6"/>
          <p:cNvSpPr/>
          <p:nvPr/>
        </p:nvSpPr>
        <p:spPr>
          <a:xfrm>
            <a:off x="15662513" y="6180036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302" name="Google Shape;302;p6"/>
          <p:cNvSpPr txBox="1"/>
          <p:nvPr/>
        </p:nvSpPr>
        <p:spPr>
          <a:xfrm>
            <a:off x="15682408" y="7208135"/>
            <a:ext cx="19188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 Two</a:t>
            </a:r>
            <a:endParaRPr b="1" sz="3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15657645" y="7769122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304" name="Google Shape;304;p6"/>
          <p:cNvSpPr txBox="1"/>
          <p:nvPr/>
        </p:nvSpPr>
        <p:spPr>
          <a:xfrm>
            <a:off x="15677198" y="9090036"/>
            <a:ext cx="218482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 Three</a:t>
            </a:r>
            <a:endParaRPr b="1" sz="3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15652436" y="9651023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306" name="Google Shape;306;p6"/>
          <p:cNvSpPr txBox="1"/>
          <p:nvPr/>
        </p:nvSpPr>
        <p:spPr>
          <a:xfrm>
            <a:off x="15695938" y="10869013"/>
            <a:ext cx="200279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 Four</a:t>
            </a:r>
            <a:endParaRPr b="1" sz="3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15671177" y="11430000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"/>
          <p:cNvSpPr/>
          <p:nvPr/>
        </p:nvSpPr>
        <p:spPr>
          <a:xfrm>
            <a:off x="9596931" y="8884296"/>
            <a:ext cx="2267582" cy="3813902"/>
          </a:xfrm>
          <a:custGeom>
            <a:rect b="b" l="l" r="r" t="t"/>
            <a:pathLst>
              <a:path extrusionOk="0" h="3240" w="1927">
                <a:moveTo>
                  <a:pt x="324" y="875"/>
                </a:moveTo>
                <a:lnTo>
                  <a:pt x="324" y="875"/>
                </a:lnTo>
                <a:cubicBezTo>
                  <a:pt x="109" y="1382"/>
                  <a:pt x="0" y="1920"/>
                  <a:pt x="0" y="2474"/>
                </a:cubicBezTo>
                <a:lnTo>
                  <a:pt x="0" y="2474"/>
                </a:lnTo>
                <a:cubicBezTo>
                  <a:pt x="0" y="2897"/>
                  <a:pt x="343" y="3239"/>
                  <a:pt x="765" y="3239"/>
                </a:cubicBezTo>
                <a:lnTo>
                  <a:pt x="765" y="3239"/>
                </a:lnTo>
                <a:cubicBezTo>
                  <a:pt x="1187" y="3239"/>
                  <a:pt x="1529" y="2897"/>
                  <a:pt x="1529" y="2474"/>
                </a:cubicBezTo>
                <a:lnTo>
                  <a:pt x="1529" y="2474"/>
                </a:lnTo>
                <a:cubicBezTo>
                  <a:pt x="1529" y="1980"/>
                  <a:pt x="1668" y="1506"/>
                  <a:pt x="1926" y="1098"/>
                </a:cubicBezTo>
                <a:lnTo>
                  <a:pt x="829" y="0"/>
                </a:lnTo>
                <a:lnTo>
                  <a:pt x="829" y="0"/>
                </a:lnTo>
                <a:cubicBezTo>
                  <a:pt x="625" y="269"/>
                  <a:pt x="456" y="561"/>
                  <a:pt x="324" y="875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16980847" y="8853162"/>
            <a:ext cx="2288342" cy="3839845"/>
          </a:xfrm>
          <a:custGeom>
            <a:rect b="b" l="l" r="r" t="t"/>
            <a:pathLst>
              <a:path extrusionOk="0" h="3265" w="1944">
                <a:moveTo>
                  <a:pt x="414" y="2499"/>
                </a:moveTo>
                <a:lnTo>
                  <a:pt x="414" y="2499"/>
                </a:lnTo>
                <a:cubicBezTo>
                  <a:pt x="414" y="2922"/>
                  <a:pt x="757" y="3264"/>
                  <a:pt x="1178" y="3264"/>
                </a:cubicBezTo>
                <a:lnTo>
                  <a:pt x="1178" y="3264"/>
                </a:lnTo>
                <a:cubicBezTo>
                  <a:pt x="1601" y="3264"/>
                  <a:pt x="1943" y="2922"/>
                  <a:pt x="1943" y="2499"/>
                </a:cubicBezTo>
                <a:lnTo>
                  <a:pt x="1943" y="2499"/>
                </a:lnTo>
                <a:cubicBezTo>
                  <a:pt x="1943" y="1945"/>
                  <a:pt x="1835" y="1407"/>
                  <a:pt x="1620" y="900"/>
                </a:cubicBezTo>
                <a:lnTo>
                  <a:pt x="1620" y="900"/>
                </a:lnTo>
                <a:cubicBezTo>
                  <a:pt x="1483" y="577"/>
                  <a:pt x="1308" y="276"/>
                  <a:pt x="1096" y="0"/>
                </a:cubicBezTo>
                <a:lnTo>
                  <a:pt x="0" y="1096"/>
                </a:lnTo>
                <a:lnTo>
                  <a:pt x="0" y="1096"/>
                </a:lnTo>
                <a:cubicBezTo>
                  <a:pt x="270" y="1510"/>
                  <a:pt x="414" y="1994"/>
                  <a:pt x="414" y="2499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10572459" y="6959186"/>
            <a:ext cx="3834654" cy="3217167"/>
          </a:xfrm>
          <a:custGeom>
            <a:rect b="b" l="l" r="r" t="t"/>
            <a:pathLst>
              <a:path extrusionOk="0" h="2733" w="3259">
                <a:moveTo>
                  <a:pt x="3258" y="1529"/>
                </a:moveTo>
                <a:lnTo>
                  <a:pt x="3258" y="0"/>
                </a:lnTo>
                <a:lnTo>
                  <a:pt x="3258" y="0"/>
                </a:lnTo>
                <a:cubicBezTo>
                  <a:pt x="2711" y="2"/>
                  <a:pt x="2180" y="111"/>
                  <a:pt x="1680" y="323"/>
                </a:cubicBezTo>
                <a:lnTo>
                  <a:pt x="1680" y="323"/>
                </a:lnTo>
                <a:cubicBezTo>
                  <a:pt x="1190" y="530"/>
                  <a:pt x="752" y="826"/>
                  <a:pt x="375" y="1203"/>
                </a:cubicBezTo>
                <a:lnTo>
                  <a:pt x="375" y="1203"/>
                </a:lnTo>
                <a:cubicBezTo>
                  <a:pt x="239" y="1339"/>
                  <a:pt x="114" y="1483"/>
                  <a:pt x="0" y="1634"/>
                </a:cubicBezTo>
                <a:lnTo>
                  <a:pt x="1097" y="2732"/>
                </a:lnTo>
                <a:lnTo>
                  <a:pt x="1097" y="2732"/>
                </a:lnTo>
                <a:cubicBezTo>
                  <a:pt x="1198" y="2572"/>
                  <a:pt x="1318" y="2422"/>
                  <a:pt x="1455" y="2284"/>
                </a:cubicBezTo>
                <a:lnTo>
                  <a:pt x="1455" y="2284"/>
                </a:lnTo>
                <a:cubicBezTo>
                  <a:pt x="1937" y="1802"/>
                  <a:pt x="2577" y="1534"/>
                  <a:pt x="3258" y="1529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14407113" y="6959186"/>
            <a:ext cx="3865791" cy="3186034"/>
          </a:xfrm>
          <a:custGeom>
            <a:rect b="b" l="l" r="r" t="t"/>
            <a:pathLst>
              <a:path extrusionOk="0" h="2706" w="3284">
                <a:moveTo>
                  <a:pt x="21" y="1529"/>
                </a:moveTo>
                <a:lnTo>
                  <a:pt x="21" y="1529"/>
                </a:lnTo>
                <a:cubicBezTo>
                  <a:pt x="711" y="1529"/>
                  <a:pt x="1358" y="1797"/>
                  <a:pt x="1846" y="2284"/>
                </a:cubicBezTo>
                <a:lnTo>
                  <a:pt x="1846" y="2284"/>
                </a:lnTo>
                <a:cubicBezTo>
                  <a:pt x="1975" y="2414"/>
                  <a:pt x="2090" y="2555"/>
                  <a:pt x="2187" y="2705"/>
                </a:cubicBezTo>
                <a:lnTo>
                  <a:pt x="3283" y="1609"/>
                </a:lnTo>
                <a:lnTo>
                  <a:pt x="3283" y="1609"/>
                </a:lnTo>
                <a:cubicBezTo>
                  <a:pt x="3174" y="1467"/>
                  <a:pt x="3055" y="1331"/>
                  <a:pt x="2927" y="1203"/>
                </a:cubicBezTo>
                <a:lnTo>
                  <a:pt x="2927" y="1203"/>
                </a:lnTo>
                <a:cubicBezTo>
                  <a:pt x="2550" y="826"/>
                  <a:pt x="2110" y="530"/>
                  <a:pt x="1621" y="323"/>
                </a:cubicBezTo>
                <a:lnTo>
                  <a:pt x="1621" y="323"/>
                </a:lnTo>
                <a:cubicBezTo>
                  <a:pt x="1114" y="108"/>
                  <a:pt x="575" y="0"/>
                  <a:pt x="21" y="0"/>
                </a:cubicBezTo>
                <a:lnTo>
                  <a:pt x="21" y="0"/>
                </a:lnTo>
                <a:cubicBezTo>
                  <a:pt x="14" y="0"/>
                  <a:pt x="7" y="0"/>
                  <a:pt x="0" y="0"/>
                </a:cubicBezTo>
                <a:lnTo>
                  <a:pt x="0" y="1529"/>
                </a:lnTo>
                <a:lnTo>
                  <a:pt x="0" y="1529"/>
                </a:lnTo>
                <a:cubicBezTo>
                  <a:pt x="7" y="1529"/>
                  <a:pt x="14" y="1529"/>
                  <a:pt x="21" y="1529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14059453" y="4240161"/>
            <a:ext cx="2547787" cy="2449198"/>
          </a:xfrm>
          <a:custGeom>
            <a:rect b="b" l="l" r="r" t="t"/>
            <a:pathLst>
              <a:path extrusionOk="0" h="2080" w="2163">
                <a:moveTo>
                  <a:pt x="973" y="0"/>
                </a:moveTo>
                <a:lnTo>
                  <a:pt x="0" y="1531"/>
                </a:lnTo>
                <a:lnTo>
                  <a:pt x="0" y="1531"/>
                </a:lnTo>
                <a:cubicBezTo>
                  <a:pt x="71" y="1480"/>
                  <a:pt x="465" y="1207"/>
                  <a:pt x="985" y="1304"/>
                </a:cubicBezTo>
                <a:lnTo>
                  <a:pt x="985" y="1304"/>
                </a:lnTo>
                <a:cubicBezTo>
                  <a:pt x="1641" y="1427"/>
                  <a:pt x="1910" y="2030"/>
                  <a:pt x="1932" y="2079"/>
                </a:cubicBezTo>
                <a:lnTo>
                  <a:pt x="1932" y="2079"/>
                </a:lnTo>
                <a:cubicBezTo>
                  <a:pt x="1966" y="1976"/>
                  <a:pt x="2162" y="1359"/>
                  <a:pt x="1818" y="736"/>
                </a:cubicBezTo>
                <a:lnTo>
                  <a:pt x="1818" y="736"/>
                </a:lnTo>
                <a:cubicBezTo>
                  <a:pt x="1546" y="246"/>
                  <a:pt x="1106" y="52"/>
                  <a:pt x="973" y="0"/>
                </a:cubicBezTo>
                <a:lnTo>
                  <a:pt x="0" y="1531"/>
                </a:lnTo>
                <a:lnTo>
                  <a:pt x="0" y="1531"/>
                </a:lnTo>
                <a:cubicBezTo>
                  <a:pt x="71" y="1480"/>
                  <a:pt x="465" y="1207"/>
                  <a:pt x="985" y="1304"/>
                </a:cubicBezTo>
                <a:lnTo>
                  <a:pt x="985" y="1304"/>
                </a:lnTo>
                <a:cubicBezTo>
                  <a:pt x="1641" y="1427"/>
                  <a:pt x="1910" y="2030"/>
                  <a:pt x="1932" y="2079"/>
                </a:cubicBezTo>
                <a:lnTo>
                  <a:pt x="1932" y="2079"/>
                </a:lnTo>
                <a:cubicBezTo>
                  <a:pt x="1966" y="1976"/>
                  <a:pt x="2162" y="1359"/>
                  <a:pt x="1818" y="736"/>
                </a:cubicBezTo>
                <a:lnTo>
                  <a:pt x="1818" y="736"/>
                </a:lnTo>
                <a:cubicBezTo>
                  <a:pt x="1546" y="246"/>
                  <a:pt x="1106" y="52"/>
                  <a:pt x="973" y="0"/>
                </a:cubicBezTo>
              </a:path>
            </a:pathLst>
          </a:custGeom>
          <a:solidFill>
            <a:srgbClr val="FFAE17"/>
          </a:solidFill>
          <a:ln cap="flat" cmpd="sng" w="9525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14059453" y="4240161"/>
            <a:ext cx="2547787" cy="2449198"/>
          </a:xfrm>
          <a:custGeom>
            <a:rect b="b" l="l" r="r" t="t"/>
            <a:pathLst>
              <a:path extrusionOk="0" h="2080" w="2163">
                <a:moveTo>
                  <a:pt x="973" y="0"/>
                </a:moveTo>
                <a:lnTo>
                  <a:pt x="0" y="1531"/>
                </a:lnTo>
                <a:lnTo>
                  <a:pt x="0" y="1531"/>
                </a:lnTo>
                <a:cubicBezTo>
                  <a:pt x="71" y="1480"/>
                  <a:pt x="465" y="1207"/>
                  <a:pt x="985" y="1304"/>
                </a:cubicBezTo>
                <a:lnTo>
                  <a:pt x="985" y="1304"/>
                </a:lnTo>
                <a:cubicBezTo>
                  <a:pt x="1641" y="1427"/>
                  <a:pt x="1910" y="2030"/>
                  <a:pt x="1932" y="2079"/>
                </a:cubicBezTo>
                <a:lnTo>
                  <a:pt x="1932" y="2079"/>
                </a:lnTo>
                <a:cubicBezTo>
                  <a:pt x="1966" y="1976"/>
                  <a:pt x="2162" y="1359"/>
                  <a:pt x="1818" y="736"/>
                </a:cubicBezTo>
                <a:lnTo>
                  <a:pt x="1818" y="736"/>
                </a:lnTo>
                <a:cubicBezTo>
                  <a:pt x="1546" y="246"/>
                  <a:pt x="1106" y="52"/>
                  <a:pt x="973" y="0"/>
                </a:cubicBezTo>
                <a:lnTo>
                  <a:pt x="0" y="1531"/>
                </a:lnTo>
                <a:lnTo>
                  <a:pt x="0" y="1531"/>
                </a:lnTo>
                <a:cubicBezTo>
                  <a:pt x="71" y="1480"/>
                  <a:pt x="465" y="1207"/>
                  <a:pt x="985" y="1304"/>
                </a:cubicBezTo>
                <a:lnTo>
                  <a:pt x="985" y="1304"/>
                </a:lnTo>
                <a:cubicBezTo>
                  <a:pt x="1641" y="1427"/>
                  <a:pt x="1910" y="2030"/>
                  <a:pt x="1932" y="2079"/>
                </a:cubicBezTo>
                <a:lnTo>
                  <a:pt x="1932" y="2079"/>
                </a:lnTo>
                <a:cubicBezTo>
                  <a:pt x="1966" y="1976"/>
                  <a:pt x="2162" y="1359"/>
                  <a:pt x="1818" y="736"/>
                </a:cubicBezTo>
                <a:lnTo>
                  <a:pt x="1818" y="736"/>
                </a:lnTo>
                <a:cubicBezTo>
                  <a:pt x="1546" y="246"/>
                  <a:pt x="1106" y="52"/>
                  <a:pt x="973" y="0"/>
                </a:cubicBezTo>
              </a:path>
            </a:pathLst>
          </a:custGeom>
          <a:noFill/>
          <a:ln cap="flat" cmpd="sng" w="219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12258876" y="4240161"/>
            <a:ext cx="2547791" cy="2449198"/>
          </a:xfrm>
          <a:custGeom>
            <a:rect b="b" l="l" r="r" t="t"/>
            <a:pathLst>
              <a:path extrusionOk="0" h="2080" w="2164">
                <a:moveTo>
                  <a:pt x="1190" y="0"/>
                </a:moveTo>
                <a:lnTo>
                  <a:pt x="2163" y="1531"/>
                </a:lnTo>
                <a:lnTo>
                  <a:pt x="2163" y="1531"/>
                </a:lnTo>
                <a:cubicBezTo>
                  <a:pt x="2092" y="1480"/>
                  <a:pt x="1698" y="1207"/>
                  <a:pt x="1178" y="1304"/>
                </a:cubicBezTo>
                <a:lnTo>
                  <a:pt x="1178" y="1304"/>
                </a:lnTo>
                <a:cubicBezTo>
                  <a:pt x="521" y="1427"/>
                  <a:pt x="252" y="2030"/>
                  <a:pt x="231" y="2079"/>
                </a:cubicBezTo>
                <a:lnTo>
                  <a:pt x="231" y="2079"/>
                </a:lnTo>
                <a:cubicBezTo>
                  <a:pt x="197" y="1976"/>
                  <a:pt x="0" y="1359"/>
                  <a:pt x="345" y="736"/>
                </a:cubicBezTo>
                <a:lnTo>
                  <a:pt x="345" y="736"/>
                </a:lnTo>
                <a:cubicBezTo>
                  <a:pt x="617" y="246"/>
                  <a:pt x="1057" y="52"/>
                  <a:pt x="1190" y="0"/>
                </a:cubicBezTo>
                <a:lnTo>
                  <a:pt x="2163" y="1531"/>
                </a:lnTo>
                <a:lnTo>
                  <a:pt x="2163" y="1531"/>
                </a:lnTo>
                <a:cubicBezTo>
                  <a:pt x="2092" y="1480"/>
                  <a:pt x="1698" y="1207"/>
                  <a:pt x="1178" y="1304"/>
                </a:cubicBezTo>
                <a:lnTo>
                  <a:pt x="1178" y="1304"/>
                </a:lnTo>
                <a:cubicBezTo>
                  <a:pt x="521" y="1427"/>
                  <a:pt x="252" y="2030"/>
                  <a:pt x="231" y="2079"/>
                </a:cubicBezTo>
                <a:lnTo>
                  <a:pt x="231" y="2079"/>
                </a:lnTo>
                <a:cubicBezTo>
                  <a:pt x="197" y="1976"/>
                  <a:pt x="0" y="1359"/>
                  <a:pt x="345" y="736"/>
                </a:cubicBezTo>
                <a:lnTo>
                  <a:pt x="345" y="736"/>
                </a:lnTo>
                <a:cubicBezTo>
                  <a:pt x="617" y="246"/>
                  <a:pt x="1057" y="52"/>
                  <a:pt x="1190" y="0"/>
                </a:cubicBezTo>
              </a:path>
            </a:pathLst>
          </a:custGeom>
          <a:solidFill>
            <a:srgbClr val="FFAE17"/>
          </a:solidFill>
          <a:ln cap="flat" cmpd="sng" w="9525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12258876" y="4240161"/>
            <a:ext cx="2547791" cy="2449198"/>
          </a:xfrm>
          <a:custGeom>
            <a:rect b="b" l="l" r="r" t="t"/>
            <a:pathLst>
              <a:path extrusionOk="0" h="2080" w="2164">
                <a:moveTo>
                  <a:pt x="1190" y="0"/>
                </a:moveTo>
                <a:lnTo>
                  <a:pt x="2163" y="1531"/>
                </a:lnTo>
                <a:lnTo>
                  <a:pt x="2163" y="1531"/>
                </a:lnTo>
                <a:cubicBezTo>
                  <a:pt x="2092" y="1480"/>
                  <a:pt x="1698" y="1207"/>
                  <a:pt x="1178" y="1304"/>
                </a:cubicBezTo>
                <a:lnTo>
                  <a:pt x="1178" y="1304"/>
                </a:lnTo>
                <a:cubicBezTo>
                  <a:pt x="521" y="1427"/>
                  <a:pt x="252" y="2030"/>
                  <a:pt x="231" y="2079"/>
                </a:cubicBezTo>
                <a:lnTo>
                  <a:pt x="231" y="2079"/>
                </a:lnTo>
                <a:cubicBezTo>
                  <a:pt x="197" y="1976"/>
                  <a:pt x="0" y="1359"/>
                  <a:pt x="345" y="736"/>
                </a:cubicBezTo>
                <a:lnTo>
                  <a:pt x="345" y="736"/>
                </a:lnTo>
                <a:cubicBezTo>
                  <a:pt x="617" y="246"/>
                  <a:pt x="1057" y="52"/>
                  <a:pt x="1190" y="0"/>
                </a:cubicBezTo>
                <a:lnTo>
                  <a:pt x="2163" y="1531"/>
                </a:lnTo>
                <a:lnTo>
                  <a:pt x="2163" y="1531"/>
                </a:lnTo>
                <a:cubicBezTo>
                  <a:pt x="2092" y="1480"/>
                  <a:pt x="1698" y="1207"/>
                  <a:pt x="1178" y="1304"/>
                </a:cubicBezTo>
                <a:lnTo>
                  <a:pt x="1178" y="1304"/>
                </a:lnTo>
                <a:cubicBezTo>
                  <a:pt x="521" y="1427"/>
                  <a:pt x="252" y="2030"/>
                  <a:pt x="231" y="2079"/>
                </a:cubicBezTo>
                <a:lnTo>
                  <a:pt x="231" y="2079"/>
                </a:lnTo>
                <a:cubicBezTo>
                  <a:pt x="197" y="1976"/>
                  <a:pt x="0" y="1359"/>
                  <a:pt x="345" y="736"/>
                </a:cubicBezTo>
                <a:lnTo>
                  <a:pt x="345" y="736"/>
                </a:lnTo>
                <a:cubicBezTo>
                  <a:pt x="617" y="246"/>
                  <a:pt x="1057" y="52"/>
                  <a:pt x="1190" y="0"/>
                </a:cubicBezTo>
              </a:path>
            </a:pathLst>
          </a:custGeom>
          <a:noFill/>
          <a:ln cap="flat" cmpd="sng" w="219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12824476" y="1017803"/>
            <a:ext cx="3165278" cy="5178602"/>
          </a:xfrm>
          <a:custGeom>
            <a:rect b="b" l="l" r="r" t="t"/>
            <a:pathLst>
              <a:path extrusionOk="0" h="4401" w="2690">
                <a:moveTo>
                  <a:pt x="1345" y="0"/>
                </a:moveTo>
                <a:lnTo>
                  <a:pt x="1345" y="0"/>
                </a:lnTo>
                <a:lnTo>
                  <a:pt x="1345" y="0"/>
                </a:lnTo>
                <a:lnTo>
                  <a:pt x="1345" y="0"/>
                </a:lnTo>
                <a:cubicBezTo>
                  <a:pt x="149" y="1196"/>
                  <a:pt x="0" y="3042"/>
                  <a:pt x="898" y="4400"/>
                </a:cubicBezTo>
                <a:lnTo>
                  <a:pt x="1791" y="4400"/>
                </a:lnTo>
                <a:lnTo>
                  <a:pt x="1791" y="4400"/>
                </a:lnTo>
                <a:cubicBezTo>
                  <a:pt x="2689" y="3042"/>
                  <a:pt x="2540" y="1196"/>
                  <a:pt x="1345" y="0"/>
                </a:cubicBezTo>
              </a:path>
            </a:pathLst>
          </a:custGeom>
          <a:solidFill>
            <a:schemeClr val="accent1"/>
          </a:solidFill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14132098" y="2527798"/>
            <a:ext cx="550032" cy="544841"/>
          </a:xfrm>
          <a:custGeom>
            <a:rect b="b" l="l" r="r" t="t"/>
            <a:pathLst>
              <a:path extrusionOk="0" h="465" w="466">
                <a:moveTo>
                  <a:pt x="465" y="232"/>
                </a:moveTo>
                <a:lnTo>
                  <a:pt x="465" y="232"/>
                </a:lnTo>
                <a:cubicBezTo>
                  <a:pt x="465" y="360"/>
                  <a:pt x="361" y="464"/>
                  <a:pt x="233" y="464"/>
                </a:cubicBezTo>
                <a:lnTo>
                  <a:pt x="233" y="464"/>
                </a:lnTo>
                <a:cubicBezTo>
                  <a:pt x="105" y="464"/>
                  <a:pt x="0" y="360"/>
                  <a:pt x="0" y="232"/>
                </a:cubicBezTo>
                <a:lnTo>
                  <a:pt x="0" y="232"/>
                </a:lnTo>
                <a:cubicBezTo>
                  <a:pt x="0" y="104"/>
                  <a:pt x="105" y="0"/>
                  <a:pt x="233" y="0"/>
                </a:cubicBezTo>
                <a:lnTo>
                  <a:pt x="233" y="0"/>
                </a:lnTo>
                <a:cubicBezTo>
                  <a:pt x="361" y="0"/>
                  <a:pt x="465" y="104"/>
                  <a:pt x="465" y="232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13893406" y="3316523"/>
            <a:ext cx="1032605" cy="1032605"/>
          </a:xfrm>
          <a:custGeom>
            <a:rect b="b" l="l" r="r" t="t"/>
            <a:pathLst>
              <a:path extrusionOk="0" h="876" w="876">
                <a:moveTo>
                  <a:pt x="875" y="437"/>
                </a:moveTo>
                <a:lnTo>
                  <a:pt x="875" y="437"/>
                </a:lnTo>
                <a:cubicBezTo>
                  <a:pt x="875" y="679"/>
                  <a:pt x="680" y="875"/>
                  <a:pt x="438" y="875"/>
                </a:cubicBezTo>
                <a:lnTo>
                  <a:pt x="438" y="875"/>
                </a:lnTo>
                <a:cubicBezTo>
                  <a:pt x="196" y="875"/>
                  <a:pt x="0" y="679"/>
                  <a:pt x="0" y="437"/>
                </a:cubicBezTo>
                <a:lnTo>
                  <a:pt x="0" y="437"/>
                </a:lnTo>
                <a:cubicBezTo>
                  <a:pt x="0" y="196"/>
                  <a:pt x="196" y="0"/>
                  <a:pt x="438" y="0"/>
                </a:cubicBezTo>
                <a:lnTo>
                  <a:pt x="438" y="0"/>
                </a:lnTo>
                <a:cubicBezTo>
                  <a:pt x="680" y="0"/>
                  <a:pt x="875" y="196"/>
                  <a:pt x="875" y="437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14033506" y="4556687"/>
            <a:ext cx="752404" cy="752404"/>
          </a:xfrm>
          <a:custGeom>
            <a:rect b="b" l="l" r="r" t="t"/>
            <a:pathLst>
              <a:path extrusionOk="0" h="639" w="638">
                <a:moveTo>
                  <a:pt x="637" y="319"/>
                </a:moveTo>
                <a:lnTo>
                  <a:pt x="637" y="319"/>
                </a:lnTo>
                <a:cubicBezTo>
                  <a:pt x="637" y="495"/>
                  <a:pt x="495" y="638"/>
                  <a:pt x="319" y="638"/>
                </a:cubicBezTo>
                <a:lnTo>
                  <a:pt x="319" y="638"/>
                </a:lnTo>
                <a:cubicBezTo>
                  <a:pt x="142" y="638"/>
                  <a:pt x="0" y="495"/>
                  <a:pt x="0" y="319"/>
                </a:cubicBezTo>
                <a:lnTo>
                  <a:pt x="0" y="319"/>
                </a:lnTo>
                <a:cubicBezTo>
                  <a:pt x="0" y="143"/>
                  <a:pt x="142" y="0"/>
                  <a:pt x="319" y="0"/>
                </a:cubicBezTo>
                <a:lnTo>
                  <a:pt x="319" y="0"/>
                </a:lnTo>
                <a:cubicBezTo>
                  <a:pt x="495" y="0"/>
                  <a:pt x="637" y="143"/>
                  <a:pt x="637" y="319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13540555" y="1017803"/>
            <a:ext cx="1733119" cy="1281680"/>
          </a:xfrm>
          <a:custGeom>
            <a:rect b="b" l="l" r="r" t="t"/>
            <a:pathLst>
              <a:path extrusionOk="0" h="1088" w="1473">
                <a:moveTo>
                  <a:pt x="0" y="1087"/>
                </a:moveTo>
                <a:lnTo>
                  <a:pt x="1472" y="1087"/>
                </a:lnTo>
                <a:lnTo>
                  <a:pt x="1472" y="1087"/>
                </a:lnTo>
                <a:cubicBezTo>
                  <a:pt x="1304" y="692"/>
                  <a:pt x="1058" y="322"/>
                  <a:pt x="736" y="0"/>
                </a:cubicBezTo>
                <a:lnTo>
                  <a:pt x="736" y="0"/>
                </a:lnTo>
                <a:lnTo>
                  <a:pt x="736" y="0"/>
                </a:lnTo>
                <a:cubicBezTo>
                  <a:pt x="414" y="322"/>
                  <a:pt x="168" y="692"/>
                  <a:pt x="0" y="1087"/>
                </a:cubicBezTo>
              </a:path>
            </a:pathLst>
          </a:custGeom>
          <a:solidFill>
            <a:schemeClr val="accent3"/>
          </a:solidFill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13556120" y="6320940"/>
            <a:ext cx="1707176" cy="3289813"/>
          </a:xfrm>
          <a:custGeom>
            <a:rect b="b" l="l" r="r" t="t"/>
            <a:pathLst>
              <a:path extrusionOk="0" h="2795" w="1451">
                <a:moveTo>
                  <a:pt x="730" y="2794"/>
                </a:moveTo>
                <a:lnTo>
                  <a:pt x="730" y="2794"/>
                </a:lnTo>
                <a:lnTo>
                  <a:pt x="730" y="2794"/>
                </a:lnTo>
                <a:cubicBezTo>
                  <a:pt x="668" y="2794"/>
                  <a:pt x="610" y="2762"/>
                  <a:pt x="575" y="2710"/>
                </a:cubicBezTo>
                <a:lnTo>
                  <a:pt x="575" y="2710"/>
                </a:lnTo>
                <a:cubicBezTo>
                  <a:pt x="411" y="2454"/>
                  <a:pt x="179" y="2015"/>
                  <a:pt x="93" y="1422"/>
                </a:cubicBezTo>
                <a:lnTo>
                  <a:pt x="93" y="1422"/>
                </a:lnTo>
                <a:cubicBezTo>
                  <a:pt x="0" y="785"/>
                  <a:pt x="259" y="272"/>
                  <a:pt x="342" y="0"/>
                </a:cubicBezTo>
                <a:lnTo>
                  <a:pt x="1120" y="0"/>
                </a:lnTo>
                <a:lnTo>
                  <a:pt x="1120" y="0"/>
                </a:lnTo>
                <a:cubicBezTo>
                  <a:pt x="1200" y="281"/>
                  <a:pt x="1450" y="799"/>
                  <a:pt x="1352" y="1440"/>
                </a:cubicBezTo>
                <a:lnTo>
                  <a:pt x="1352" y="1440"/>
                </a:lnTo>
                <a:cubicBezTo>
                  <a:pt x="1265" y="2015"/>
                  <a:pt x="1046" y="2447"/>
                  <a:pt x="886" y="2707"/>
                </a:cubicBezTo>
                <a:lnTo>
                  <a:pt x="886" y="2707"/>
                </a:lnTo>
                <a:cubicBezTo>
                  <a:pt x="852" y="2761"/>
                  <a:pt x="794" y="2794"/>
                  <a:pt x="730" y="2794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12025373" y="8017738"/>
            <a:ext cx="871749" cy="352851"/>
          </a:xfrm>
          <a:custGeom>
            <a:rect b="b" l="l" r="r" t="t"/>
            <a:pathLst>
              <a:path extrusionOk="0" h="298" w="739">
                <a:moveTo>
                  <a:pt x="716" y="104"/>
                </a:moveTo>
                <a:lnTo>
                  <a:pt x="716" y="104"/>
                </a:lnTo>
                <a:cubicBezTo>
                  <a:pt x="701" y="98"/>
                  <a:pt x="684" y="105"/>
                  <a:pt x="677" y="120"/>
                </a:cubicBezTo>
                <a:lnTo>
                  <a:pt x="649" y="188"/>
                </a:lnTo>
                <a:lnTo>
                  <a:pt x="649" y="188"/>
                </a:lnTo>
                <a:cubicBezTo>
                  <a:pt x="591" y="75"/>
                  <a:pt x="472" y="0"/>
                  <a:pt x="340" y="0"/>
                </a:cubicBezTo>
                <a:lnTo>
                  <a:pt x="340" y="0"/>
                </a:lnTo>
                <a:cubicBezTo>
                  <a:pt x="182" y="0"/>
                  <a:pt x="43" y="107"/>
                  <a:pt x="4" y="260"/>
                </a:cubicBezTo>
                <a:lnTo>
                  <a:pt x="4" y="260"/>
                </a:lnTo>
                <a:cubicBezTo>
                  <a:pt x="0" y="276"/>
                  <a:pt x="9" y="292"/>
                  <a:pt x="25" y="296"/>
                </a:cubicBezTo>
                <a:lnTo>
                  <a:pt x="25" y="296"/>
                </a:lnTo>
                <a:cubicBezTo>
                  <a:pt x="27" y="297"/>
                  <a:pt x="30" y="297"/>
                  <a:pt x="32" y="297"/>
                </a:cubicBezTo>
                <a:lnTo>
                  <a:pt x="32" y="297"/>
                </a:lnTo>
                <a:cubicBezTo>
                  <a:pt x="46" y="297"/>
                  <a:pt x="57" y="289"/>
                  <a:pt x="61" y="275"/>
                </a:cubicBezTo>
                <a:lnTo>
                  <a:pt x="61" y="275"/>
                </a:lnTo>
                <a:cubicBezTo>
                  <a:pt x="93" y="148"/>
                  <a:pt x="208" y="59"/>
                  <a:pt x="340" y="59"/>
                </a:cubicBezTo>
                <a:lnTo>
                  <a:pt x="340" y="59"/>
                </a:lnTo>
                <a:cubicBezTo>
                  <a:pt x="449" y="59"/>
                  <a:pt x="547" y="121"/>
                  <a:pt x="596" y="215"/>
                </a:cubicBezTo>
                <a:lnTo>
                  <a:pt x="523" y="184"/>
                </a:lnTo>
                <a:lnTo>
                  <a:pt x="523" y="184"/>
                </a:lnTo>
                <a:cubicBezTo>
                  <a:pt x="508" y="178"/>
                  <a:pt x="490" y="185"/>
                  <a:pt x="484" y="200"/>
                </a:cubicBezTo>
                <a:lnTo>
                  <a:pt x="484" y="200"/>
                </a:lnTo>
                <a:cubicBezTo>
                  <a:pt x="478" y="215"/>
                  <a:pt x="485" y="232"/>
                  <a:pt x="500" y="238"/>
                </a:cubicBezTo>
                <a:lnTo>
                  <a:pt x="637" y="295"/>
                </a:lnTo>
                <a:lnTo>
                  <a:pt x="637" y="295"/>
                </a:lnTo>
                <a:cubicBezTo>
                  <a:pt x="640" y="296"/>
                  <a:pt x="644" y="297"/>
                  <a:pt x="648" y="297"/>
                </a:cubicBezTo>
                <a:lnTo>
                  <a:pt x="648" y="297"/>
                </a:lnTo>
                <a:cubicBezTo>
                  <a:pt x="660" y="297"/>
                  <a:pt x="671" y="290"/>
                  <a:pt x="675" y="279"/>
                </a:cubicBezTo>
                <a:lnTo>
                  <a:pt x="732" y="142"/>
                </a:lnTo>
                <a:lnTo>
                  <a:pt x="732" y="142"/>
                </a:lnTo>
                <a:cubicBezTo>
                  <a:pt x="738" y="128"/>
                  <a:pt x="731" y="111"/>
                  <a:pt x="716" y="104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11968293" y="8484746"/>
            <a:ext cx="856183" cy="352851"/>
          </a:xfrm>
          <a:custGeom>
            <a:rect b="b" l="l" r="r" t="t"/>
            <a:pathLst>
              <a:path extrusionOk="0" h="302" w="727">
                <a:moveTo>
                  <a:pt x="700" y="4"/>
                </a:moveTo>
                <a:lnTo>
                  <a:pt x="700" y="4"/>
                </a:lnTo>
                <a:cubicBezTo>
                  <a:pt x="684" y="0"/>
                  <a:pt x="668" y="10"/>
                  <a:pt x="664" y="26"/>
                </a:cubicBezTo>
                <a:lnTo>
                  <a:pt x="664" y="26"/>
                </a:lnTo>
                <a:cubicBezTo>
                  <a:pt x="631" y="153"/>
                  <a:pt x="516" y="241"/>
                  <a:pt x="385" y="241"/>
                </a:cubicBezTo>
                <a:lnTo>
                  <a:pt x="385" y="241"/>
                </a:lnTo>
                <a:cubicBezTo>
                  <a:pt x="272" y="241"/>
                  <a:pt x="172" y="177"/>
                  <a:pt x="125" y="78"/>
                </a:cubicBezTo>
                <a:lnTo>
                  <a:pt x="209" y="104"/>
                </a:lnTo>
                <a:lnTo>
                  <a:pt x="209" y="104"/>
                </a:lnTo>
                <a:cubicBezTo>
                  <a:pt x="212" y="106"/>
                  <a:pt x="216" y="106"/>
                  <a:pt x="218" y="106"/>
                </a:cubicBezTo>
                <a:lnTo>
                  <a:pt x="218" y="106"/>
                </a:lnTo>
                <a:cubicBezTo>
                  <a:pt x="231" y="106"/>
                  <a:pt x="242" y="98"/>
                  <a:pt x="246" y="85"/>
                </a:cubicBezTo>
                <a:lnTo>
                  <a:pt x="246" y="85"/>
                </a:lnTo>
                <a:cubicBezTo>
                  <a:pt x="251" y="70"/>
                  <a:pt x="242" y="54"/>
                  <a:pt x="227" y="49"/>
                </a:cubicBezTo>
                <a:lnTo>
                  <a:pt x="86" y="4"/>
                </a:lnTo>
                <a:lnTo>
                  <a:pt x="86" y="4"/>
                </a:lnTo>
                <a:lnTo>
                  <a:pt x="85" y="4"/>
                </a:lnTo>
                <a:lnTo>
                  <a:pt x="85" y="4"/>
                </a:lnTo>
                <a:cubicBezTo>
                  <a:pt x="85" y="4"/>
                  <a:pt x="85" y="4"/>
                  <a:pt x="84" y="4"/>
                </a:cubicBezTo>
                <a:lnTo>
                  <a:pt x="84" y="4"/>
                </a:lnTo>
                <a:cubicBezTo>
                  <a:pt x="83" y="4"/>
                  <a:pt x="83" y="4"/>
                  <a:pt x="82" y="3"/>
                </a:cubicBezTo>
                <a:lnTo>
                  <a:pt x="82" y="3"/>
                </a:lnTo>
                <a:cubicBezTo>
                  <a:pt x="81" y="3"/>
                  <a:pt x="81" y="3"/>
                  <a:pt x="81" y="3"/>
                </a:cubicBezTo>
                <a:lnTo>
                  <a:pt x="81" y="3"/>
                </a:lnTo>
                <a:cubicBezTo>
                  <a:pt x="80" y="3"/>
                  <a:pt x="80" y="3"/>
                  <a:pt x="80" y="3"/>
                </a:cubicBezTo>
                <a:lnTo>
                  <a:pt x="80" y="3"/>
                </a:lnTo>
                <a:cubicBezTo>
                  <a:pt x="79" y="3"/>
                  <a:pt x="79" y="3"/>
                  <a:pt x="78" y="3"/>
                </a:cubicBezTo>
                <a:lnTo>
                  <a:pt x="78" y="3"/>
                </a:lnTo>
                <a:cubicBezTo>
                  <a:pt x="78" y="3"/>
                  <a:pt x="78" y="3"/>
                  <a:pt x="77" y="3"/>
                </a:cubicBezTo>
                <a:lnTo>
                  <a:pt x="77" y="3"/>
                </a:lnTo>
                <a:lnTo>
                  <a:pt x="77" y="3"/>
                </a:lnTo>
                <a:lnTo>
                  <a:pt x="77" y="3"/>
                </a:lnTo>
                <a:cubicBezTo>
                  <a:pt x="76" y="3"/>
                  <a:pt x="75" y="3"/>
                  <a:pt x="75" y="3"/>
                </a:cubicBezTo>
                <a:lnTo>
                  <a:pt x="75" y="3"/>
                </a:lnTo>
                <a:lnTo>
                  <a:pt x="74" y="3"/>
                </a:lnTo>
                <a:lnTo>
                  <a:pt x="74" y="3"/>
                </a:lnTo>
                <a:lnTo>
                  <a:pt x="72" y="3"/>
                </a:lnTo>
                <a:lnTo>
                  <a:pt x="72" y="3"/>
                </a:lnTo>
                <a:cubicBezTo>
                  <a:pt x="72" y="4"/>
                  <a:pt x="72" y="4"/>
                  <a:pt x="71" y="4"/>
                </a:cubicBezTo>
                <a:lnTo>
                  <a:pt x="71" y="4"/>
                </a:lnTo>
                <a:lnTo>
                  <a:pt x="70" y="4"/>
                </a:lnTo>
                <a:lnTo>
                  <a:pt x="70" y="4"/>
                </a:lnTo>
                <a:cubicBezTo>
                  <a:pt x="69" y="4"/>
                  <a:pt x="69" y="4"/>
                  <a:pt x="69" y="4"/>
                </a:cubicBezTo>
                <a:lnTo>
                  <a:pt x="69" y="4"/>
                </a:lnTo>
                <a:lnTo>
                  <a:pt x="69" y="4"/>
                </a:lnTo>
                <a:lnTo>
                  <a:pt x="69" y="4"/>
                </a:lnTo>
                <a:cubicBezTo>
                  <a:pt x="58" y="7"/>
                  <a:pt x="51" y="16"/>
                  <a:pt x="49" y="26"/>
                </a:cubicBezTo>
                <a:lnTo>
                  <a:pt x="5" y="164"/>
                </a:lnTo>
                <a:lnTo>
                  <a:pt x="5" y="164"/>
                </a:lnTo>
                <a:cubicBezTo>
                  <a:pt x="0" y="180"/>
                  <a:pt x="9" y="196"/>
                  <a:pt x="24" y="201"/>
                </a:cubicBezTo>
                <a:lnTo>
                  <a:pt x="24" y="201"/>
                </a:lnTo>
                <a:cubicBezTo>
                  <a:pt x="27" y="202"/>
                  <a:pt x="30" y="202"/>
                  <a:pt x="33" y="202"/>
                </a:cubicBezTo>
                <a:lnTo>
                  <a:pt x="33" y="202"/>
                </a:lnTo>
                <a:cubicBezTo>
                  <a:pt x="45" y="202"/>
                  <a:pt x="57" y="194"/>
                  <a:pt x="61" y="182"/>
                </a:cubicBezTo>
                <a:lnTo>
                  <a:pt x="80" y="120"/>
                </a:lnTo>
                <a:lnTo>
                  <a:pt x="80" y="120"/>
                </a:lnTo>
                <a:cubicBezTo>
                  <a:pt x="103" y="161"/>
                  <a:pt x="133" y="197"/>
                  <a:pt x="170" y="226"/>
                </a:cubicBezTo>
                <a:lnTo>
                  <a:pt x="170" y="226"/>
                </a:lnTo>
                <a:cubicBezTo>
                  <a:pt x="232" y="275"/>
                  <a:pt x="307" y="301"/>
                  <a:pt x="385" y="301"/>
                </a:cubicBezTo>
                <a:lnTo>
                  <a:pt x="385" y="301"/>
                </a:lnTo>
                <a:cubicBezTo>
                  <a:pt x="543" y="301"/>
                  <a:pt x="682" y="193"/>
                  <a:pt x="721" y="40"/>
                </a:cubicBezTo>
                <a:lnTo>
                  <a:pt x="721" y="40"/>
                </a:lnTo>
                <a:cubicBezTo>
                  <a:pt x="726" y="24"/>
                  <a:pt x="716" y="8"/>
                  <a:pt x="700" y="4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17987509" y="10565526"/>
            <a:ext cx="700514" cy="819859"/>
          </a:xfrm>
          <a:custGeom>
            <a:rect b="b" l="l" r="r" t="t"/>
            <a:pathLst>
              <a:path extrusionOk="0" h="698" w="596">
                <a:moveTo>
                  <a:pt x="383" y="608"/>
                </a:moveTo>
                <a:lnTo>
                  <a:pt x="167" y="443"/>
                </a:lnTo>
                <a:lnTo>
                  <a:pt x="167" y="251"/>
                </a:lnTo>
                <a:lnTo>
                  <a:pt x="172" y="246"/>
                </a:lnTo>
                <a:lnTo>
                  <a:pt x="383" y="499"/>
                </a:lnTo>
                <a:lnTo>
                  <a:pt x="383" y="608"/>
                </a:lnTo>
                <a:close/>
                <a:moveTo>
                  <a:pt x="108" y="428"/>
                </a:moveTo>
                <a:lnTo>
                  <a:pt x="62" y="428"/>
                </a:lnTo>
                <a:lnTo>
                  <a:pt x="62" y="265"/>
                </a:lnTo>
                <a:lnTo>
                  <a:pt x="108" y="265"/>
                </a:lnTo>
                <a:lnTo>
                  <a:pt x="108" y="428"/>
                </a:lnTo>
                <a:close/>
                <a:moveTo>
                  <a:pt x="383" y="91"/>
                </a:moveTo>
                <a:lnTo>
                  <a:pt x="383" y="407"/>
                </a:lnTo>
                <a:lnTo>
                  <a:pt x="220" y="212"/>
                </a:lnTo>
                <a:lnTo>
                  <a:pt x="383" y="91"/>
                </a:lnTo>
                <a:close/>
                <a:moveTo>
                  <a:pt x="584" y="649"/>
                </a:moveTo>
                <a:lnTo>
                  <a:pt x="442" y="478"/>
                </a:lnTo>
                <a:lnTo>
                  <a:pt x="442" y="33"/>
                </a:lnTo>
                <a:lnTo>
                  <a:pt x="442" y="33"/>
                </a:lnTo>
                <a:cubicBezTo>
                  <a:pt x="442" y="22"/>
                  <a:pt x="435" y="12"/>
                  <a:pt x="425" y="7"/>
                </a:cubicBezTo>
                <a:lnTo>
                  <a:pt x="425" y="7"/>
                </a:lnTo>
                <a:cubicBezTo>
                  <a:pt x="416" y="1"/>
                  <a:pt x="403" y="3"/>
                  <a:pt x="395" y="9"/>
                </a:cubicBezTo>
                <a:lnTo>
                  <a:pt x="182" y="166"/>
                </a:lnTo>
                <a:lnTo>
                  <a:pt x="55" y="14"/>
                </a:lnTo>
                <a:lnTo>
                  <a:pt x="55" y="14"/>
                </a:lnTo>
                <a:cubicBezTo>
                  <a:pt x="45" y="1"/>
                  <a:pt x="26" y="0"/>
                  <a:pt x="14" y="10"/>
                </a:cubicBezTo>
                <a:lnTo>
                  <a:pt x="14" y="10"/>
                </a:lnTo>
                <a:cubicBezTo>
                  <a:pt x="1" y="21"/>
                  <a:pt x="0" y="39"/>
                  <a:pt x="10" y="52"/>
                </a:cubicBezTo>
                <a:lnTo>
                  <a:pt x="134" y="201"/>
                </a:lnTo>
                <a:lnTo>
                  <a:pt x="127" y="206"/>
                </a:lnTo>
                <a:lnTo>
                  <a:pt x="34" y="206"/>
                </a:lnTo>
                <a:lnTo>
                  <a:pt x="34" y="206"/>
                </a:lnTo>
                <a:cubicBezTo>
                  <a:pt x="23" y="206"/>
                  <a:pt x="12" y="213"/>
                  <a:pt x="8" y="223"/>
                </a:cubicBezTo>
                <a:lnTo>
                  <a:pt x="6" y="227"/>
                </a:lnTo>
                <a:lnTo>
                  <a:pt x="6" y="227"/>
                </a:lnTo>
                <a:cubicBezTo>
                  <a:pt x="4" y="230"/>
                  <a:pt x="3" y="235"/>
                  <a:pt x="3" y="240"/>
                </a:cubicBezTo>
                <a:lnTo>
                  <a:pt x="3" y="453"/>
                </a:lnTo>
                <a:lnTo>
                  <a:pt x="3" y="453"/>
                </a:lnTo>
                <a:cubicBezTo>
                  <a:pt x="3" y="458"/>
                  <a:pt x="4" y="462"/>
                  <a:pt x="6" y="466"/>
                </a:cubicBezTo>
                <a:lnTo>
                  <a:pt x="8" y="470"/>
                </a:lnTo>
                <a:lnTo>
                  <a:pt x="8" y="470"/>
                </a:lnTo>
                <a:cubicBezTo>
                  <a:pt x="12" y="480"/>
                  <a:pt x="23" y="487"/>
                  <a:pt x="34" y="487"/>
                </a:cubicBezTo>
                <a:lnTo>
                  <a:pt x="127" y="487"/>
                </a:lnTo>
                <a:lnTo>
                  <a:pt x="394" y="691"/>
                </a:lnTo>
                <a:lnTo>
                  <a:pt x="394" y="691"/>
                </a:lnTo>
                <a:cubicBezTo>
                  <a:pt x="400" y="695"/>
                  <a:pt x="406" y="697"/>
                  <a:pt x="412" y="697"/>
                </a:cubicBezTo>
                <a:lnTo>
                  <a:pt x="412" y="697"/>
                </a:lnTo>
                <a:cubicBezTo>
                  <a:pt x="417" y="697"/>
                  <a:pt x="421" y="696"/>
                  <a:pt x="425" y="694"/>
                </a:cubicBezTo>
                <a:lnTo>
                  <a:pt x="425" y="694"/>
                </a:lnTo>
                <a:cubicBezTo>
                  <a:pt x="435" y="689"/>
                  <a:pt x="442" y="679"/>
                  <a:pt x="442" y="667"/>
                </a:cubicBezTo>
                <a:lnTo>
                  <a:pt x="442" y="570"/>
                </a:lnTo>
                <a:lnTo>
                  <a:pt x="539" y="686"/>
                </a:lnTo>
                <a:lnTo>
                  <a:pt x="539" y="686"/>
                </a:lnTo>
                <a:cubicBezTo>
                  <a:pt x="545" y="694"/>
                  <a:pt x="553" y="697"/>
                  <a:pt x="562" y="697"/>
                </a:cubicBezTo>
                <a:lnTo>
                  <a:pt x="562" y="697"/>
                </a:lnTo>
                <a:cubicBezTo>
                  <a:pt x="568" y="697"/>
                  <a:pt x="574" y="695"/>
                  <a:pt x="580" y="690"/>
                </a:cubicBezTo>
                <a:lnTo>
                  <a:pt x="580" y="690"/>
                </a:lnTo>
                <a:cubicBezTo>
                  <a:pt x="593" y="679"/>
                  <a:pt x="595" y="661"/>
                  <a:pt x="584" y="64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15725114" y="7856878"/>
            <a:ext cx="1063742" cy="1058552"/>
          </a:xfrm>
          <a:custGeom>
            <a:rect b="b" l="l" r="r" t="t"/>
            <a:pathLst>
              <a:path extrusionOk="0" h="899" w="904">
                <a:moveTo>
                  <a:pt x="769" y="839"/>
                </a:moveTo>
                <a:lnTo>
                  <a:pt x="769" y="839"/>
                </a:lnTo>
                <a:cubicBezTo>
                  <a:pt x="727" y="839"/>
                  <a:pt x="694" y="805"/>
                  <a:pt x="694" y="764"/>
                </a:cubicBezTo>
                <a:lnTo>
                  <a:pt x="694" y="764"/>
                </a:lnTo>
                <a:cubicBezTo>
                  <a:pt x="694" y="722"/>
                  <a:pt x="727" y="689"/>
                  <a:pt x="769" y="689"/>
                </a:cubicBezTo>
                <a:lnTo>
                  <a:pt x="769" y="689"/>
                </a:lnTo>
                <a:cubicBezTo>
                  <a:pt x="810" y="689"/>
                  <a:pt x="843" y="722"/>
                  <a:pt x="843" y="764"/>
                </a:cubicBezTo>
                <a:lnTo>
                  <a:pt x="843" y="764"/>
                </a:lnTo>
                <a:cubicBezTo>
                  <a:pt x="843" y="805"/>
                  <a:pt x="810" y="839"/>
                  <a:pt x="769" y="839"/>
                </a:cubicBezTo>
                <a:close/>
                <a:moveTo>
                  <a:pt x="134" y="521"/>
                </a:moveTo>
                <a:lnTo>
                  <a:pt x="134" y="521"/>
                </a:lnTo>
                <a:cubicBezTo>
                  <a:pt x="92" y="521"/>
                  <a:pt x="59" y="487"/>
                  <a:pt x="59" y="446"/>
                </a:cubicBezTo>
                <a:lnTo>
                  <a:pt x="59" y="446"/>
                </a:lnTo>
                <a:cubicBezTo>
                  <a:pt x="59" y="405"/>
                  <a:pt x="92" y="371"/>
                  <a:pt x="134" y="371"/>
                </a:cubicBezTo>
                <a:lnTo>
                  <a:pt x="134" y="371"/>
                </a:lnTo>
                <a:cubicBezTo>
                  <a:pt x="175" y="371"/>
                  <a:pt x="209" y="405"/>
                  <a:pt x="209" y="446"/>
                </a:cubicBezTo>
                <a:lnTo>
                  <a:pt x="209" y="446"/>
                </a:lnTo>
                <a:cubicBezTo>
                  <a:pt x="209" y="487"/>
                  <a:pt x="175" y="521"/>
                  <a:pt x="134" y="521"/>
                </a:cubicBezTo>
                <a:close/>
                <a:moveTo>
                  <a:pt x="769" y="59"/>
                </a:moveTo>
                <a:lnTo>
                  <a:pt x="769" y="59"/>
                </a:lnTo>
                <a:cubicBezTo>
                  <a:pt x="810" y="59"/>
                  <a:pt x="843" y="92"/>
                  <a:pt x="843" y="134"/>
                </a:cubicBezTo>
                <a:lnTo>
                  <a:pt x="843" y="134"/>
                </a:lnTo>
                <a:cubicBezTo>
                  <a:pt x="843" y="175"/>
                  <a:pt x="810" y="208"/>
                  <a:pt x="769" y="208"/>
                </a:cubicBezTo>
                <a:lnTo>
                  <a:pt x="769" y="208"/>
                </a:lnTo>
                <a:cubicBezTo>
                  <a:pt x="727" y="208"/>
                  <a:pt x="694" y="175"/>
                  <a:pt x="694" y="134"/>
                </a:cubicBezTo>
                <a:lnTo>
                  <a:pt x="694" y="134"/>
                </a:lnTo>
                <a:cubicBezTo>
                  <a:pt x="694" y="92"/>
                  <a:pt x="727" y="59"/>
                  <a:pt x="769" y="59"/>
                </a:cubicBezTo>
                <a:close/>
                <a:moveTo>
                  <a:pt x="769" y="630"/>
                </a:moveTo>
                <a:lnTo>
                  <a:pt x="769" y="630"/>
                </a:lnTo>
                <a:cubicBezTo>
                  <a:pt x="743" y="630"/>
                  <a:pt x="719" y="637"/>
                  <a:pt x="699" y="649"/>
                </a:cubicBezTo>
                <a:lnTo>
                  <a:pt x="317" y="447"/>
                </a:lnTo>
                <a:lnTo>
                  <a:pt x="704" y="251"/>
                </a:lnTo>
                <a:lnTo>
                  <a:pt x="704" y="251"/>
                </a:lnTo>
                <a:cubicBezTo>
                  <a:pt x="723" y="262"/>
                  <a:pt x="745" y="268"/>
                  <a:pt x="769" y="268"/>
                </a:cubicBezTo>
                <a:lnTo>
                  <a:pt x="769" y="268"/>
                </a:lnTo>
                <a:cubicBezTo>
                  <a:pt x="843" y="268"/>
                  <a:pt x="903" y="208"/>
                  <a:pt x="903" y="134"/>
                </a:cubicBezTo>
                <a:lnTo>
                  <a:pt x="903" y="134"/>
                </a:lnTo>
                <a:cubicBezTo>
                  <a:pt x="903" y="60"/>
                  <a:pt x="843" y="0"/>
                  <a:pt x="769" y="0"/>
                </a:cubicBezTo>
                <a:lnTo>
                  <a:pt x="769" y="0"/>
                </a:lnTo>
                <a:cubicBezTo>
                  <a:pt x="695" y="0"/>
                  <a:pt x="635" y="60"/>
                  <a:pt x="635" y="134"/>
                </a:cubicBezTo>
                <a:lnTo>
                  <a:pt x="635" y="134"/>
                </a:lnTo>
                <a:cubicBezTo>
                  <a:pt x="635" y="161"/>
                  <a:pt x="644" y="187"/>
                  <a:pt x="658" y="208"/>
                </a:cubicBezTo>
                <a:lnTo>
                  <a:pt x="262" y="409"/>
                </a:lnTo>
                <a:lnTo>
                  <a:pt x="262" y="409"/>
                </a:lnTo>
                <a:cubicBezTo>
                  <a:pt x="246" y="353"/>
                  <a:pt x="195" y="312"/>
                  <a:pt x="134" y="312"/>
                </a:cubicBezTo>
                <a:lnTo>
                  <a:pt x="134" y="312"/>
                </a:lnTo>
                <a:cubicBezTo>
                  <a:pt x="60" y="312"/>
                  <a:pt x="0" y="372"/>
                  <a:pt x="0" y="446"/>
                </a:cubicBezTo>
                <a:lnTo>
                  <a:pt x="0" y="446"/>
                </a:lnTo>
                <a:cubicBezTo>
                  <a:pt x="0" y="520"/>
                  <a:pt x="60" y="580"/>
                  <a:pt x="134" y="580"/>
                </a:cubicBezTo>
                <a:lnTo>
                  <a:pt x="134" y="580"/>
                </a:lnTo>
                <a:cubicBezTo>
                  <a:pt x="195" y="580"/>
                  <a:pt x="245" y="540"/>
                  <a:pt x="262" y="484"/>
                </a:cubicBezTo>
                <a:lnTo>
                  <a:pt x="655" y="693"/>
                </a:lnTo>
                <a:lnTo>
                  <a:pt x="655" y="693"/>
                </a:lnTo>
                <a:cubicBezTo>
                  <a:pt x="642" y="713"/>
                  <a:pt x="635" y="737"/>
                  <a:pt x="635" y="764"/>
                </a:cubicBezTo>
                <a:lnTo>
                  <a:pt x="635" y="764"/>
                </a:lnTo>
                <a:cubicBezTo>
                  <a:pt x="635" y="837"/>
                  <a:pt x="695" y="898"/>
                  <a:pt x="769" y="898"/>
                </a:cubicBezTo>
                <a:lnTo>
                  <a:pt x="769" y="898"/>
                </a:lnTo>
                <a:cubicBezTo>
                  <a:pt x="843" y="898"/>
                  <a:pt x="903" y="837"/>
                  <a:pt x="903" y="764"/>
                </a:cubicBezTo>
                <a:lnTo>
                  <a:pt x="903" y="764"/>
                </a:lnTo>
                <a:cubicBezTo>
                  <a:pt x="903" y="690"/>
                  <a:pt x="843" y="630"/>
                  <a:pt x="769" y="63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9954969" y="10383913"/>
            <a:ext cx="1234977" cy="695323"/>
          </a:xfrm>
          <a:custGeom>
            <a:rect b="b" l="l" r="r" t="t"/>
            <a:pathLst>
              <a:path extrusionOk="0" h="590" w="1050">
                <a:moveTo>
                  <a:pt x="978" y="168"/>
                </a:moveTo>
                <a:lnTo>
                  <a:pt x="978" y="168"/>
                </a:lnTo>
                <a:cubicBezTo>
                  <a:pt x="954" y="142"/>
                  <a:pt x="925" y="121"/>
                  <a:pt x="892" y="107"/>
                </a:cubicBezTo>
                <a:lnTo>
                  <a:pt x="892" y="107"/>
                </a:lnTo>
                <a:cubicBezTo>
                  <a:pt x="857" y="92"/>
                  <a:pt x="819" y="84"/>
                  <a:pt x="778" y="84"/>
                </a:cubicBezTo>
                <a:lnTo>
                  <a:pt x="778" y="84"/>
                </a:lnTo>
                <a:cubicBezTo>
                  <a:pt x="769" y="83"/>
                  <a:pt x="761" y="84"/>
                  <a:pt x="751" y="85"/>
                </a:cubicBezTo>
                <a:lnTo>
                  <a:pt x="751" y="85"/>
                </a:lnTo>
                <a:cubicBezTo>
                  <a:pt x="707" y="31"/>
                  <a:pt x="641" y="0"/>
                  <a:pt x="570" y="0"/>
                </a:cubicBezTo>
                <a:lnTo>
                  <a:pt x="570" y="0"/>
                </a:lnTo>
                <a:cubicBezTo>
                  <a:pt x="463" y="0"/>
                  <a:pt x="370" y="72"/>
                  <a:pt x="343" y="173"/>
                </a:cubicBezTo>
                <a:lnTo>
                  <a:pt x="343" y="173"/>
                </a:lnTo>
                <a:cubicBezTo>
                  <a:pt x="323" y="168"/>
                  <a:pt x="303" y="165"/>
                  <a:pt x="283" y="165"/>
                </a:cubicBezTo>
                <a:lnTo>
                  <a:pt x="283" y="165"/>
                </a:lnTo>
                <a:cubicBezTo>
                  <a:pt x="171" y="164"/>
                  <a:pt x="82" y="207"/>
                  <a:pt x="37" y="285"/>
                </a:cubicBezTo>
                <a:lnTo>
                  <a:pt x="37" y="285"/>
                </a:lnTo>
                <a:cubicBezTo>
                  <a:pt x="0" y="347"/>
                  <a:pt x="0" y="424"/>
                  <a:pt x="35" y="484"/>
                </a:cubicBezTo>
                <a:lnTo>
                  <a:pt x="35" y="484"/>
                </a:lnTo>
                <a:cubicBezTo>
                  <a:pt x="73" y="551"/>
                  <a:pt x="148" y="589"/>
                  <a:pt x="241" y="589"/>
                </a:cubicBezTo>
                <a:lnTo>
                  <a:pt x="241" y="589"/>
                </a:lnTo>
                <a:lnTo>
                  <a:pt x="321" y="589"/>
                </a:lnTo>
                <a:lnTo>
                  <a:pt x="321" y="589"/>
                </a:lnTo>
                <a:cubicBezTo>
                  <a:pt x="337" y="588"/>
                  <a:pt x="350" y="574"/>
                  <a:pt x="350" y="559"/>
                </a:cubicBezTo>
                <a:lnTo>
                  <a:pt x="350" y="559"/>
                </a:lnTo>
                <a:cubicBezTo>
                  <a:pt x="350" y="542"/>
                  <a:pt x="337" y="529"/>
                  <a:pt x="321" y="529"/>
                </a:cubicBezTo>
                <a:lnTo>
                  <a:pt x="321" y="529"/>
                </a:lnTo>
                <a:lnTo>
                  <a:pt x="320" y="529"/>
                </a:lnTo>
                <a:lnTo>
                  <a:pt x="240" y="531"/>
                </a:lnTo>
                <a:lnTo>
                  <a:pt x="240" y="531"/>
                </a:lnTo>
                <a:cubicBezTo>
                  <a:pt x="169" y="531"/>
                  <a:pt x="113" y="504"/>
                  <a:pt x="85" y="455"/>
                </a:cubicBezTo>
                <a:lnTo>
                  <a:pt x="85" y="455"/>
                </a:lnTo>
                <a:cubicBezTo>
                  <a:pt x="61" y="413"/>
                  <a:pt x="62" y="359"/>
                  <a:pt x="88" y="315"/>
                </a:cubicBezTo>
                <a:lnTo>
                  <a:pt x="88" y="315"/>
                </a:lnTo>
                <a:cubicBezTo>
                  <a:pt x="103" y="288"/>
                  <a:pt x="127" y="266"/>
                  <a:pt x="157" y="251"/>
                </a:cubicBezTo>
                <a:lnTo>
                  <a:pt x="157" y="251"/>
                </a:lnTo>
                <a:cubicBezTo>
                  <a:pt x="192" y="233"/>
                  <a:pt x="234" y="223"/>
                  <a:pt x="282" y="224"/>
                </a:cubicBezTo>
                <a:lnTo>
                  <a:pt x="282" y="224"/>
                </a:lnTo>
                <a:cubicBezTo>
                  <a:pt x="307" y="224"/>
                  <a:pt x="331" y="230"/>
                  <a:pt x="353" y="239"/>
                </a:cubicBezTo>
                <a:lnTo>
                  <a:pt x="353" y="239"/>
                </a:lnTo>
                <a:cubicBezTo>
                  <a:pt x="362" y="242"/>
                  <a:pt x="371" y="242"/>
                  <a:pt x="380" y="238"/>
                </a:cubicBezTo>
                <a:lnTo>
                  <a:pt x="380" y="238"/>
                </a:lnTo>
                <a:cubicBezTo>
                  <a:pt x="388" y="233"/>
                  <a:pt x="394" y="225"/>
                  <a:pt x="394" y="216"/>
                </a:cubicBezTo>
                <a:lnTo>
                  <a:pt x="394" y="216"/>
                </a:lnTo>
                <a:cubicBezTo>
                  <a:pt x="405" y="126"/>
                  <a:pt x="480" y="58"/>
                  <a:pt x="570" y="58"/>
                </a:cubicBezTo>
                <a:lnTo>
                  <a:pt x="570" y="58"/>
                </a:lnTo>
                <a:cubicBezTo>
                  <a:pt x="628" y="58"/>
                  <a:pt x="682" y="86"/>
                  <a:pt x="715" y="133"/>
                </a:cubicBezTo>
                <a:lnTo>
                  <a:pt x="715" y="133"/>
                </a:lnTo>
                <a:cubicBezTo>
                  <a:pt x="721" y="143"/>
                  <a:pt x="733" y="147"/>
                  <a:pt x="744" y="145"/>
                </a:cubicBezTo>
                <a:lnTo>
                  <a:pt x="744" y="145"/>
                </a:lnTo>
                <a:cubicBezTo>
                  <a:pt x="756" y="143"/>
                  <a:pt x="767" y="142"/>
                  <a:pt x="777" y="142"/>
                </a:cubicBezTo>
                <a:lnTo>
                  <a:pt x="777" y="142"/>
                </a:lnTo>
                <a:cubicBezTo>
                  <a:pt x="916" y="145"/>
                  <a:pt x="991" y="249"/>
                  <a:pt x="990" y="346"/>
                </a:cubicBezTo>
                <a:lnTo>
                  <a:pt x="990" y="346"/>
                </a:lnTo>
                <a:cubicBezTo>
                  <a:pt x="990" y="395"/>
                  <a:pt x="970" y="440"/>
                  <a:pt x="936" y="472"/>
                </a:cubicBezTo>
                <a:lnTo>
                  <a:pt x="936" y="472"/>
                </a:lnTo>
                <a:cubicBezTo>
                  <a:pt x="895" y="510"/>
                  <a:pt x="833" y="530"/>
                  <a:pt x="758" y="530"/>
                </a:cubicBezTo>
                <a:lnTo>
                  <a:pt x="758" y="530"/>
                </a:lnTo>
                <a:cubicBezTo>
                  <a:pt x="742" y="530"/>
                  <a:pt x="729" y="543"/>
                  <a:pt x="729" y="559"/>
                </a:cubicBezTo>
                <a:lnTo>
                  <a:pt x="729" y="559"/>
                </a:lnTo>
                <a:cubicBezTo>
                  <a:pt x="729" y="575"/>
                  <a:pt x="742" y="589"/>
                  <a:pt x="758" y="589"/>
                </a:cubicBezTo>
                <a:lnTo>
                  <a:pt x="758" y="589"/>
                </a:lnTo>
                <a:cubicBezTo>
                  <a:pt x="957" y="589"/>
                  <a:pt x="1048" y="467"/>
                  <a:pt x="1049" y="347"/>
                </a:cubicBezTo>
                <a:lnTo>
                  <a:pt x="1049" y="347"/>
                </a:lnTo>
                <a:cubicBezTo>
                  <a:pt x="1049" y="282"/>
                  <a:pt x="1024" y="216"/>
                  <a:pt x="978" y="168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10385656" y="10752329"/>
            <a:ext cx="404740" cy="441065"/>
          </a:xfrm>
          <a:custGeom>
            <a:rect b="b" l="l" r="r" t="t"/>
            <a:pathLst>
              <a:path extrusionOk="0" h="377" w="345">
                <a:moveTo>
                  <a:pt x="291" y="187"/>
                </a:moveTo>
                <a:lnTo>
                  <a:pt x="201" y="276"/>
                </a:lnTo>
                <a:lnTo>
                  <a:pt x="201" y="29"/>
                </a:lnTo>
                <a:lnTo>
                  <a:pt x="201" y="29"/>
                </a:lnTo>
                <a:cubicBezTo>
                  <a:pt x="201" y="13"/>
                  <a:pt x="188" y="0"/>
                  <a:pt x="171" y="0"/>
                </a:cubicBezTo>
                <a:lnTo>
                  <a:pt x="171" y="0"/>
                </a:lnTo>
                <a:lnTo>
                  <a:pt x="171" y="0"/>
                </a:lnTo>
                <a:cubicBezTo>
                  <a:pt x="156" y="0"/>
                  <a:pt x="142" y="14"/>
                  <a:pt x="142" y="29"/>
                </a:cubicBezTo>
                <a:lnTo>
                  <a:pt x="143" y="276"/>
                </a:lnTo>
                <a:lnTo>
                  <a:pt x="54" y="187"/>
                </a:lnTo>
                <a:lnTo>
                  <a:pt x="54" y="187"/>
                </a:lnTo>
                <a:cubicBezTo>
                  <a:pt x="42" y="175"/>
                  <a:pt x="23" y="175"/>
                  <a:pt x="12" y="187"/>
                </a:cubicBezTo>
                <a:lnTo>
                  <a:pt x="12" y="187"/>
                </a:lnTo>
                <a:cubicBezTo>
                  <a:pt x="0" y="198"/>
                  <a:pt x="0" y="217"/>
                  <a:pt x="12" y="228"/>
                </a:cubicBezTo>
                <a:lnTo>
                  <a:pt x="151" y="368"/>
                </a:lnTo>
                <a:lnTo>
                  <a:pt x="151" y="368"/>
                </a:lnTo>
                <a:cubicBezTo>
                  <a:pt x="152" y="368"/>
                  <a:pt x="152" y="368"/>
                  <a:pt x="153" y="369"/>
                </a:cubicBezTo>
                <a:lnTo>
                  <a:pt x="153" y="369"/>
                </a:lnTo>
                <a:lnTo>
                  <a:pt x="153" y="370"/>
                </a:lnTo>
                <a:lnTo>
                  <a:pt x="153" y="370"/>
                </a:lnTo>
                <a:cubicBezTo>
                  <a:pt x="154" y="370"/>
                  <a:pt x="154" y="371"/>
                  <a:pt x="155" y="371"/>
                </a:cubicBezTo>
                <a:lnTo>
                  <a:pt x="155" y="371"/>
                </a:lnTo>
                <a:cubicBezTo>
                  <a:pt x="156" y="371"/>
                  <a:pt x="156" y="371"/>
                  <a:pt x="156" y="371"/>
                </a:cubicBezTo>
                <a:lnTo>
                  <a:pt x="156" y="371"/>
                </a:lnTo>
                <a:cubicBezTo>
                  <a:pt x="156" y="372"/>
                  <a:pt x="157" y="372"/>
                  <a:pt x="158" y="372"/>
                </a:cubicBezTo>
                <a:lnTo>
                  <a:pt x="158" y="372"/>
                </a:lnTo>
                <a:lnTo>
                  <a:pt x="158" y="372"/>
                </a:lnTo>
                <a:lnTo>
                  <a:pt x="158" y="372"/>
                </a:lnTo>
                <a:cubicBezTo>
                  <a:pt x="159" y="373"/>
                  <a:pt x="159" y="374"/>
                  <a:pt x="160" y="374"/>
                </a:cubicBezTo>
                <a:lnTo>
                  <a:pt x="160" y="374"/>
                </a:lnTo>
                <a:lnTo>
                  <a:pt x="160" y="374"/>
                </a:lnTo>
                <a:lnTo>
                  <a:pt x="160" y="374"/>
                </a:lnTo>
                <a:cubicBezTo>
                  <a:pt x="162" y="374"/>
                  <a:pt x="162" y="374"/>
                  <a:pt x="163" y="375"/>
                </a:cubicBezTo>
                <a:lnTo>
                  <a:pt x="163" y="375"/>
                </a:lnTo>
                <a:cubicBezTo>
                  <a:pt x="163" y="375"/>
                  <a:pt x="163" y="375"/>
                  <a:pt x="164" y="375"/>
                </a:cubicBezTo>
                <a:lnTo>
                  <a:pt x="164" y="375"/>
                </a:lnTo>
                <a:cubicBezTo>
                  <a:pt x="166" y="376"/>
                  <a:pt x="169" y="376"/>
                  <a:pt x="172" y="376"/>
                </a:cubicBezTo>
                <a:lnTo>
                  <a:pt x="172" y="376"/>
                </a:lnTo>
                <a:cubicBezTo>
                  <a:pt x="180" y="376"/>
                  <a:pt x="187" y="374"/>
                  <a:pt x="193" y="368"/>
                </a:cubicBezTo>
                <a:lnTo>
                  <a:pt x="332" y="228"/>
                </a:lnTo>
                <a:lnTo>
                  <a:pt x="332" y="228"/>
                </a:lnTo>
                <a:cubicBezTo>
                  <a:pt x="344" y="217"/>
                  <a:pt x="344" y="198"/>
                  <a:pt x="332" y="187"/>
                </a:cubicBezTo>
                <a:lnTo>
                  <a:pt x="332" y="187"/>
                </a:lnTo>
                <a:cubicBezTo>
                  <a:pt x="321" y="175"/>
                  <a:pt x="302" y="175"/>
                  <a:pt x="291" y="187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 txBox="1"/>
          <p:nvPr/>
        </p:nvSpPr>
        <p:spPr>
          <a:xfrm>
            <a:off x="2016029" y="1177372"/>
            <a:ext cx="4079963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Startup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Diagram</a:t>
            </a:r>
            <a:endParaRPr/>
          </a:p>
        </p:txBody>
      </p:sp>
      <p:sp>
        <p:nvSpPr>
          <p:cNvPr id="334" name="Google Shape;334;p7"/>
          <p:cNvSpPr txBox="1"/>
          <p:nvPr/>
        </p:nvSpPr>
        <p:spPr>
          <a:xfrm>
            <a:off x="2036693" y="4228135"/>
            <a:ext cx="5792935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Marketers must link the price to the real and perceived value of the product, but they also must take into account supply costs, seasonal discounts, and prices used by competitors.</a:t>
            </a:r>
            <a:endParaRPr/>
          </a:p>
        </p:txBody>
      </p:sp>
      <p:sp>
        <p:nvSpPr>
          <p:cNvPr id="335" name="Google Shape;335;p7"/>
          <p:cNvSpPr txBox="1"/>
          <p:nvPr/>
        </p:nvSpPr>
        <p:spPr>
          <a:xfrm>
            <a:off x="9596932" y="6321464"/>
            <a:ext cx="21003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Title Two</a:t>
            </a:r>
            <a:endParaRPr b="1"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9152645" y="6864692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337" name="Google Shape;337;p7"/>
          <p:cNvSpPr txBox="1"/>
          <p:nvPr/>
        </p:nvSpPr>
        <p:spPr>
          <a:xfrm>
            <a:off x="17211616" y="6321464"/>
            <a:ext cx="254463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Title Three</a:t>
            </a:r>
            <a:endParaRPr/>
          </a:p>
        </p:txBody>
      </p:sp>
      <p:sp>
        <p:nvSpPr>
          <p:cNvPr id="338" name="Google Shape;338;p7"/>
          <p:cNvSpPr/>
          <p:nvPr/>
        </p:nvSpPr>
        <p:spPr>
          <a:xfrm>
            <a:off x="17198736" y="6864692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339" name="Google Shape;339;p7"/>
          <p:cNvSpPr txBox="1"/>
          <p:nvPr/>
        </p:nvSpPr>
        <p:spPr>
          <a:xfrm>
            <a:off x="7259891" y="9783048"/>
            <a:ext cx="21003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Title One</a:t>
            </a:r>
            <a:endParaRPr/>
          </a:p>
        </p:txBody>
      </p:sp>
      <p:sp>
        <p:nvSpPr>
          <p:cNvPr id="340" name="Google Shape;340;p7"/>
          <p:cNvSpPr/>
          <p:nvPr/>
        </p:nvSpPr>
        <p:spPr>
          <a:xfrm>
            <a:off x="6815604" y="10326276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341" name="Google Shape;341;p7"/>
          <p:cNvSpPr txBox="1"/>
          <p:nvPr/>
        </p:nvSpPr>
        <p:spPr>
          <a:xfrm>
            <a:off x="19374173" y="9772415"/>
            <a:ext cx="196537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Title Four</a:t>
            </a:r>
            <a:endParaRPr b="1"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2" name="Google Shape;342;p7"/>
          <p:cNvSpPr/>
          <p:nvPr/>
        </p:nvSpPr>
        <p:spPr>
          <a:xfrm>
            <a:off x="19361294" y="10315643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8"/>
          <p:cNvSpPr/>
          <p:nvPr/>
        </p:nvSpPr>
        <p:spPr>
          <a:xfrm>
            <a:off x="12853092" y="3158153"/>
            <a:ext cx="1624323" cy="1699524"/>
          </a:xfrm>
          <a:custGeom>
            <a:rect b="b" l="l" r="r" t="t"/>
            <a:pathLst>
              <a:path extrusionOk="0" h="1494" w="1428">
                <a:moveTo>
                  <a:pt x="1299" y="0"/>
                </a:moveTo>
                <a:lnTo>
                  <a:pt x="0" y="168"/>
                </a:lnTo>
                <a:lnTo>
                  <a:pt x="0" y="168"/>
                </a:lnTo>
                <a:cubicBezTo>
                  <a:pt x="61" y="184"/>
                  <a:pt x="394" y="276"/>
                  <a:pt x="580" y="610"/>
                </a:cubicBezTo>
                <a:lnTo>
                  <a:pt x="580" y="610"/>
                </a:lnTo>
                <a:cubicBezTo>
                  <a:pt x="816" y="1031"/>
                  <a:pt x="606" y="1458"/>
                  <a:pt x="588" y="1493"/>
                </a:cubicBezTo>
                <a:lnTo>
                  <a:pt x="588" y="1493"/>
                </a:lnTo>
                <a:cubicBezTo>
                  <a:pt x="661" y="1465"/>
                  <a:pt x="1095" y="1288"/>
                  <a:pt x="1281" y="809"/>
                </a:cubicBezTo>
                <a:lnTo>
                  <a:pt x="1281" y="809"/>
                </a:lnTo>
                <a:cubicBezTo>
                  <a:pt x="1427" y="432"/>
                  <a:pt x="1332" y="98"/>
                  <a:pt x="1299" y="0"/>
                </a:cubicBezTo>
                <a:lnTo>
                  <a:pt x="1299" y="0"/>
                </a:lnTo>
                <a:cubicBezTo>
                  <a:pt x="866" y="56"/>
                  <a:pt x="432" y="112"/>
                  <a:pt x="0" y="168"/>
                </a:cubicBezTo>
                <a:lnTo>
                  <a:pt x="0" y="168"/>
                </a:lnTo>
                <a:cubicBezTo>
                  <a:pt x="61" y="184"/>
                  <a:pt x="394" y="276"/>
                  <a:pt x="580" y="610"/>
                </a:cubicBezTo>
                <a:lnTo>
                  <a:pt x="580" y="610"/>
                </a:lnTo>
                <a:cubicBezTo>
                  <a:pt x="816" y="1031"/>
                  <a:pt x="606" y="1458"/>
                  <a:pt x="588" y="1493"/>
                </a:cubicBezTo>
                <a:lnTo>
                  <a:pt x="588" y="1493"/>
                </a:lnTo>
                <a:cubicBezTo>
                  <a:pt x="661" y="1465"/>
                  <a:pt x="1095" y="1288"/>
                  <a:pt x="1281" y="809"/>
                </a:cubicBezTo>
                <a:lnTo>
                  <a:pt x="1281" y="809"/>
                </a:lnTo>
                <a:cubicBezTo>
                  <a:pt x="1427" y="432"/>
                  <a:pt x="1332" y="98"/>
                  <a:pt x="1299" y="0"/>
                </a:cubicBezTo>
              </a:path>
            </a:pathLst>
          </a:custGeom>
          <a:solidFill>
            <a:srgbClr val="FFAE17"/>
          </a:solidFill>
          <a:ln cap="flat" cmpd="sng" w="9525">
            <a:solidFill>
              <a:srgbClr val="808080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12853092" y="3158153"/>
            <a:ext cx="1624323" cy="1699524"/>
          </a:xfrm>
          <a:custGeom>
            <a:rect b="b" l="l" r="r" t="t"/>
            <a:pathLst>
              <a:path extrusionOk="0" h="1494" w="1428">
                <a:moveTo>
                  <a:pt x="1299" y="0"/>
                </a:moveTo>
                <a:lnTo>
                  <a:pt x="0" y="168"/>
                </a:lnTo>
                <a:lnTo>
                  <a:pt x="0" y="168"/>
                </a:lnTo>
                <a:cubicBezTo>
                  <a:pt x="61" y="184"/>
                  <a:pt x="394" y="276"/>
                  <a:pt x="580" y="610"/>
                </a:cubicBezTo>
                <a:lnTo>
                  <a:pt x="580" y="610"/>
                </a:lnTo>
                <a:cubicBezTo>
                  <a:pt x="816" y="1031"/>
                  <a:pt x="606" y="1458"/>
                  <a:pt x="588" y="1493"/>
                </a:cubicBezTo>
                <a:lnTo>
                  <a:pt x="588" y="1493"/>
                </a:lnTo>
                <a:cubicBezTo>
                  <a:pt x="661" y="1465"/>
                  <a:pt x="1095" y="1288"/>
                  <a:pt x="1281" y="809"/>
                </a:cubicBezTo>
                <a:lnTo>
                  <a:pt x="1281" y="809"/>
                </a:lnTo>
                <a:cubicBezTo>
                  <a:pt x="1427" y="432"/>
                  <a:pt x="1332" y="98"/>
                  <a:pt x="1299" y="0"/>
                </a:cubicBezTo>
                <a:lnTo>
                  <a:pt x="1299" y="0"/>
                </a:lnTo>
                <a:cubicBezTo>
                  <a:pt x="866" y="56"/>
                  <a:pt x="432" y="112"/>
                  <a:pt x="0" y="168"/>
                </a:cubicBezTo>
                <a:lnTo>
                  <a:pt x="0" y="168"/>
                </a:lnTo>
                <a:cubicBezTo>
                  <a:pt x="61" y="184"/>
                  <a:pt x="394" y="276"/>
                  <a:pt x="580" y="610"/>
                </a:cubicBezTo>
                <a:lnTo>
                  <a:pt x="580" y="610"/>
                </a:lnTo>
                <a:cubicBezTo>
                  <a:pt x="816" y="1031"/>
                  <a:pt x="606" y="1458"/>
                  <a:pt x="588" y="1493"/>
                </a:cubicBezTo>
                <a:lnTo>
                  <a:pt x="588" y="1493"/>
                </a:lnTo>
                <a:cubicBezTo>
                  <a:pt x="661" y="1465"/>
                  <a:pt x="1095" y="1288"/>
                  <a:pt x="1281" y="809"/>
                </a:cubicBezTo>
                <a:lnTo>
                  <a:pt x="1281" y="809"/>
                </a:lnTo>
                <a:cubicBezTo>
                  <a:pt x="1427" y="432"/>
                  <a:pt x="1332" y="98"/>
                  <a:pt x="1299" y="0"/>
                </a:cubicBezTo>
              </a:path>
            </a:pathLst>
          </a:custGeom>
          <a:noFill/>
          <a:ln cap="flat" cmpd="sng" w="219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11825359" y="2100340"/>
            <a:ext cx="1814830" cy="1649388"/>
          </a:xfrm>
          <a:custGeom>
            <a:rect b="b" l="l" r="r" t="t"/>
            <a:pathLst>
              <a:path extrusionOk="0" h="1453" w="1597">
                <a:moveTo>
                  <a:pt x="1596" y="205"/>
                </a:moveTo>
                <a:lnTo>
                  <a:pt x="1196" y="1452"/>
                </a:lnTo>
                <a:lnTo>
                  <a:pt x="1196" y="1452"/>
                </a:lnTo>
                <a:cubicBezTo>
                  <a:pt x="1192" y="1389"/>
                  <a:pt x="1161" y="1045"/>
                  <a:pt x="867" y="801"/>
                </a:cubicBezTo>
                <a:lnTo>
                  <a:pt x="867" y="801"/>
                </a:lnTo>
                <a:cubicBezTo>
                  <a:pt x="496" y="493"/>
                  <a:pt x="38" y="622"/>
                  <a:pt x="0" y="633"/>
                </a:cubicBezTo>
                <a:lnTo>
                  <a:pt x="0" y="633"/>
                </a:lnTo>
                <a:cubicBezTo>
                  <a:pt x="41" y="567"/>
                  <a:pt x="293" y="173"/>
                  <a:pt x="797" y="76"/>
                </a:cubicBezTo>
                <a:lnTo>
                  <a:pt x="797" y="76"/>
                </a:lnTo>
                <a:cubicBezTo>
                  <a:pt x="1195" y="0"/>
                  <a:pt x="1506" y="155"/>
                  <a:pt x="1596" y="205"/>
                </a:cubicBezTo>
                <a:lnTo>
                  <a:pt x="1596" y="205"/>
                </a:lnTo>
                <a:cubicBezTo>
                  <a:pt x="1463" y="620"/>
                  <a:pt x="1329" y="1036"/>
                  <a:pt x="1196" y="1452"/>
                </a:cubicBezTo>
                <a:lnTo>
                  <a:pt x="1196" y="1452"/>
                </a:lnTo>
                <a:cubicBezTo>
                  <a:pt x="1192" y="1389"/>
                  <a:pt x="1161" y="1045"/>
                  <a:pt x="867" y="801"/>
                </a:cubicBezTo>
                <a:lnTo>
                  <a:pt x="867" y="801"/>
                </a:lnTo>
                <a:cubicBezTo>
                  <a:pt x="496" y="493"/>
                  <a:pt x="38" y="622"/>
                  <a:pt x="0" y="633"/>
                </a:cubicBezTo>
                <a:lnTo>
                  <a:pt x="0" y="633"/>
                </a:lnTo>
                <a:cubicBezTo>
                  <a:pt x="41" y="567"/>
                  <a:pt x="293" y="173"/>
                  <a:pt x="797" y="76"/>
                </a:cubicBezTo>
                <a:lnTo>
                  <a:pt x="797" y="76"/>
                </a:lnTo>
                <a:cubicBezTo>
                  <a:pt x="1195" y="0"/>
                  <a:pt x="1506" y="155"/>
                  <a:pt x="1596" y="205"/>
                </a:cubicBezTo>
              </a:path>
            </a:pathLst>
          </a:custGeom>
          <a:solidFill>
            <a:srgbClr val="FFAE17"/>
          </a:solidFill>
          <a:ln cap="flat" cmpd="sng" w="9525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11825359" y="2100340"/>
            <a:ext cx="1814830" cy="1649388"/>
          </a:xfrm>
          <a:custGeom>
            <a:rect b="b" l="l" r="r" t="t"/>
            <a:pathLst>
              <a:path extrusionOk="0" h="1453" w="1597">
                <a:moveTo>
                  <a:pt x="1596" y="205"/>
                </a:moveTo>
                <a:lnTo>
                  <a:pt x="1196" y="1452"/>
                </a:lnTo>
                <a:lnTo>
                  <a:pt x="1196" y="1452"/>
                </a:lnTo>
                <a:cubicBezTo>
                  <a:pt x="1192" y="1389"/>
                  <a:pt x="1161" y="1045"/>
                  <a:pt x="867" y="801"/>
                </a:cubicBezTo>
                <a:lnTo>
                  <a:pt x="867" y="801"/>
                </a:lnTo>
                <a:cubicBezTo>
                  <a:pt x="496" y="493"/>
                  <a:pt x="38" y="622"/>
                  <a:pt x="0" y="633"/>
                </a:cubicBezTo>
                <a:lnTo>
                  <a:pt x="0" y="633"/>
                </a:lnTo>
                <a:cubicBezTo>
                  <a:pt x="41" y="567"/>
                  <a:pt x="293" y="173"/>
                  <a:pt x="797" y="76"/>
                </a:cubicBezTo>
                <a:lnTo>
                  <a:pt x="797" y="76"/>
                </a:lnTo>
                <a:cubicBezTo>
                  <a:pt x="1195" y="0"/>
                  <a:pt x="1506" y="155"/>
                  <a:pt x="1596" y="205"/>
                </a:cubicBezTo>
                <a:lnTo>
                  <a:pt x="1596" y="205"/>
                </a:lnTo>
                <a:cubicBezTo>
                  <a:pt x="1463" y="620"/>
                  <a:pt x="1329" y="1036"/>
                  <a:pt x="1196" y="1452"/>
                </a:cubicBezTo>
                <a:lnTo>
                  <a:pt x="1196" y="1452"/>
                </a:lnTo>
                <a:cubicBezTo>
                  <a:pt x="1192" y="1389"/>
                  <a:pt x="1161" y="1045"/>
                  <a:pt x="867" y="801"/>
                </a:cubicBezTo>
                <a:lnTo>
                  <a:pt x="867" y="801"/>
                </a:lnTo>
                <a:cubicBezTo>
                  <a:pt x="496" y="493"/>
                  <a:pt x="38" y="622"/>
                  <a:pt x="0" y="633"/>
                </a:cubicBezTo>
                <a:lnTo>
                  <a:pt x="0" y="633"/>
                </a:lnTo>
                <a:cubicBezTo>
                  <a:pt x="41" y="567"/>
                  <a:pt x="293" y="173"/>
                  <a:pt x="797" y="76"/>
                </a:cubicBezTo>
                <a:lnTo>
                  <a:pt x="797" y="76"/>
                </a:lnTo>
                <a:cubicBezTo>
                  <a:pt x="1195" y="0"/>
                  <a:pt x="1506" y="155"/>
                  <a:pt x="1596" y="205"/>
                </a:cubicBezTo>
              </a:path>
            </a:pathLst>
          </a:custGeom>
          <a:noFill/>
          <a:ln cap="flat" cmpd="sng" w="219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12687653" y="1167858"/>
            <a:ext cx="3008005" cy="2722243"/>
          </a:xfrm>
          <a:custGeom>
            <a:rect b="b" l="l" r="r" t="t"/>
            <a:pathLst>
              <a:path extrusionOk="0" h="2393" w="2648">
                <a:moveTo>
                  <a:pt x="2647" y="110"/>
                </a:moveTo>
                <a:lnTo>
                  <a:pt x="2647" y="110"/>
                </a:lnTo>
                <a:lnTo>
                  <a:pt x="2647" y="110"/>
                </a:lnTo>
                <a:cubicBezTo>
                  <a:pt x="1431" y="0"/>
                  <a:pt x="338" y="770"/>
                  <a:pt x="0" y="1896"/>
                </a:cubicBezTo>
                <a:lnTo>
                  <a:pt x="413" y="2392"/>
                </a:lnTo>
                <a:lnTo>
                  <a:pt x="413" y="2392"/>
                </a:lnTo>
                <a:cubicBezTo>
                  <a:pt x="1581" y="2263"/>
                  <a:pt x="2537" y="1326"/>
                  <a:pt x="2647" y="110"/>
                </a:cubicBezTo>
              </a:path>
            </a:pathLst>
          </a:cu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14532563" y="1874738"/>
            <a:ext cx="431147" cy="426136"/>
          </a:xfrm>
          <a:custGeom>
            <a:rect b="b" l="l" r="r" t="t"/>
            <a:pathLst>
              <a:path extrusionOk="0" h="377" w="378">
                <a:moveTo>
                  <a:pt x="296" y="317"/>
                </a:moveTo>
                <a:lnTo>
                  <a:pt x="296" y="317"/>
                </a:lnTo>
                <a:cubicBezTo>
                  <a:pt x="225" y="376"/>
                  <a:pt x="119" y="367"/>
                  <a:pt x="60" y="295"/>
                </a:cubicBezTo>
                <a:lnTo>
                  <a:pt x="60" y="295"/>
                </a:lnTo>
                <a:cubicBezTo>
                  <a:pt x="0" y="224"/>
                  <a:pt x="10" y="118"/>
                  <a:pt x="81" y="59"/>
                </a:cubicBezTo>
                <a:lnTo>
                  <a:pt x="81" y="59"/>
                </a:lnTo>
                <a:cubicBezTo>
                  <a:pt x="153" y="0"/>
                  <a:pt x="258" y="10"/>
                  <a:pt x="317" y="80"/>
                </a:cubicBezTo>
                <a:lnTo>
                  <a:pt x="317" y="80"/>
                </a:lnTo>
                <a:cubicBezTo>
                  <a:pt x="377" y="152"/>
                  <a:pt x="367" y="258"/>
                  <a:pt x="296" y="317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13790588" y="2145458"/>
            <a:ext cx="807146" cy="807150"/>
          </a:xfrm>
          <a:custGeom>
            <a:rect b="b" l="l" r="r" t="t"/>
            <a:pathLst>
              <a:path extrusionOk="0" h="710" w="710">
                <a:moveTo>
                  <a:pt x="557" y="597"/>
                </a:moveTo>
                <a:lnTo>
                  <a:pt x="557" y="597"/>
                </a:lnTo>
                <a:cubicBezTo>
                  <a:pt x="423" y="709"/>
                  <a:pt x="223" y="691"/>
                  <a:pt x="112" y="557"/>
                </a:cubicBezTo>
                <a:lnTo>
                  <a:pt x="112" y="557"/>
                </a:lnTo>
                <a:cubicBezTo>
                  <a:pt x="0" y="423"/>
                  <a:pt x="18" y="224"/>
                  <a:pt x="153" y="112"/>
                </a:cubicBezTo>
                <a:lnTo>
                  <a:pt x="153" y="112"/>
                </a:lnTo>
                <a:cubicBezTo>
                  <a:pt x="286" y="0"/>
                  <a:pt x="486" y="18"/>
                  <a:pt x="598" y="152"/>
                </a:cubicBezTo>
                <a:lnTo>
                  <a:pt x="598" y="152"/>
                </a:lnTo>
                <a:cubicBezTo>
                  <a:pt x="709" y="287"/>
                  <a:pt x="691" y="486"/>
                  <a:pt x="557" y="597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13309308" y="2747059"/>
            <a:ext cx="586559" cy="586563"/>
          </a:xfrm>
          <a:custGeom>
            <a:rect b="b" l="l" r="r" t="t"/>
            <a:pathLst>
              <a:path extrusionOk="0" h="518" w="518">
                <a:moveTo>
                  <a:pt x="406" y="435"/>
                </a:moveTo>
                <a:lnTo>
                  <a:pt x="406" y="435"/>
                </a:lnTo>
                <a:cubicBezTo>
                  <a:pt x="308" y="517"/>
                  <a:pt x="162" y="504"/>
                  <a:pt x="81" y="406"/>
                </a:cubicBezTo>
                <a:lnTo>
                  <a:pt x="81" y="406"/>
                </a:lnTo>
                <a:cubicBezTo>
                  <a:pt x="0" y="308"/>
                  <a:pt x="13" y="163"/>
                  <a:pt x="111" y="82"/>
                </a:cubicBezTo>
                <a:lnTo>
                  <a:pt x="111" y="82"/>
                </a:lnTo>
                <a:cubicBezTo>
                  <a:pt x="208" y="0"/>
                  <a:pt x="354" y="14"/>
                  <a:pt x="435" y="111"/>
                </a:cubicBezTo>
                <a:lnTo>
                  <a:pt x="435" y="111"/>
                </a:lnTo>
                <a:cubicBezTo>
                  <a:pt x="517" y="209"/>
                  <a:pt x="503" y="354"/>
                  <a:pt x="406" y="435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14627816" y="1258098"/>
            <a:ext cx="1072855" cy="1072855"/>
          </a:xfrm>
          <a:custGeom>
            <a:rect b="b" l="l" r="r" t="t"/>
            <a:pathLst>
              <a:path extrusionOk="0" h="942" w="944">
                <a:moveTo>
                  <a:pt x="0" y="124"/>
                </a:moveTo>
                <a:lnTo>
                  <a:pt x="680" y="941"/>
                </a:lnTo>
                <a:lnTo>
                  <a:pt x="680" y="941"/>
                </a:lnTo>
                <a:cubicBezTo>
                  <a:pt x="822" y="664"/>
                  <a:pt x="914" y="357"/>
                  <a:pt x="943" y="29"/>
                </a:cubicBezTo>
                <a:lnTo>
                  <a:pt x="943" y="29"/>
                </a:lnTo>
                <a:cubicBezTo>
                  <a:pt x="616" y="0"/>
                  <a:pt x="297" y="34"/>
                  <a:pt x="0" y="124"/>
                </a:cubicBezTo>
              </a:path>
            </a:pathLst>
          </a:custGeom>
          <a:solidFill>
            <a:schemeClr val="accent3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4706414" y="3273461"/>
            <a:ext cx="8397345" cy="9274682"/>
          </a:xfrm>
          <a:custGeom>
            <a:rect b="b" l="l" r="r" t="t"/>
            <a:pathLst>
              <a:path extrusionOk="0" h="8157" w="7385">
                <a:moveTo>
                  <a:pt x="7243" y="1169"/>
                </a:moveTo>
                <a:lnTo>
                  <a:pt x="7243" y="1169"/>
                </a:lnTo>
                <a:cubicBezTo>
                  <a:pt x="7366" y="980"/>
                  <a:pt x="7384" y="732"/>
                  <a:pt x="7289" y="513"/>
                </a:cubicBezTo>
                <a:lnTo>
                  <a:pt x="7289" y="513"/>
                </a:lnTo>
                <a:cubicBezTo>
                  <a:pt x="7139" y="167"/>
                  <a:pt x="6756" y="0"/>
                  <a:pt x="6434" y="141"/>
                </a:cubicBezTo>
                <a:lnTo>
                  <a:pt x="4039" y="1182"/>
                </a:lnTo>
                <a:lnTo>
                  <a:pt x="4039" y="1182"/>
                </a:lnTo>
                <a:cubicBezTo>
                  <a:pt x="1611" y="2668"/>
                  <a:pt x="153" y="5142"/>
                  <a:pt x="0" y="8156"/>
                </a:cubicBezTo>
                <a:lnTo>
                  <a:pt x="6234" y="8156"/>
                </a:lnTo>
                <a:lnTo>
                  <a:pt x="6234" y="8156"/>
                </a:lnTo>
                <a:cubicBezTo>
                  <a:pt x="5551" y="5684"/>
                  <a:pt x="5966" y="3133"/>
                  <a:pt x="7243" y="1169"/>
                </a:cubicBezTo>
              </a:path>
            </a:pathLst>
          </a:cu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7829724" y="3484022"/>
            <a:ext cx="2436484" cy="2436484"/>
          </a:xfrm>
          <a:custGeom>
            <a:rect b="b" l="l" r="r" t="t"/>
            <a:pathLst>
              <a:path extrusionOk="0" h="2144" w="2144">
                <a:moveTo>
                  <a:pt x="2143" y="1071"/>
                </a:moveTo>
                <a:lnTo>
                  <a:pt x="2143" y="1071"/>
                </a:lnTo>
                <a:cubicBezTo>
                  <a:pt x="2143" y="1663"/>
                  <a:pt x="1663" y="2143"/>
                  <a:pt x="1071" y="2143"/>
                </a:cubicBezTo>
                <a:lnTo>
                  <a:pt x="1071" y="2143"/>
                </a:lnTo>
                <a:cubicBezTo>
                  <a:pt x="480" y="2143"/>
                  <a:pt x="0" y="1663"/>
                  <a:pt x="0" y="1071"/>
                </a:cubicBezTo>
                <a:lnTo>
                  <a:pt x="0" y="1071"/>
                </a:lnTo>
                <a:cubicBezTo>
                  <a:pt x="0" y="479"/>
                  <a:pt x="480" y="0"/>
                  <a:pt x="1071" y="0"/>
                </a:cubicBezTo>
                <a:lnTo>
                  <a:pt x="1071" y="0"/>
                </a:lnTo>
                <a:cubicBezTo>
                  <a:pt x="1663" y="0"/>
                  <a:pt x="2143" y="479"/>
                  <a:pt x="2143" y="1071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10251169" y="6466958"/>
            <a:ext cx="2436484" cy="2436484"/>
          </a:xfrm>
          <a:custGeom>
            <a:rect b="b" l="l" r="r" t="t"/>
            <a:pathLst>
              <a:path extrusionOk="0" h="2144" w="2144">
                <a:moveTo>
                  <a:pt x="2143" y="1072"/>
                </a:moveTo>
                <a:lnTo>
                  <a:pt x="2143" y="1072"/>
                </a:lnTo>
                <a:cubicBezTo>
                  <a:pt x="2143" y="1664"/>
                  <a:pt x="1664" y="2143"/>
                  <a:pt x="1072" y="2143"/>
                </a:cubicBezTo>
                <a:lnTo>
                  <a:pt x="1072" y="2143"/>
                </a:lnTo>
                <a:cubicBezTo>
                  <a:pt x="480" y="2143"/>
                  <a:pt x="0" y="1664"/>
                  <a:pt x="0" y="1072"/>
                </a:cubicBezTo>
                <a:lnTo>
                  <a:pt x="0" y="1072"/>
                </a:lnTo>
                <a:cubicBezTo>
                  <a:pt x="0" y="480"/>
                  <a:pt x="480" y="0"/>
                  <a:pt x="1072" y="0"/>
                </a:cubicBezTo>
                <a:lnTo>
                  <a:pt x="1072" y="0"/>
                </a:lnTo>
                <a:cubicBezTo>
                  <a:pt x="1664" y="0"/>
                  <a:pt x="2143" y="480"/>
                  <a:pt x="2143" y="1072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5182679" y="6978319"/>
            <a:ext cx="2436484" cy="2436484"/>
          </a:xfrm>
          <a:custGeom>
            <a:rect b="b" l="l" r="r" t="t"/>
            <a:pathLst>
              <a:path extrusionOk="0" h="2144" w="2144">
                <a:moveTo>
                  <a:pt x="2143" y="1072"/>
                </a:moveTo>
                <a:lnTo>
                  <a:pt x="2143" y="1072"/>
                </a:lnTo>
                <a:cubicBezTo>
                  <a:pt x="2143" y="1663"/>
                  <a:pt x="1663" y="2143"/>
                  <a:pt x="1071" y="2143"/>
                </a:cubicBezTo>
                <a:lnTo>
                  <a:pt x="1071" y="2143"/>
                </a:lnTo>
                <a:cubicBezTo>
                  <a:pt x="480" y="2143"/>
                  <a:pt x="0" y="1663"/>
                  <a:pt x="0" y="1072"/>
                </a:cubicBezTo>
                <a:lnTo>
                  <a:pt x="0" y="1072"/>
                </a:lnTo>
                <a:cubicBezTo>
                  <a:pt x="0" y="480"/>
                  <a:pt x="480" y="0"/>
                  <a:pt x="1071" y="0"/>
                </a:cubicBezTo>
                <a:lnTo>
                  <a:pt x="1071" y="0"/>
                </a:lnTo>
                <a:cubicBezTo>
                  <a:pt x="1663" y="0"/>
                  <a:pt x="2143" y="480"/>
                  <a:pt x="2143" y="1072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9719755" y="9510058"/>
            <a:ext cx="2436484" cy="2436484"/>
          </a:xfrm>
          <a:custGeom>
            <a:rect b="b" l="l" r="r" t="t"/>
            <a:pathLst>
              <a:path extrusionOk="0" h="2145" w="2144">
                <a:moveTo>
                  <a:pt x="2143" y="1072"/>
                </a:moveTo>
                <a:lnTo>
                  <a:pt x="2143" y="1072"/>
                </a:lnTo>
                <a:cubicBezTo>
                  <a:pt x="2143" y="1664"/>
                  <a:pt x="1663" y="2144"/>
                  <a:pt x="1071" y="2144"/>
                </a:cubicBezTo>
                <a:lnTo>
                  <a:pt x="1071" y="2144"/>
                </a:lnTo>
                <a:cubicBezTo>
                  <a:pt x="479" y="2144"/>
                  <a:pt x="0" y="1664"/>
                  <a:pt x="0" y="1072"/>
                </a:cubicBezTo>
                <a:lnTo>
                  <a:pt x="0" y="1072"/>
                </a:lnTo>
                <a:cubicBezTo>
                  <a:pt x="0" y="480"/>
                  <a:pt x="479" y="0"/>
                  <a:pt x="1071" y="0"/>
                </a:cubicBezTo>
                <a:lnTo>
                  <a:pt x="1071" y="0"/>
                </a:lnTo>
                <a:cubicBezTo>
                  <a:pt x="1663" y="0"/>
                  <a:pt x="2143" y="480"/>
                  <a:pt x="2143" y="1072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8461405" y="4115703"/>
            <a:ext cx="1173122" cy="1173122"/>
          </a:xfrm>
          <a:custGeom>
            <a:rect b="b" l="l" r="r" t="t"/>
            <a:pathLst>
              <a:path extrusionOk="0" h="1032" w="1031">
                <a:moveTo>
                  <a:pt x="864" y="795"/>
                </a:moveTo>
                <a:lnTo>
                  <a:pt x="864" y="795"/>
                </a:lnTo>
                <a:cubicBezTo>
                  <a:pt x="861" y="792"/>
                  <a:pt x="858" y="789"/>
                  <a:pt x="855" y="785"/>
                </a:cubicBezTo>
                <a:lnTo>
                  <a:pt x="855" y="785"/>
                </a:lnTo>
                <a:cubicBezTo>
                  <a:pt x="815" y="749"/>
                  <a:pt x="764" y="720"/>
                  <a:pt x="705" y="700"/>
                </a:cubicBezTo>
                <a:lnTo>
                  <a:pt x="705" y="700"/>
                </a:lnTo>
                <a:cubicBezTo>
                  <a:pt x="644" y="679"/>
                  <a:pt x="579" y="669"/>
                  <a:pt x="510" y="669"/>
                </a:cubicBezTo>
                <a:lnTo>
                  <a:pt x="510" y="669"/>
                </a:lnTo>
                <a:cubicBezTo>
                  <a:pt x="377" y="669"/>
                  <a:pt x="253" y="710"/>
                  <a:pt x="171" y="781"/>
                </a:cubicBezTo>
                <a:lnTo>
                  <a:pt x="171" y="781"/>
                </a:lnTo>
                <a:cubicBezTo>
                  <a:pt x="168" y="783"/>
                  <a:pt x="165" y="787"/>
                  <a:pt x="162" y="790"/>
                </a:cubicBezTo>
                <a:lnTo>
                  <a:pt x="162" y="790"/>
                </a:lnTo>
                <a:cubicBezTo>
                  <a:pt x="100" y="712"/>
                  <a:pt x="67" y="616"/>
                  <a:pt x="67" y="515"/>
                </a:cubicBezTo>
                <a:lnTo>
                  <a:pt x="67" y="515"/>
                </a:lnTo>
                <a:cubicBezTo>
                  <a:pt x="67" y="396"/>
                  <a:pt x="114" y="283"/>
                  <a:pt x="198" y="199"/>
                </a:cubicBezTo>
                <a:lnTo>
                  <a:pt x="198" y="199"/>
                </a:lnTo>
                <a:cubicBezTo>
                  <a:pt x="283" y="115"/>
                  <a:pt x="395" y="68"/>
                  <a:pt x="514" y="68"/>
                </a:cubicBezTo>
                <a:lnTo>
                  <a:pt x="514" y="68"/>
                </a:lnTo>
                <a:cubicBezTo>
                  <a:pt x="634" y="68"/>
                  <a:pt x="746" y="115"/>
                  <a:pt x="831" y="199"/>
                </a:cubicBezTo>
                <a:lnTo>
                  <a:pt x="831" y="199"/>
                </a:lnTo>
                <a:cubicBezTo>
                  <a:pt x="915" y="283"/>
                  <a:pt x="962" y="396"/>
                  <a:pt x="962" y="515"/>
                </a:cubicBezTo>
                <a:lnTo>
                  <a:pt x="962" y="515"/>
                </a:lnTo>
                <a:cubicBezTo>
                  <a:pt x="962" y="618"/>
                  <a:pt x="927" y="716"/>
                  <a:pt x="864" y="795"/>
                </a:cubicBezTo>
                <a:close/>
                <a:moveTo>
                  <a:pt x="216" y="837"/>
                </a:moveTo>
                <a:lnTo>
                  <a:pt x="216" y="837"/>
                </a:lnTo>
                <a:cubicBezTo>
                  <a:pt x="215" y="836"/>
                  <a:pt x="215" y="835"/>
                  <a:pt x="215" y="834"/>
                </a:cubicBezTo>
                <a:lnTo>
                  <a:pt x="215" y="834"/>
                </a:lnTo>
                <a:cubicBezTo>
                  <a:pt x="215" y="833"/>
                  <a:pt x="216" y="832"/>
                  <a:pt x="216" y="832"/>
                </a:cubicBezTo>
                <a:lnTo>
                  <a:pt x="216" y="832"/>
                </a:lnTo>
                <a:cubicBezTo>
                  <a:pt x="285" y="773"/>
                  <a:pt x="395" y="737"/>
                  <a:pt x="510" y="737"/>
                </a:cubicBezTo>
                <a:lnTo>
                  <a:pt x="510" y="737"/>
                </a:lnTo>
                <a:cubicBezTo>
                  <a:pt x="629" y="737"/>
                  <a:pt x="740" y="774"/>
                  <a:pt x="809" y="836"/>
                </a:cubicBezTo>
                <a:lnTo>
                  <a:pt x="809" y="836"/>
                </a:lnTo>
                <a:cubicBezTo>
                  <a:pt x="809" y="836"/>
                  <a:pt x="810" y="837"/>
                  <a:pt x="810" y="838"/>
                </a:cubicBezTo>
                <a:lnTo>
                  <a:pt x="810" y="838"/>
                </a:lnTo>
                <a:cubicBezTo>
                  <a:pt x="810" y="839"/>
                  <a:pt x="809" y="840"/>
                  <a:pt x="809" y="841"/>
                </a:cubicBezTo>
                <a:lnTo>
                  <a:pt x="809" y="841"/>
                </a:lnTo>
                <a:cubicBezTo>
                  <a:pt x="730" y="920"/>
                  <a:pt x="626" y="962"/>
                  <a:pt x="514" y="962"/>
                </a:cubicBezTo>
                <a:lnTo>
                  <a:pt x="514" y="962"/>
                </a:lnTo>
                <a:cubicBezTo>
                  <a:pt x="511" y="962"/>
                  <a:pt x="508" y="962"/>
                  <a:pt x="504" y="962"/>
                </a:cubicBezTo>
                <a:lnTo>
                  <a:pt x="504" y="962"/>
                </a:lnTo>
                <a:cubicBezTo>
                  <a:pt x="395" y="960"/>
                  <a:pt x="293" y="915"/>
                  <a:pt x="216" y="837"/>
                </a:cubicBezTo>
                <a:close/>
                <a:moveTo>
                  <a:pt x="879" y="151"/>
                </a:moveTo>
                <a:lnTo>
                  <a:pt x="879" y="151"/>
                </a:lnTo>
                <a:cubicBezTo>
                  <a:pt x="782" y="54"/>
                  <a:pt x="652" y="0"/>
                  <a:pt x="514" y="0"/>
                </a:cubicBezTo>
                <a:lnTo>
                  <a:pt x="514" y="0"/>
                </a:lnTo>
                <a:cubicBezTo>
                  <a:pt x="377" y="0"/>
                  <a:pt x="248" y="54"/>
                  <a:pt x="150" y="151"/>
                </a:cubicBezTo>
                <a:lnTo>
                  <a:pt x="150" y="151"/>
                </a:lnTo>
                <a:cubicBezTo>
                  <a:pt x="53" y="248"/>
                  <a:pt x="0" y="378"/>
                  <a:pt x="0" y="515"/>
                </a:cubicBezTo>
                <a:lnTo>
                  <a:pt x="0" y="515"/>
                </a:lnTo>
                <a:cubicBezTo>
                  <a:pt x="0" y="653"/>
                  <a:pt x="53" y="783"/>
                  <a:pt x="150" y="880"/>
                </a:cubicBezTo>
                <a:lnTo>
                  <a:pt x="150" y="880"/>
                </a:lnTo>
                <a:cubicBezTo>
                  <a:pt x="246" y="976"/>
                  <a:pt x="373" y="1029"/>
                  <a:pt x="508" y="1031"/>
                </a:cubicBezTo>
                <a:lnTo>
                  <a:pt x="508" y="1031"/>
                </a:lnTo>
                <a:cubicBezTo>
                  <a:pt x="510" y="1031"/>
                  <a:pt x="513" y="1031"/>
                  <a:pt x="514" y="1031"/>
                </a:cubicBezTo>
                <a:lnTo>
                  <a:pt x="514" y="1031"/>
                </a:lnTo>
                <a:lnTo>
                  <a:pt x="514" y="1031"/>
                </a:lnTo>
                <a:lnTo>
                  <a:pt x="514" y="1031"/>
                </a:lnTo>
                <a:cubicBezTo>
                  <a:pt x="652" y="1031"/>
                  <a:pt x="782" y="977"/>
                  <a:pt x="879" y="880"/>
                </a:cubicBezTo>
                <a:lnTo>
                  <a:pt x="879" y="880"/>
                </a:lnTo>
                <a:cubicBezTo>
                  <a:pt x="976" y="783"/>
                  <a:pt x="1030" y="653"/>
                  <a:pt x="1030" y="515"/>
                </a:cubicBezTo>
                <a:lnTo>
                  <a:pt x="1030" y="515"/>
                </a:lnTo>
                <a:cubicBezTo>
                  <a:pt x="1030" y="378"/>
                  <a:pt x="976" y="248"/>
                  <a:pt x="879" y="1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8737140" y="4241035"/>
            <a:ext cx="606613" cy="606616"/>
          </a:xfrm>
          <a:custGeom>
            <a:rect b="b" l="l" r="r" t="t"/>
            <a:pathLst>
              <a:path extrusionOk="0" h="534" w="534">
                <a:moveTo>
                  <a:pt x="267" y="465"/>
                </a:moveTo>
                <a:lnTo>
                  <a:pt x="267" y="465"/>
                </a:lnTo>
                <a:cubicBezTo>
                  <a:pt x="158" y="465"/>
                  <a:pt x="69" y="376"/>
                  <a:pt x="69" y="267"/>
                </a:cubicBezTo>
                <a:lnTo>
                  <a:pt x="69" y="267"/>
                </a:lnTo>
                <a:cubicBezTo>
                  <a:pt x="69" y="157"/>
                  <a:pt x="158" y="69"/>
                  <a:pt x="267" y="69"/>
                </a:cubicBezTo>
                <a:lnTo>
                  <a:pt x="267" y="69"/>
                </a:lnTo>
                <a:cubicBezTo>
                  <a:pt x="376" y="69"/>
                  <a:pt x="465" y="157"/>
                  <a:pt x="465" y="267"/>
                </a:cubicBezTo>
                <a:lnTo>
                  <a:pt x="465" y="267"/>
                </a:lnTo>
                <a:cubicBezTo>
                  <a:pt x="465" y="376"/>
                  <a:pt x="376" y="465"/>
                  <a:pt x="267" y="465"/>
                </a:cubicBezTo>
                <a:close/>
                <a:moveTo>
                  <a:pt x="267" y="0"/>
                </a:moveTo>
                <a:lnTo>
                  <a:pt x="267" y="0"/>
                </a:lnTo>
                <a:cubicBezTo>
                  <a:pt x="120" y="0"/>
                  <a:pt x="0" y="119"/>
                  <a:pt x="0" y="267"/>
                </a:cubicBezTo>
                <a:lnTo>
                  <a:pt x="0" y="267"/>
                </a:lnTo>
                <a:cubicBezTo>
                  <a:pt x="0" y="414"/>
                  <a:pt x="120" y="533"/>
                  <a:pt x="267" y="533"/>
                </a:cubicBezTo>
                <a:lnTo>
                  <a:pt x="267" y="533"/>
                </a:lnTo>
                <a:cubicBezTo>
                  <a:pt x="414" y="533"/>
                  <a:pt x="533" y="414"/>
                  <a:pt x="533" y="267"/>
                </a:cubicBezTo>
                <a:lnTo>
                  <a:pt x="533" y="267"/>
                </a:lnTo>
                <a:cubicBezTo>
                  <a:pt x="533" y="119"/>
                  <a:pt x="414" y="0"/>
                  <a:pt x="26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10341409" y="10131712"/>
            <a:ext cx="1193175" cy="1193175"/>
          </a:xfrm>
          <a:custGeom>
            <a:rect b="b" l="l" r="r" t="t"/>
            <a:pathLst>
              <a:path extrusionOk="0" h="1051" w="1051">
                <a:moveTo>
                  <a:pt x="525" y="68"/>
                </a:moveTo>
                <a:lnTo>
                  <a:pt x="525" y="68"/>
                </a:lnTo>
                <a:cubicBezTo>
                  <a:pt x="403" y="68"/>
                  <a:pt x="288" y="116"/>
                  <a:pt x="202" y="202"/>
                </a:cubicBezTo>
                <a:lnTo>
                  <a:pt x="202" y="202"/>
                </a:lnTo>
                <a:cubicBezTo>
                  <a:pt x="116" y="289"/>
                  <a:pt x="68" y="403"/>
                  <a:pt x="68" y="525"/>
                </a:cubicBezTo>
                <a:lnTo>
                  <a:pt x="68" y="525"/>
                </a:lnTo>
                <a:cubicBezTo>
                  <a:pt x="68" y="647"/>
                  <a:pt x="116" y="762"/>
                  <a:pt x="202" y="848"/>
                </a:cubicBezTo>
                <a:lnTo>
                  <a:pt x="202" y="848"/>
                </a:lnTo>
                <a:cubicBezTo>
                  <a:pt x="288" y="934"/>
                  <a:pt x="403" y="982"/>
                  <a:pt x="525" y="982"/>
                </a:cubicBezTo>
                <a:lnTo>
                  <a:pt x="525" y="982"/>
                </a:lnTo>
                <a:cubicBezTo>
                  <a:pt x="647" y="982"/>
                  <a:pt x="762" y="934"/>
                  <a:pt x="848" y="848"/>
                </a:cubicBezTo>
                <a:lnTo>
                  <a:pt x="848" y="848"/>
                </a:lnTo>
                <a:cubicBezTo>
                  <a:pt x="934" y="762"/>
                  <a:pt x="982" y="647"/>
                  <a:pt x="982" y="525"/>
                </a:cubicBezTo>
                <a:lnTo>
                  <a:pt x="982" y="525"/>
                </a:lnTo>
                <a:cubicBezTo>
                  <a:pt x="982" y="403"/>
                  <a:pt x="934" y="289"/>
                  <a:pt x="848" y="202"/>
                </a:cubicBezTo>
                <a:lnTo>
                  <a:pt x="848" y="202"/>
                </a:lnTo>
                <a:cubicBezTo>
                  <a:pt x="762" y="116"/>
                  <a:pt x="647" y="68"/>
                  <a:pt x="525" y="68"/>
                </a:cubicBezTo>
                <a:close/>
                <a:moveTo>
                  <a:pt x="525" y="1050"/>
                </a:moveTo>
                <a:lnTo>
                  <a:pt x="525" y="1050"/>
                </a:lnTo>
                <a:cubicBezTo>
                  <a:pt x="385" y="1050"/>
                  <a:pt x="253" y="996"/>
                  <a:pt x="154" y="896"/>
                </a:cubicBezTo>
                <a:lnTo>
                  <a:pt x="154" y="896"/>
                </a:lnTo>
                <a:cubicBezTo>
                  <a:pt x="55" y="797"/>
                  <a:pt x="0" y="665"/>
                  <a:pt x="0" y="525"/>
                </a:cubicBezTo>
                <a:lnTo>
                  <a:pt x="0" y="525"/>
                </a:lnTo>
                <a:cubicBezTo>
                  <a:pt x="0" y="385"/>
                  <a:pt x="55" y="253"/>
                  <a:pt x="154" y="154"/>
                </a:cubicBezTo>
                <a:lnTo>
                  <a:pt x="154" y="154"/>
                </a:lnTo>
                <a:cubicBezTo>
                  <a:pt x="253" y="55"/>
                  <a:pt x="385" y="0"/>
                  <a:pt x="525" y="0"/>
                </a:cubicBezTo>
                <a:lnTo>
                  <a:pt x="525" y="0"/>
                </a:lnTo>
                <a:cubicBezTo>
                  <a:pt x="665" y="0"/>
                  <a:pt x="797" y="55"/>
                  <a:pt x="896" y="154"/>
                </a:cubicBezTo>
                <a:lnTo>
                  <a:pt x="896" y="154"/>
                </a:lnTo>
                <a:cubicBezTo>
                  <a:pt x="995" y="253"/>
                  <a:pt x="1050" y="385"/>
                  <a:pt x="1050" y="525"/>
                </a:cubicBezTo>
                <a:lnTo>
                  <a:pt x="1050" y="525"/>
                </a:lnTo>
                <a:cubicBezTo>
                  <a:pt x="1050" y="665"/>
                  <a:pt x="995" y="797"/>
                  <a:pt x="896" y="896"/>
                </a:cubicBezTo>
                <a:lnTo>
                  <a:pt x="896" y="896"/>
                </a:lnTo>
                <a:cubicBezTo>
                  <a:pt x="797" y="996"/>
                  <a:pt x="665" y="1050"/>
                  <a:pt x="525" y="105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10667275" y="10377365"/>
            <a:ext cx="611628" cy="386029"/>
          </a:xfrm>
          <a:custGeom>
            <a:rect b="b" l="l" r="r" t="t"/>
            <a:pathLst>
              <a:path extrusionOk="0" h="339" w="538">
                <a:moveTo>
                  <a:pt x="524" y="61"/>
                </a:moveTo>
                <a:lnTo>
                  <a:pt x="260" y="323"/>
                </a:lnTo>
                <a:lnTo>
                  <a:pt x="260" y="323"/>
                </a:lnTo>
                <a:cubicBezTo>
                  <a:pt x="254" y="332"/>
                  <a:pt x="244" y="338"/>
                  <a:pt x="231" y="338"/>
                </a:cubicBezTo>
                <a:lnTo>
                  <a:pt x="34" y="338"/>
                </a:lnTo>
                <a:lnTo>
                  <a:pt x="34" y="338"/>
                </a:lnTo>
                <a:cubicBezTo>
                  <a:pt x="15" y="338"/>
                  <a:pt x="0" y="323"/>
                  <a:pt x="0" y="304"/>
                </a:cubicBezTo>
                <a:lnTo>
                  <a:pt x="0" y="304"/>
                </a:lnTo>
                <a:cubicBezTo>
                  <a:pt x="0" y="285"/>
                  <a:pt x="15" y="270"/>
                  <a:pt x="34" y="270"/>
                </a:cubicBezTo>
                <a:lnTo>
                  <a:pt x="216" y="270"/>
                </a:lnTo>
                <a:lnTo>
                  <a:pt x="475" y="13"/>
                </a:lnTo>
                <a:lnTo>
                  <a:pt x="475" y="13"/>
                </a:lnTo>
                <a:cubicBezTo>
                  <a:pt x="489" y="0"/>
                  <a:pt x="510" y="0"/>
                  <a:pt x="524" y="13"/>
                </a:cubicBezTo>
                <a:lnTo>
                  <a:pt x="524" y="13"/>
                </a:lnTo>
                <a:cubicBezTo>
                  <a:pt x="537" y="26"/>
                  <a:pt x="537" y="48"/>
                  <a:pt x="524" y="6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5804334" y="7599973"/>
            <a:ext cx="1193175" cy="1193175"/>
          </a:xfrm>
          <a:custGeom>
            <a:rect b="b" l="l" r="r" t="t"/>
            <a:pathLst>
              <a:path extrusionOk="0" h="1051" w="1051">
                <a:moveTo>
                  <a:pt x="524" y="69"/>
                </a:moveTo>
                <a:lnTo>
                  <a:pt x="524" y="69"/>
                </a:lnTo>
                <a:cubicBezTo>
                  <a:pt x="402" y="69"/>
                  <a:pt x="287" y="116"/>
                  <a:pt x="201" y="202"/>
                </a:cubicBezTo>
                <a:lnTo>
                  <a:pt x="201" y="202"/>
                </a:lnTo>
                <a:cubicBezTo>
                  <a:pt x="115" y="289"/>
                  <a:pt x="68" y="404"/>
                  <a:pt x="68" y="526"/>
                </a:cubicBezTo>
                <a:lnTo>
                  <a:pt x="68" y="526"/>
                </a:lnTo>
                <a:cubicBezTo>
                  <a:pt x="68" y="647"/>
                  <a:pt x="115" y="762"/>
                  <a:pt x="201" y="848"/>
                </a:cubicBezTo>
                <a:lnTo>
                  <a:pt x="201" y="848"/>
                </a:lnTo>
                <a:cubicBezTo>
                  <a:pt x="287" y="935"/>
                  <a:pt x="402" y="982"/>
                  <a:pt x="524" y="982"/>
                </a:cubicBezTo>
                <a:lnTo>
                  <a:pt x="524" y="982"/>
                </a:lnTo>
                <a:cubicBezTo>
                  <a:pt x="646" y="982"/>
                  <a:pt x="761" y="935"/>
                  <a:pt x="848" y="848"/>
                </a:cubicBezTo>
                <a:lnTo>
                  <a:pt x="848" y="848"/>
                </a:lnTo>
                <a:cubicBezTo>
                  <a:pt x="934" y="762"/>
                  <a:pt x="981" y="647"/>
                  <a:pt x="981" y="526"/>
                </a:cubicBezTo>
                <a:lnTo>
                  <a:pt x="981" y="526"/>
                </a:lnTo>
                <a:cubicBezTo>
                  <a:pt x="981" y="404"/>
                  <a:pt x="934" y="289"/>
                  <a:pt x="848" y="202"/>
                </a:cubicBezTo>
                <a:lnTo>
                  <a:pt x="848" y="202"/>
                </a:lnTo>
                <a:cubicBezTo>
                  <a:pt x="761" y="116"/>
                  <a:pt x="646" y="69"/>
                  <a:pt x="524" y="69"/>
                </a:cubicBezTo>
                <a:close/>
                <a:moveTo>
                  <a:pt x="524" y="1050"/>
                </a:moveTo>
                <a:lnTo>
                  <a:pt x="524" y="1050"/>
                </a:lnTo>
                <a:cubicBezTo>
                  <a:pt x="384" y="1050"/>
                  <a:pt x="253" y="996"/>
                  <a:pt x="153" y="897"/>
                </a:cubicBezTo>
                <a:lnTo>
                  <a:pt x="153" y="897"/>
                </a:lnTo>
                <a:cubicBezTo>
                  <a:pt x="54" y="797"/>
                  <a:pt x="0" y="666"/>
                  <a:pt x="0" y="526"/>
                </a:cubicBezTo>
                <a:lnTo>
                  <a:pt x="0" y="526"/>
                </a:lnTo>
                <a:cubicBezTo>
                  <a:pt x="0" y="385"/>
                  <a:pt x="54" y="254"/>
                  <a:pt x="153" y="154"/>
                </a:cubicBezTo>
                <a:lnTo>
                  <a:pt x="153" y="154"/>
                </a:lnTo>
                <a:cubicBezTo>
                  <a:pt x="253" y="55"/>
                  <a:pt x="384" y="0"/>
                  <a:pt x="524" y="0"/>
                </a:cubicBezTo>
                <a:lnTo>
                  <a:pt x="524" y="0"/>
                </a:lnTo>
                <a:cubicBezTo>
                  <a:pt x="665" y="0"/>
                  <a:pt x="796" y="55"/>
                  <a:pt x="895" y="154"/>
                </a:cubicBezTo>
                <a:lnTo>
                  <a:pt x="895" y="154"/>
                </a:lnTo>
                <a:cubicBezTo>
                  <a:pt x="994" y="254"/>
                  <a:pt x="1050" y="385"/>
                  <a:pt x="1050" y="526"/>
                </a:cubicBezTo>
                <a:lnTo>
                  <a:pt x="1050" y="526"/>
                </a:lnTo>
                <a:cubicBezTo>
                  <a:pt x="1050" y="666"/>
                  <a:pt x="994" y="797"/>
                  <a:pt x="895" y="897"/>
                </a:cubicBezTo>
                <a:lnTo>
                  <a:pt x="895" y="897"/>
                </a:lnTo>
                <a:cubicBezTo>
                  <a:pt x="796" y="996"/>
                  <a:pt x="665" y="1050"/>
                  <a:pt x="524" y="105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6024921" y="7820560"/>
            <a:ext cx="741975" cy="626669"/>
          </a:xfrm>
          <a:custGeom>
            <a:rect b="b" l="l" r="r" t="t"/>
            <a:pathLst>
              <a:path extrusionOk="0" h="551" w="651">
                <a:moveTo>
                  <a:pt x="639" y="52"/>
                </a:moveTo>
                <a:lnTo>
                  <a:pt x="247" y="539"/>
                </a:lnTo>
                <a:lnTo>
                  <a:pt x="247" y="539"/>
                </a:lnTo>
                <a:cubicBezTo>
                  <a:pt x="246" y="540"/>
                  <a:pt x="245" y="541"/>
                  <a:pt x="243" y="542"/>
                </a:cubicBezTo>
                <a:lnTo>
                  <a:pt x="243" y="542"/>
                </a:lnTo>
                <a:cubicBezTo>
                  <a:pt x="243" y="543"/>
                  <a:pt x="243" y="543"/>
                  <a:pt x="242" y="544"/>
                </a:cubicBezTo>
                <a:lnTo>
                  <a:pt x="242" y="544"/>
                </a:lnTo>
                <a:lnTo>
                  <a:pt x="242" y="544"/>
                </a:lnTo>
                <a:lnTo>
                  <a:pt x="242" y="544"/>
                </a:lnTo>
                <a:cubicBezTo>
                  <a:pt x="241" y="544"/>
                  <a:pt x="241" y="545"/>
                  <a:pt x="241" y="545"/>
                </a:cubicBezTo>
                <a:lnTo>
                  <a:pt x="241" y="545"/>
                </a:lnTo>
                <a:cubicBezTo>
                  <a:pt x="240" y="545"/>
                  <a:pt x="240" y="545"/>
                  <a:pt x="239" y="545"/>
                </a:cubicBezTo>
                <a:lnTo>
                  <a:pt x="239" y="545"/>
                </a:lnTo>
                <a:cubicBezTo>
                  <a:pt x="238" y="546"/>
                  <a:pt x="237" y="547"/>
                  <a:pt x="236" y="547"/>
                </a:cubicBezTo>
                <a:lnTo>
                  <a:pt x="236" y="547"/>
                </a:lnTo>
                <a:cubicBezTo>
                  <a:pt x="236" y="548"/>
                  <a:pt x="234" y="548"/>
                  <a:pt x="233" y="548"/>
                </a:cubicBezTo>
                <a:lnTo>
                  <a:pt x="233" y="548"/>
                </a:lnTo>
                <a:cubicBezTo>
                  <a:pt x="232" y="548"/>
                  <a:pt x="232" y="548"/>
                  <a:pt x="232" y="549"/>
                </a:cubicBezTo>
                <a:lnTo>
                  <a:pt x="232" y="549"/>
                </a:lnTo>
                <a:cubicBezTo>
                  <a:pt x="231" y="549"/>
                  <a:pt x="231" y="549"/>
                  <a:pt x="230" y="549"/>
                </a:cubicBezTo>
                <a:lnTo>
                  <a:pt x="230" y="549"/>
                </a:lnTo>
                <a:cubicBezTo>
                  <a:pt x="230" y="549"/>
                  <a:pt x="230" y="550"/>
                  <a:pt x="229" y="550"/>
                </a:cubicBezTo>
                <a:lnTo>
                  <a:pt x="229" y="550"/>
                </a:lnTo>
                <a:lnTo>
                  <a:pt x="228" y="550"/>
                </a:lnTo>
                <a:lnTo>
                  <a:pt x="228" y="550"/>
                </a:lnTo>
                <a:lnTo>
                  <a:pt x="228" y="550"/>
                </a:lnTo>
                <a:lnTo>
                  <a:pt x="228" y="550"/>
                </a:lnTo>
                <a:cubicBezTo>
                  <a:pt x="228" y="550"/>
                  <a:pt x="227" y="550"/>
                  <a:pt x="226" y="550"/>
                </a:cubicBezTo>
                <a:lnTo>
                  <a:pt x="226" y="550"/>
                </a:lnTo>
                <a:cubicBezTo>
                  <a:pt x="226" y="550"/>
                  <a:pt x="226" y="550"/>
                  <a:pt x="225" y="550"/>
                </a:cubicBezTo>
                <a:lnTo>
                  <a:pt x="225" y="550"/>
                </a:lnTo>
                <a:cubicBezTo>
                  <a:pt x="225" y="550"/>
                  <a:pt x="225" y="550"/>
                  <a:pt x="224" y="550"/>
                </a:cubicBezTo>
                <a:lnTo>
                  <a:pt x="224" y="550"/>
                </a:lnTo>
                <a:lnTo>
                  <a:pt x="224" y="550"/>
                </a:lnTo>
                <a:cubicBezTo>
                  <a:pt x="223" y="550"/>
                  <a:pt x="223" y="550"/>
                  <a:pt x="223" y="550"/>
                </a:cubicBezTo>
                <a:lnTo>
                  <a:pt x="223" y="550"/>
                </a:lnTo>
                <a:cubicBezTo>
                  <a:pt x="222" y="550"/>
                  <a:pt x="222" y="550"/>
                  <a:pt x="221" y="550"/>
                </a:cubicBezTo>
                <a:lnTo>
                  <a:pt x="221" y="550"/>
                </a:lnTo>
                <a:lnTo>
                  <a:pt x="220" y="550"/>
                </a:lnTo>
                <a:lnTo>
                  <a:pt x="220" y="550"/>
                </a:lnTo>
                <a:cubicBezTo>
                  <a:pt x="219" y="550"/>
                  <a:pt x="218" y="550"/>
                  <a:pt x="218" y="550"/>
                </a:cubicBezTo>
                <a:lnTo>
                  <a:pt x="218" y="550"/>
                </a:lnTo>
                <a:cubicBezTo>
                  <a:pt x="217" y="549"/>
                  <a:pt x="215" y="548"/>
                  <a:pt x="213" y="548"/>
                </a:cubicBezTo>
                <a:lnTo>
                  <a:pt x="213" y="548"/>
                </a:lnTo>
                <a:cubicBezTo>
                  <a:pt x="212" y="548"/>
                  <a:pt x="212" y="548"/>
                  <a:pt x="212" y="547"/>
                </a:cubicBezTo>
                <a:lnTo>
                  <a:pt x="212" y="547"/>
                </a:lnTo>
                <a:cubicBezTo>
                  <a:pt x="212" y="547"/>
                  <a:pt x="212" y="547"/>
                  <a:pt x="211" y="547"/>
                </a:cubicBezTo>
                <a:lnTo>
                  <a:pt x="211" y="547"/>
                </a:lnTo>
                <a:cubicBezTo>
                  <a:pt x="210" y="547"/>
                  <a:pt x="210" y="547"/>
                  <a:pt x="210" y="547"/>
                </a:cubicBezTo>
                <a:lnTo>
                  <a:pt x="210" y="547"/>
                </a:lnTo>
                <a:cubicBezTo>
                  <a:pt x="209" y="546"/>
                  <a:pt x="209" y="546"/>
                  <a:pt x="209" y="546"/>
                </a:cubicBezTo>
                <a:lnTo>
                  <a:pt x="209" y="546"/>
                </a:lnTo>
                <a:cubicBezTo>
                  <a:pt x="207" y="545"/>
                  <a:pt x="206" y="544"/>
                  <a:pt x="205" y="544"/>
                </a:cubicBezTo>
                <a:lnTo>
                  <a:pt x="205" y="544"/>
                </a:lnTo>
                <a:cubicBezTo>
                  <a:pt x="204" y="543"/>
                  <a:pt x="204" y="542"/>
                  <a:pt x="204" y="542"/>
                </a:cubicBezTo>
                <a:lnTo>
                  <a:pt x="204" y="542"/>
                </a:lnTo>
                <a:cubicBezTo>
                  <a:pt x="203" y="542"/>
                  <a:pt x="202" y="541"/>
                  <a:pt x="202" y="541"/>
                </a:cubicBezTo>
                <a:lnTo>
                  <a:pt x="12" y="347"/>
                </a:lnTo>
                <a:lnTo>
                  <a:pt x="12" y="347"/>
                </a:lnTo>
                <a:cubicBezTo>
                  <a:pt x="0" y="335"/>
                  <a:pt x="0" y="316"/>
                  <a:pt x="12" y="304"/>
                </a:cubicBezTo>
                <a:lnTo>
                  <a:pt x="12" y="304"/>
                </a:lnTo>
                <a:cubicBezTo>
                  <a:pt x="24" y="293"/>
                  <a:pt x="43" y="293"/>
                  <a:pt x="54" y="305"/>
                </a:cubicBezTo>
                <a:lnTo>
                  <a:pt x="221" y="475"/>
                </a:lnTo>
                <a:lnTo>
                  <a:pt x="593" y="15"/>
                </a:lnTo>
                <a:lnTo>
                  <a:pt x="593" y="15"/>
                </a:lnTo>
                <a:cubicBezTo>
                  <a:pt x="603" y="2"/>
                  <a:pt x="622" y="0"/>
                  <a:pt x="635" y="11"/>
                </a:cubicBezTo>
                <a:lnTo>
                  <a:pt x="635" y="11"/>
                </a:lnTo>
                <a:cubicBezTo>
                  <a:pt x="648" y="21"/>
                  <a:pt x="650" y="40"/>
                  <a:pt x="639" y="52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11018209" y="7279120"/>
            <a:ext cx="912428" cy="862295"/>
          </a:xfrm>
          <a:custGeom>
            <a:rect b="b" l="l" r="r" t="t"/>
            <a:pathLst>
              <a:path extrusionOk="0" h="760" w="804">
                <a:moveTo>
                  <a:pt x="401" y="759"/>
                </a:moveTo>
                <a:lnTo>
                  <a:pt x="401" y="759"/>
                </a:lnTo>
                <a:cubicBezTo>
                  <a:pt x="294" y="759"/>
                  <a:pt x="194" y="717"/>
                  <a:pt x="118" y="641"/>
                </a:cubicBezTo>
                <a:lnTo>
                  <a:pt x="118" y="641"/>
                </a:lnTo>
                <a:cubicBezTo>
                  <a:pt x="42" y="566"/>
                  <a:pt x="0" y="465"/>
                  <a:pt x="0" y="358"/>
                </a:cubicBezTo>
                <a:lnTo>
                  <a:pt x="0" y="358"/>
                </a:lnTo>
                <a:cubicBezTo>
                  <a:pt x="0" y="286"/>
                  <a:pt x="19" y="216"/>
                  <a:pt x="55" y="155"/>
                </a:cubicBezTo>
                <a:lnTo>
                  <a:pt x="55" y="155"/>
                </a:lnTo>
                <a:cubicBezTo>
                  <a:pt x="90" y="95"/>
                  <a:pt x="140" y="45"/>
                  <a:pt x="200" y="11"/>
                </a:cubicBezTo>
                <a:lnTo>
                  <a:pt x="200" y="11"/>
                </a:lnTo>
                <a:cubicBezTo>
                  <a:pt x="216" y="1"/>
                  <a:pt x="236" y="7"/>
                  <a:pt x="246" y="23"/>
                </a:cubicBezTo>
                <a:lnTo>
                  <a:pt x="246" y="23"/>
                </a:lnTo>
                <a:cubicBezTo>
                  <a:pt x="255" y="39"/>
                  <a:pt x="250" y="60"/>
                  <a:pt x="234" y="70"/>
                </a:cubicBezTo>
                <a:lnTo>
                  <a:pt x="234" y="70"/>
                </a:lnTo>
                <a:cubicBezTo>
                  <a:pt x="184" y="99"/>
                  <a:pt x="143" y="140"/>
                  <a:pt x="114" y="189"/>
                </a:cubicBezTo>
                <a:lnTo>
                  <a:pt x="114" y="189"/>
                </a:lnTo>
                <a:cubicBezTo>
                  <a:pt x="84" y="240"/>
                  <a:pt x="68" y="299"/>
                  <a:pt x="68" y="358"/>
                </a:cubicBezTo>
                <a:lnTo>
                  <a:pt x="68" y="358"/>
                </a:lnTo>
                <a:cubicBezTo>
                  <a:pt x="68" y="541"/>
                  <a:pt x="217" y="691"/>
                  <a:pt x="401" y="691"/>
                </a:cubicBezTo>
                <a:lnTo>
                  <a:pt x="401" y="691"/>
                </a:lnTo>
                <a:cubicBezTo>
                  <a:pt x="585" y="691"/>
                  <a:pt x="734" y="541"/>
                  <a:pt x="734" y="358"/>
                </a:cubicBezTo>
                <a:lnTo>
                  <a:pt x="734" y="358"/>
                </a:lnTo>
                <a:cubicBezTo>
                  <a:pt x="734" y="298"/>
                  <a:pt x="718" y="239"/>
                  <a:pt x="688" y="188"/>
                </a:cubicBezTo>
                <a:lnTo>
                  <a:pt x="688" y="188"/>
                </a:lnTo>
                <a:cubicBezTo>
                  <a:pt x="658" y="138"/>
                  <a:pt x="616" y="97"/>
                  <a:pt x="565" y="68"/>
                </a:cubicBezTo>
                <a:lnTo>
                  <a:pt x="565" y="68"/>
                </a:lnTo>
                <a:cubicBezTo>
                  <a:pt x="549" y="59"/>
                  <a:pt x="543" y="38"/>
                  <a:pt x="553" y="21"/>
                </a:cubicBezTo>
                <a:lnTo>
                  <a:pt x="553" y="21"/>
                </a:lnTo>
                <a:cubicBezTo>
                  <a:pt x="562" y="5"/>
                  <a:pt x="583" y="0"/>
                  <a:pt x="599" y="9"/>
                </a:cubicBezTo>
                <a:lnTo>
                  <a:pt x="599" y="9"/>
                </a:lnTo>
                <a:cubicBezTo>
                  <a:pt x="659" y="43"/>
                  <a:pt x="711" y="93"/>
                  <a:pt x="746" y="153"/>
                </a:cubicBezTo>
                <a:lnTo>
                  <a:pt x="746" y="153"/>
                </a:lnTo>
                <a:cubicBezTo>
                  <a:pt x="783" y="215"/>
                  <a:pt x="803" y="286"/>
                  <a:pt x="803" y="358"/>
                </a:cubicBezTo>
                <a:lnTo>
                  <a:pt x="803" y="358"/>
                </a:lnTo>
                <a:cubicBezTo>
                  <a:pt x="803" y="465"/>
                  <a:pt x="761" y="566"/>
                  <a:pt x="685" y="641"/>
                </a:cubicBezTo>
                <a:lnTo>
                  <a:pt x="685" y="641"/>
                </a:lnTo>
                <a:cubicBezTo>
                  <a:pt x="609" y="717"/>
                  <a:pt x="509" y="759"/>
                  <a:pt x="401" y="759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11434318" y="7228986"/>
            <a:ext cx="80213" cy="426136"/>
          </a:xfrm>
          <a:custGeom>
            <a:rect b="b" l="l" r="r" t="t"/>
            <a:pathLst>
              <a:path extrusionOk="0" h="377" w="70">
                <a:moveTo>
                  <a:pt x="34" y="376"/>
                </a:moveTo>
                <a:lnTo>
                  <a:pt x="34" y="376"/>
                </a:lnTo>
                <a:lnTo>
                  <a:pt x="34" y="376"/>
                </a:lnTo>
                <a:cubicBezTo>
                  <a:pt x="15" y="376"/>
                  <a:pt x="0" y="361"/>
                  <a:pt x="0" y="342"/>
                </a:cubicBezTo>
                <a:lnTo>
                  <a:pt x="1" y="33"/>
                </a:lnTo>
                <a:lnTo>
                  <a:pt x="1" y="33"/>
                </a:lnTo>
                <a:cubicBezTo>
                  <a:pt x="1" y="15"/>
                  <a:pt x="16" y="0"/>
                  <a:pt x="35" y="0"/>
                </a:cubicBezTo>
                <a:lnTo>
                  <a:pt x="35" y="0"/>
                </a:lnTo>
                <a:lnTo>
                  <a:pt x="35" y="0"/>
                </a:lnTo>
                <a:cubicBezTo>
                  <a:pt x="54" y="0"/>
                  <a:pt x="69" y="15"/>
                  <a:pt x="69" y="34"/>
                </a:cubicBezTo>
                <a:lnTo>
                  <a:pt x="69" y="342"/>
                </a:lnTo>
                <a:lnTo>
                  <a:pt x="69" y="342"/>
                </a:lnTo>
                <a:cubicBezTo>
                  <a:pt x="69" y="361"/>
                  <a:pt x="53" y="376"/>
                  <a:pt x="34" y="37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 txBox="1"/>
          <p:nvPr/>
        </p:nvSpPr>
        <p:spPr>
          <a:xfrm>
            <a:off x="2879201" y="7528793"/>
            <a:ext cx="21003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Title One</a:t>
            </a:r>
            <a:endParaRPr/>
          </a:p>
        </p:txBody>
      </p:sp>
      <p:sp>
        <p:nvSpPr>
          <p:cNvPr id="371" name="Google Shape;371;p8"/>
          <p:cNvSpPr/>
          <p:nvPr/>
        </p:nvSpPr>
        <p:spPr>
          <a:xfrm>
            <a:off x="2434914" y="8072021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372" name="Google Shape;372;p8"/>
          <p:cNvSpPr txBox="1"/>
          <p:nvPr/>
        </p:nvSpPr>
        <p:spPr>
          <a:xfrm>
            <a:off x="5341505" y="3932708"/>
            <a:ext cx="21003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Title Two</a:t>
            </a:r>
            <a:endParaRPr b="1"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4897218" y="4475936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374" name="Google Shape;374;p8"/>
          <p:cNvSpPr txBox="1"/>
          <p:nvPr/>
        </p:nvSpPr>
        <p:spPr>
          <a:xfrm>
            <a:off x="12980217" y="7086113"/>
            <a:ext cx="254463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Title Three</a:t>
            </a:r>
            <a:endParaRPr/>
          </a:p>
        </p:txBody>
      </p:sp>
      <p:sp>
        <p:nvSpPr>
          <p:cNvPr id="375" name="Google Shape;375;p8"/>
          <p:cNvSpPr/>
          <p:nvPr/>
        </p:nvSpPr>
        <p:spPr>
          <a:xfrm>
            <a:off x="12967337" y="7629341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376" name="Google Shape;376;p8"/>
          <p:cNvSpPr txBox="1"/>
          <p:nvPr/>
        </p:nvSpPr>
        <p:spPr>
          <a:xfrm>
            <a:off x="12473165" y="10131712"/>
            <a:ext cx="196537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Title Four</a:t>
            </a:r>
            <a:endParaRPr b="1"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12460285" y="10674940"/>
            <a:ext cx="2530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Refers to a good 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service being offered</a:t>
            </a:r>
            <a:endParaRPr/>
          </a:p>
        </p:txBody>
      </p:sp>
      <p:sp>
        <p:nvSpPr>
          <p:cNvPr id="378" name="Google Shape;378;p8"/>
          <p:cNvSpPr txBox="1"/>
          <p:nvPr/>
        </p:nvSpPr>
        <p:spPr>
          <a:xfrm>
            <a:off x="17169580" y="6352068"/>
            <a:ext cx="4079963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Startup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Diagram</a:t>
            </a:r>
            <a:endParaRPr/>
          </a:p>
        </p:txBody>
      </p:sp>
      <p:sp>
        <p:nvSpPr>
          <p:cNvPr id="379" name="Google Shape;379;p8"/>
          <p:cNvSpPr txBox="1"/>
          <p:nvPr/>
        </p:nvSpPr>
        <p:spPr>
          <a:xfrm>
            <a:off x="17190244" y="9402831"/>
            <a:ext cx="5792935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Marketers must link the price to the real and perceived value of the product, but they also must take into account supply costs, seasonal discounts, and prices used by competitors.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Personalizar 153">
      <a:dk1>
        <a:srgbClr val="616161"/>
      </a:dk1>
      <a:lt1>
        <a:srgbClr val="FFFFFF"/>
      </a:lt1>
      <a:dk2>
        <a:srgbClr val="000000"/>
      </a:dk2>
      <a:lt2>
        <a:srgbClr val="FEFFFF"/>
      </a:lt2>
      <a:accent1>
        <a:srgbClr val="FF7A24"/>
      </a:accent1>
      <a:accent2>
        <a:srgbClr val="FEAE15"/>
      </a:accent2>
      <a:accent3>
        <a:srgbClr val="CB3832"/>
      </a:accent3>
      <a:accent4>
        <a:srgbClr val="1C1C1C"/>
      </a:accent4>
      <a:accent5>
        <a:srgbClr val="A9A9A9"/>
      </a:accent5>
      <a:accent6>
        <a:srgbClr val="797979"/>
      </a:accent6>
      <a:hlink>
        <a:srgbClr val="919191"/>
      </a:hlink>
      <a:folHlink>
        <a:srgbClr val="5E5E5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2014-11-12T21:47:38Z</dcterms:created>
</cp:coreProperties>
</file>